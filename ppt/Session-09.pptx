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30" r:id="rId11"/>
    <p:sldId id="328" r:id="rId12"/>
    <p:sldId id="331" r:id="rId13"/>
    <p:sldId id="329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5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A9CFA7-823E-40E3-9656-B5008AEBE6FA}" type="doc">
      <dgm:prSet loTypeId="urn:microsoft.com/office/officeart/2008/layout/IncreasingCircleProcess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58FC92FD-B776-4AD7-A7A0-6DA4DDDED2E9}">
      <dgm:prSet phldrT="[Text]"/>
      <dgm:spPr/>
      <dgm:t>
        <a:bodyPr/>
        <a:lstStyle/>
        <a:p>
          <a:r>
            <a:rPr lang="en-US" dirty="0"/>
            <a:t>Abstraction</a:t>
          </a:r>
          <a:endParaRPr lang="en-IN" dirty="0"/>
        </a:p>
      </dgm:t>
    </dgm:pt>
    <dgm:pt modelId="{686B1543-62E8-4B87-BC89-65464AD9F340}" type="parTrans" cxnId="{B159B1CD-DDEE-4DB5-8A0E-EA853CD8F0ED}">
      <dgm:prSet/>
      <dgm:spPr/>
      <dgm:t>
        <a:bodyPr/>
        <a:lstStyle/>
        <a:p>
          <a:endParaRPr lang="en-IN"/>
        </a:p>
      </dgm:t>
    </dgm:pt>
    <dgm:pt modelId="{EF1F7AC8-B7FF-45B1-BDBC-B85280153A7B}" type="sibTrans" cxnId="{B159B1CD-DDEE-4DB5-8A0E-EA853CD8F0ED}">
      <dgm:prSet/>
      <dgm:spPr/>
      <dgm:t>
        <a:bodyPr/>
        <a:lstStyle/>
        <a:p>
          <a:endParaRPr lang="en-IN"/>
        </a:p>
      </dgm:t>
    </dgm:pt>
    <dgm:pt modelId="{37749F77-14A9-414B-94F4-F8F060EC2C08}">
      <dgm:prSet phldrT="[Text]"/>
      <dgm:spPr/>
      <dgm:t>
        <a:bodyPr/>
        <a:lstStyle/>
        <a:p>
          <a:r>
            <a:rPr lang="en-US" dirty="0"/>
            <a:t>Encapsulation</a:t>
          </a:r>
          <a:endParaRPr lang="en-IN" dirty="0"/>
        </a:p>
      </dgm:t>
    </dgm:pt>
    <dgm:pt modelId="{2E8BAC3E-68A5-476A-8DA6-E5809337CD3F}" type="parTrans" cxnId="{E23C7244-E6E7-49F3-836E-C333F47C0E12}">
      <dgm:prSet/>
      <dgm:spPr/>
      <dgm:t>
        <a:bodyPr/>
        <a:lstStyle/>
        <a:p>
          <a:endParaRPr lang="en-IN"/>
        </a:p>
      </dgm:t>
    </dgm:pt>
    <dgm:pt modelId="{62FB53C5-81FC-4ADA-ADB9-D903EF87D5CF}" type="sibTrans" cxnId="{E23C7244-E6E7-49F3-836E-C333F47C0E12}">
      <dgm:prSet/>
      <dgm:spPr/>
      <dgm:t>
        <a:bodyPr/>
        <a:lstStyle/>
        <a:p>
          <a:endParaRPr lang="en-IN"/>
        </a:p>
      </dgm:t>
    </dgm:pt>
    <dgm:pt modelId="{96B7C119-92E0-4202-9BD8-63C489FDCF5B}">
      <dgm:prSet phldrT="[Text]"/>
      <dgm:spPr/>
      <dgm:t>
        <a:bodyPr/>
        <a:lstStyle/>
        <a:p>
          <a:r>
            <a:rPr lang="en-US" dirty="0"/>
            <a:t>Inheritance</a:t>
          </a:r>
          <a:endParaRPr lang="en-IN" dirty="0"/>
        </a:p>
      </dgm:t>
    </dgm:pt>
    <dgm:pt modelId="{B88D6B61-97CF-4240-B9E9-6104A33FBEFE}" type="parTrans" cxnId="{00FD9425-4AD8-40F1-87DE-F3E5D52682D1}">
      <dgm:prSet/>
      <dgm:spPr/>
      <dgm:t>
        <a:bodyPr/>
        <a:lstStyle/>
        <a:p>
          <a:endParaRPr lang="en-IN"/>
        </a:p>
      </dgm:t>
    </dgm:pt>
    <dgm:pt modelId="{C364CCFB-099C-4AE2-AD6C-A0D92295FB70}" type="sibTrans" cxnId="{00FD9425-4AD8-40F1-87DE-F3E5D52682D1}">
      <dgm:prSet/>
      <dgm:spPr/>
      <dgm:t>
        <a:bodyPr/>
        <a:lstStyle/>
        <a:p>
          <a:endParaRPr lang="en-IN"/>
        </a:p>
      </dgm:t>
    </dgm:pt>
    <dgm:pt modelId="{38C285C8-CCB4-4BE8-8B91-39FD5BEE1A95}">
      <dgm:prSet phldrT="[Text]"/>
      <dgm:spPr/>
      <dgm:t>
        <a:bodyPr/>
        <a:lstStyle/>
        <a:p>
          <a:r>
            <a:rPr lang="en-US" dirty="0"/>
            <a:t>Polymorphism</a:t>
          </a:r>
          <a:endParaRPr lang="en-IN" dirty="0"/>
        </a:p>
      </dgm:t>
    </dgm:pt>
    <dgm:pt modelId="{AE08E2D4-CF36-4086-97E3-78507A3AC3E1}" type="parTrans" cxnId="{4EB1075F-3825-402E-B212-374BF61A80D6}">
      <dgm:prSet/>
      <dgm:spPr/>
      <dgm:t>
        <a:bodyPr/>
        <a:lstStyle/>
        <a:p>
          <a:endParaRPr lang="en-IN"/>
        </a:p>
      </dgm:t>
    </dgm:pt>
    <dgm:pt modelId="{DF5F3B62-0B33-42AF-9643-A2650DF0BFB0}" type="sibTrans" cxnId="{4EB1075F-3825-402E-B212-374BF61A80D6}">
      <dgm:prSet/>
      <dgm:spPr/>
      <dgm:t>
        <a:bodyPr/>
        <a:lstStyle/>
        <a:p>
          <a:endParaRPr lang="en-IN"/>
        </a:p>
      </dgm:t>
    </dgm:pt>
    <dgm:pt modelId="{36938BA4-4590-4256-B756-2BF132A95D05}">
      <dgm:prSet phldrT="[Text]"/>
      <dgm:spPr/>
      <dgm:t>
        <a:bodyPr/>
        <a:lstStyle/>
        <a:p>
          <a:r>
            <a:rPr lang="en-US" dirty="0"/>
            <a:t>hiding the details and displaying only required information</a:t>
          </a:r>
          <a:endParaRPr lang="en-IN" dirty="0"/>
        </a:p>
      </dgm:t>
    </dgm:pt>
    <dgm:pt modelId="{3175C238-87BB-46BE-854F-06E42215EC53}" type="parTrans" cxnId="{3D270065-9055-4C51-949D-EC8799217735}">
      <dgm:prSet/>
      <dgm:spPr/>
      <dgm:t>
        <a:bodyPr/>
        <a:lstStyle/>
        <a:p>
          <a:endParaRPr lang="en-IN"/>
        </a:p>
      </dgm:t>
    </dgm:pt>
    <dgm:pt modelId="{6638DBCF-284B-408F-B446-57148D90BE7D}" type="sibTrans" cxnId="{3D270065-9055-4C51-949D-EC8799217735}">
      <dgm:prSet/>
      <dgm:spPr/>
      <dgm:t>
        <a:bodyPr/>
        <a:lstStyle/>
        <a:p>
          <a:endParaRPr lang="en-IN"/>
        </a:p>
      </dgm:t>
    </dgm:pt>
    <dgm:pt modelId="{2D7B1166-4367-4FFC-A4F5-ED9AC1E210AC}">
      <dgm:prSet phldrT="[Text]"/>
      <dgm:spPr/>
      <dgm:t>
        <a:bodyPr/>
        <a:lstStyle/>
        <a:p>
          <a:r>
            <a:rPr lang="en-US" dirty="0"/>
            <a:t>collection of different kind of information under a single name</a:t>
          </a:r>
          <a:endParaRPr lang="en-IN" dirty="0"/>
        </a:p>
      </dgm:t>
    </dgm:pt>
    <dgm:pt modelId="{6944F6D5-D441-4F9D-A1A4-7F66FC3E1F92}" type="parTrans" cxnId="{F5F68E18-D5E1-4141-870F-41A7F7FD41FC}">
      <dgm:prSet/>
      <dgm:spPr/>
      <dgm:t>
        <a:bodyPr/>
        <a:lstStyle/>
        <a:p>
          <a:endParaRPr lang="en-IN"/>
        </a:p>
      </dgm:t>
    </dgm:pt>
    <dgm:pt modelId="{1B45999E-C9C1-4997-BE60-99F63778A045}" type="sibTrans" cxnId="{F5F68E18-D5E1-4141-870F-41A7F7FD41FC}">
      <dgm:prSet/>
      <dgm:spPr/>
      <dgm:t>
        <a:bodyPr/>
        <a:lstStyle/>
        <a:p>
          <a:endParaRPr lang="en-IN"/>
        </a:p>
      </dgm:t>
    </dgm:pt>
    <dgm:pt modelId="{E647A645-1C1A-40A0-84E3-1572B68678F2}">
      <dgm:prSet phldrT="[Text]"/>
      <dgm:spPr/>
      <dgm:t>
        <a:bodyPr/>
        <a:lstStyle/>
        <a:p>
          <a:r>
            <a:rPr lang="en-US" dirty="0"/>
            <a:t>inheriting features from base class to derived class</a:t>
          </a:r>
          <a:endParaRPr lang="en-IN" dirty="0"/>
        </a:p>
      </dgm:t>
    </dgm:pt>
    <dgm:pt modelId="{52EC7994-46E2-4EF5-8827-DB8CD8CC163F}" type="parTrans" cxnId="{BA602908-1341-499C-80ED-A7A394D29CBF}">
      <dgm:prSet/>
      <dgm:spPr/>
      <dgm:t>
        <a:bodyPr/>
        <a:lstStyle/>
        <a:p>
          <a:endParaRPr lang="en-IN"/>
        </a:p>
      </dgm:t>
    </dgm:pt>
    <dgm:pt modelId="{8FD9EAFF-1B13-4483-9DA5-81E4687D30E9}" type="sibTrans" cxnId="{BA602908-1341-499C-80ED-A7A394D29CBF}">
      <dgm:prSet/>
      <dgm:spPr/>
      <dgm:t>
        <a:bodyPr/>
        <a:lstStyle/>
        <a:p>
          <a:endParaRPr lang="en-IN"/>
        </a:p>
      </dgm:t>
    </dgm:pt>
    <dgm:pt modelId="{70205672-E060-46C7-94F0-6F1EC98E8273}">
      <dgm:prSet phldrT="[Text]"/>
      <dgm:spPr/>
      <dgm:t>
        <a:bodyPr/>
        <a:lstStyle/>
        <a:p>
          <a:r>
            <a:rPr lang="en-US" dirty="0"/>
            <a:t> allows functions or methods to behave differently based on the context in which they are called</a:t>
          </a:r>
          <a:endParaRPr lang="en-IN" dirty="0"/>
        </a:p>
      </dgm:t>
    </dgm:pt>
    <dgm:pt modelId="{D6DF8502-C378-46E9-99FC-25F71EBC145A}" type="parTrans" cxnId="{CA848B9D-D011-4974-8097-97B045565561}">
      <dgm:prSet/>
      <dgm:spPr/>
      <dgm:t>
        <a:bodyPr/>
        <a:lstStyle/>
        <a:p>
          <a:endParaRPr lang="en-IN"/>
        </a:p>
      </dgm:t>
    </dgm:pt>
    <dgm:pt modelId="{E21D40B0-EFA7-4EAF-8142-F9F7AB6E5567}" type="sibTrans" cxnId="{CA848B9D-D011-4974-8097-97B045565561}">
      <dgm:prSet/>
      <dgm:spPr/>
      <dgm:t>
        <a:bodyPr/>
        <a:lstStyle/>
        <a:p>
          <a:endParaRPr lang="en-IN"/>
        </a:p>
      </dgm:t>
    </dgm:pt>
    <dgm:pt modelId="{106D8402-4319-4DAD-9C84-D9F7FFFB6F35}" type="pres">
      <dgm:prSet presAssocID="{9BA9CFA7-823E-40E3-9656-B5008AEBE6FA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413C0D05-764A-46B5-B074-130F22312230}" type="pres">
      <dgm:prSet presAssocID="{58FC92FD-B776-4AD7-A7A0-6DA4DDDED2E9}" presName="composite" presStyleCnt="0"/>
      <dgm:spPr/>
    </dgm:pt>
    <dgm:pt modelId="{9FBF7C56-FE9D-46A5-B5AB-B538559706BF}" type="pres">
      <dgm:prSet presAssocID="{58FC92FD-B776-4AD7-A7A0-6DA4DDDED2E9}" presName="BackAccent" presStyleLbl="bgShp" presStyleIdx="0" presStyleCnt="4"/>
      <dgm:spPr/>
    </dgm:pt>
    <dgm:pt modelId="{DC77BB4E-7FC6-467F-A4C0-54790538807C}" type="pres">
      <dgm:prSet presAssocID="{58FC92FD-B776-4AD7-A7A0-6DA4DDDED2E9}" presName="Accent" presStyleLbl="alignNode1" presStyleIdx="0" presStyleCnt="4"/>
      <dgm:spPr/>
    </dgm:pt>
    <dgm:pt modelId="{D49311BB-0AE6-4C7F-AF42-3BC0DC4B0F8A}" type="pres">
      <dgm:prSet presAssocID="{58FC92FD-B776-4AD7-A7A0-6DA4DDDED2E9}" presName="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E9FC0C41-0953-428F-B0DF-3AE375A86377}" type="pres">
      <dgm:prSet presAssocID="{58FC92FD-B776-4AD7-A7A0-6DA4DDDED2E9}" presName="Parent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B83E075B-042F-45F5-8CA2-3BB4A9A769D3}" type="pres">
      <dgm:prSet presAssocID="{EF1F7AC8-B7FF-45B1-BDBC-B85280153A7B}" presName="sibTrans" presStyleCnt="0"/>
      <dgm:spPr/>
    </dgm:pt>
    <dgm:pt modelId="{82F02561-CC50-490A-B238-9B8DA2753785}" type="pres">
      <dgm:prSet presAssocID="{37749F77-14A9-414B-94F4-F8F060EC2C08}" presName="composite" presStyleCnt="0"/>
      <dgm:spPr/>
    </dgm:pt>
    <dgm:pt modelId="{BA6C01C7-2F36-4DB0-AA0B-09A791489EA4}" type="pres">
      <dgm:prSet presAssocID="{37749F77-14A9-414B-94F4-F8F060EC2C08}" presName="BackAccent" presStyleLbl="bgShp" presStyleIdx="1" presStyleCnt="4"/>
      <dgm:spPr/>
    </dgm:pt>
    <dgm:pt modelId="{0D88AA84-2592-4C1F-8003-DF4642ABD5C7}" type="pres">
      <dgm:prSet presAssocID="{37749F77-14A9-414B-94F4-F8F060EC2C08}" presName="Accent" presStyleLbl="alignNode1" presStyleIdx="1" presStyleCnt="4"/>
      <dgm:spPr/>
    </dgm:pt>
    <dgm:pt modelId="{ECCE0EFF-210D-4CBD-9E7F-C19B2D5D84FD}" type="pres">
      <dgm:prSet presAssocID="{37749F77-14A9-414B-94F4-F8F060EC2C08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AFF67143-4EFF-4C18-AD45-4247B739D041}" type="pres">
      <dgm:prSet presAssocID="{37749F77-14A9-414B-94F4-F8F060EC2C08}" presName="Parent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7200A6E4-39AF-46E4-9CE2-AC9258914A53}" type="pres">
      <dgm:prSet presAssocID="{62FB53C5-81FC-4ADA-ADB9-D903EF87D5CF}" presName="sibTrans" presStyleCnt="0"/>
      <dgm:spPr/>
    </dgm:pt>
    <dgm:pt modelId="{E0F6F397-F975-4953-9440-3F0E25019E8F}" type="pres">
      <dgm:prSet presAssocID="{96B7C119-92E0-4202-9BD8-63C489FDCF5B}" presName="composite" presStyleCnt="0"/>
      <dgm:spPr/>
    </dgm:pt>
    <dgm:pt modelId="{8F76D810-43A6-4395-BD8F-15FDE5021F31}" type="pres">
      <dgm:prSet presAssocID="{96B7C119-92E0-4202-9BD8-63C489FDCF5B}" presName="BackAccent" presStyleLbl="bgShp" presStyleIdx="2" presStyleCnt="4"/>
      <dgm:spPr/>
    </dgm:pt>
    <dgm:pt modelId="{FC257D74-524C-4B62-A289-4E69976C5AD8}" type="pres">
      <dgm:prSet presAssocID="{96B7C119-92E0-4202-9BD8-63C489FDCF5B}" presName="Accent" presStyleLbl="alignNode1" presStyleIdx="2" presStyleCnt="4"/>
      <dgm:spPr/>
    </dgm:pt>
    <dgm:pt modelId="{883A4857-C9A2-4871-8CC5-4BE3BDE87D68}" type="pres">
      <dgm:prSet presAssocID="{96B7C119-92E0-4202-9BD8-63C489FDCF5B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0DD52D2B-D72F-435D-AD3D-5A51C67D6A6E}" type="pres">
      <dgm:prSet presAssocID="{96B7C119-92E0-4202-9BD8-63C489FDCF5B}" presName="Parent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026B522C-E449-4152-9661-4969203CED70}" type="pres">
      <dgm:prSet presAssocID="{C364CCFB-099C-4AE2-AD6C-A0D92295FB70}" presName="sibTrans" presStyleCnt="0"/>
      <dgm:spPr/>
    </dgm:pt>
    <dgm:pt modelId="{F3F7B081-7046-430B-AC8A-2EC439A7883C}" type="pres">
      <dgm:prSet presAssocID="{38C285C8-CCB4-4BE8-8B91-39FD5BEE1A95}" presName="composite" presStyleCnt="0"/>
      <dgm:spPr/>
    </dgm:pt>
    <dgm:pt modelId="{B4B4947B-6EAB-4114-807E-BEC53BE9DE81}" type="pres">
      <dgm:prSet presAssocID="{38C285C8-CCB4-4BE8-8B91-39FD5BEE1A95}" presName="BackAccent" presStyleLbl="bgShp" presStyleIdx="3" presStyleCnt="4"/>
      <dgm:spPr/>
    </dgm:pt>
    <dgm:pt modelId="{1CCDCDF5-29DD-486F-84F2-96F1BC2FD1C8}" type="pres">
      <dgm:prSet presAssocID="{38C285C8-CCB4-4BE8-8B91-39FD5BEE1A95}" presName="Accent" presStyleLbl="alignNode1" presStyleIdx="3" presStyleCnt="4"/>
      <dgm:spPr/>
    </dgm:pt>
    <dgm:pt modelId="{725C740C-6041-40E9-A77A-EF533F889CCD}" type="pres">
      <dgm:prSet presAssocID="{38C285C8-CCB4-4BE8-8B91-39FD5BEE1A95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40C34618-8795-4715-B96B-CFFCA2FFF58F}" type="pres">
      <dgm:prSet presAssocID="{38C285C8-CCB4-4BE8-8B91-39FD5BEE1A95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BA602908-1341-499C-80ED-A7A394D29CBF}" srcId="{96B7C119-92E0-4202-9BD8-63C489FDCF5B}" destId="{E647A645-1C1A-40A0-84E3-1572B68678F2}" srcOrd="0" destOrd="0" parTransId="{52EC7994-46E2-4EF5-8827-DB8CD8CC163F}" sibTransId="{8FD9EAFF-1B13-4483-9DA5-81E4687D30E9}"/>
    <dgm:cxn modelId="{DAB6B815-1C63-4FCB-BCAE-C20106BC0A01}" type="presOf" srcId="{96B7C119-92E0-4202-9BD8-63C489FDCF5B}" destId="{0DD52D2B-D72F-435D-AD3D-5A51C67D6A6E}" srcOrd="0" destOrd="0" presId="urn:microsoft.com/office/officeart/2008/layout/IncreasingCircleProcess"/>
    <dgm:cxn modelId="{F5F68E18-D5E1-4141-870F-41A7F7FD41FC}" srcId="{37749F77-14A9-414B-94F4-F8F060EC2C08}" destId="{2D7B1166-4367-4FFC-A4F5-ED9AC1E210AC}" srcOrd="0" destOrd="0" parTransId="{6944F6D5-D441-4F9D-A1A4-7F66FC3E1F92}" sibTransId="{1B45999E-C9C1-4997-BE60-99F63778A045}"/>
    <dgm:cxn modelId="{CD27A322-A26D-4CAF-93F5-7D6AE94EE4CA}" type="presOf" srcId="{58FC92FD-B776-4AD7-A7A0-6DA4DDDED2E9}" destId="{E9FC0C41-0953-428F-B0DF-3AE375A86377}" srcOrd="0" destOrd="0" presId="urn:microsoft.com/office/officeart/2008/layout/IncreasingCircleProcess"/>
    <dgm:cxn modelId="{00FD9425-4AD8-40F1-87DE-F3E5D52682D1}" srcId="{9BA9CFA7-823E-40E3-9656-B5008AEBE6FA}" destId="{96B7C119-92E0-4202-9BD8-63C489FDCF5B}" srcOrd="2" destOrd="0" parTransId="{B88D6B61-97CF-4240-B9E9-6104A33FBEFE}" sibTransId="{C364CCFB-099C-4AE2-AD6C-A0D92295FB70}"/>
    <dgm:cxn modelId="{C2E2FC25-649B-4425-955A-02697A83DE69}" type="presOf" srcId="{38C285C8-CCB4-4BE8-8B91-39FD5BEE1A95}" destId="{40C34618-8795-4715-B96B-CFFCA2FFF58F}" srcOrd="0" destOrd="0" presId="urn:microsoft.com/office/officeart/2008/layout/IncreasingCircleProcess"/>
    <dgm:cxn modelId="{4EB1075F-3825-402E-B212-374BF61A80D6}" srcId="{9BA9CFA7-823E-40E3-9656-B5008AEBE6FA}" destId="{38C285C8-CCB4-4BE8-8B91-39FD5BEE1A95}" srcOrd="3" destOrd="0" parTransId="{AE08E2D4-CF36-4086-97E3-78507A3AC3E1}" sibTransId="{DF5F3B62-0B33-42AF-9643-A2650DF0BFB0}"/>
    <dgm:cxn modelId="{E23C7244-E6E7-49F3-836E-C333F47C0E12}" srcId="{9BA9CFA7-823E-40E3-9656-B5008AEBE6FA}" destId="{37749F77-14A9-414B-94F4-F8F060EC2C08}" srcOrd="1" destOrd="0" parTransId="{2E8BAC3E-68A5-476A-8DA6-E5809337CD3F}" sibTransId="{62FB53C5-81FC-4ADA-ADB9-D903EF87D5CF}"/>
    <dgm:cxn modelId="{3D270065-9055-4C51-949D-EC8799217735}" srcId="{58FC92FD-B776-4AD7-A7A0-6DA4DDDED2E9}" destId="{36938BA4-4590-4256-B756-2BF132A95D05}" srcOrd="0" destOrd="0" parTransId="{3175C238-87BB-46BE-854F-06E42215EC53}" sibTransId="{6638DBCF-284B-408F-B446-57148D90BE7D}"/>
    <dgm:cxn modelId="{15588078-0BF9-4494-99BE-D8BDE39C4C1A}" type="presOf" srcId="{36938BA4-4590-4256-B756-2BF132A95D05}" destId="{D49311BB-0AE6-4C7F-AF42-3BC0DC4B0F8A}" srcOrd="0" destOrd="0" presId="urn:microsoft.com/office/officeart/2008/layout/IncreasingCircleProcess"/>
    <dgm:cxn modelId="{9E2D497B-E6EE-47E6-AABC-56539FDE7546}" type="presOf" srcId="{E647A645-1C1A-40A0-84E3-1572B68678F2}" destId="{883A4857-C9A2-4871-8CC5-4BE3BDE87D68}" srcOrd="0" destOrd="0" presId="urn:microsoft.com/office/officeart/2008/layout/IncreasingCircleProcess"/>
    <dgm:cxn modelId="{E6F14A95-CFA5-4C08-8661-3657AFCF16E1}" type="presOf" srcId="{70205672-E060-46C7-94F0-6F1EC98E8273}" destId="{725C740C-6041-40E9-A77A-EF533F889CCD}" srcOrd="0" destOrd="0" presId="urn:microsoft.com/office/officeart/2008/layout/IncreasingCircleProcess"/>
    <dgm:cxn modelId="{CA848B9D-D011-4974-8097-97B045565561}" srcId="{38C285C8-CCB4-4BE8-8B91-39FD5BEE1A95}" destId="{70205672-E060-46C7-94F0-6F1EC98E8273}" srcOrd="0" destOrd="0" parTransId="{D6DF8502-C378-46E9-99FC-25F71EBC145A}" sibTransId="{E21D40B0-EFA7-4EAF-8142-F9F7AB6E5567}"/>
    <dgm:cxn modelId="{28E1BDBF-0943-492E-AD6F-73B4A08EEB04}" type="presOf" srcId="{37749F77-14A9-414B-94F4-F8F060EC2C08}" destId="{AFF67143-4EFF-4C18-AD45-4247B739D041}" srcOrd="0" destOrd="0" presId="urn:microsoft.com/office/officeart/2008/layout/IncreasingCircleProcess"/>
    <dgm:cxn modelId="{B159B1CD-DDEE-4DB5-8A0E-EA853CD8F0ED}" srcId="{9BA9CFA7-823E-40E3-9656-B5008AEBE6FA}" destId="{58FC92FD-B776-4AD7-A7A0-6DA4DDDED2E9}" srcOrd="0" destOrd="0" parTransId="{686B1543-62E8-4B87-BC89-65464AD9F340}" sibTransId="{EF1F7AC8-B7FF-45B1-BDBC-B85280153A7B}"/>
    <dgm:cxn modelId="{7215D9F1-F154-48C2-A8D5-11B40DD383B8}" type="presOf" srcId="{9BA9CFA7-823E-40E3-9656-B5008AEBE6FA}" destId="{106D8402-4319-4DAD-9C84-D9F7FFFB6F35}" srcOrd="0" destOrd="0" presId="urn:microsoft.com/office/officeart/2008/layout/IncreasingCircleProcess"/>
    <dgm:cxn modelId="{3BC042F8-F84D-42A6-8F84-45052AD72CDC}" type="presOf" srcId="{2D7B1166-4367-4FFC-A4F5-ED9AC1E210AC}" destId="{ECCE0EFF-210D-4CBD-9E7F-C19B2D5D84FD}" srcOrd="0" destOrd="0" presId="urn:microsoft.com/office/officeart/2008/layout/IncreasingCircleProcess"/>
    <dgm:cxn modelId="{A5A3DF44-68FA-471B-9D9E-D995F3184161}" type="presParOf" srcId="{106D8402-4319-4DAD-9C84-D9F7FFFB6F35}" destId="{413C0D05-764A-46B5-B074-130F22312230}" srcOrd="0" destOrd="0" presId="urn:microsoft.com/office/officeart/2008/layout/IncreasingCircleProcess"/>
    <dgm:cxn modelId="{71DD5619-A3C1-4DC4-A8E4-FA7EABCE29D3}" type="presParOf" srcId="{413C0D05-764A-46B5-B074-130F22312230}" destId="{9FBF7C56-FE9D-46A5-B5AB-B538559706BF}" srcOrd="0" destOrd="0" presId="urn:microsoft.com/office/officeart/2008/layout/IncreasingCircleProcess"/>
    <dgm:cxn modelId="{5E53364A-7F5B-465C-BB66-5AB14B3E3C17}" type="presParOf" srcId="{413C0D05-764A-46B5-B074-130F22312230}" destId="{DC77BB4E-7FC6-467F-A4C0-54790538807C}" srcOrd="1" destOrd="0" presId="urn:microsoft.com/office/officeart/2008/layout/IncreasingCircleProcess"/>
    <dgm:cxn modelId="{0EDFF30E-AE10-417A-9761-1A181184D4E7}" type="presParOf" srcId="{413C0D05-764A-46B5-B074-130F22312230}" destId="{D49311BB-0AE6-4C7F-AF42-3BC0DC4B0F8A}" srcOrd="2" destOrd="0" presId="urn:microsoft.com/office/officeart/2008/layout/IncreasingCircleProcess"/>
    <dgm:cxn modelId="{AB7735E2-BC65-4CA8-BF1C-80ED59AFA2B0}" type="presParOf" srcId="{413C0D05-764A-46B5-B074-130F22312230}" destId="{E9FC0C41-0953-428F-B0DF-3AE375A86377}" srcOrd="3" destOrd="0" presId="urn:microsoft.com/office/officeart/2008/layout/IncreasingCircleProcess"/>
    <dgm:cxn modelId="{52CEAAF1-B2FD-4BC4-A613-E21BF055601B}" type="presParOf" srcId="{106D8402-4319-4DAD-9C84-D9F7FFFB6F35}" destId="{B83E075B-042F-45F5-8CA2-3BB4A9A769D3}" srcOrd="1" destOrd="0" presId="urn:microsoft.com/office/officeart/2008/layout/IncreasingCircleProcess"/>
    <dgm:cxn modelId="{71DB06DA-207B-4FED-8E57-9C4C2DF29EB6}" type="presParOf" srcId="{106D8402-4319-4DAD-9C84-D9F7FFFB6F35}" destId="{82F02561-CC50-490A-B238-9B8DA2753785}" srcOrd="2" destOrd="0" presId="urn:microsoft.com/office/officeart/2008/layout/IncreasingCircleProcess"/>
    <dgm:cxn modelId="{98059D4E-D6FC-49F0-9376-E196AE3A5002}" type="presParOf" srcId="{82F02561-CC50-490A-B238-9B8DA2753785}" destId="{BA6C01C7-2F36-4DB0-AA0B-09A791489EA4}" srcOrd="0" destOrd="0" presId="urn:microsoft.com/office/officeart/2008/layout/IncreasingCircleProcess"/>
    <dgm:cxn modelId="{251B4D8A-EA9C-485E-831A-B8C2B82068FD}" type="presParOf" srcId="{82F02561-CC50-490A-B238-9B8DA2753785}" destId="{0D88AA84-2592-4C1F-8003-DF4642ABD5C7}" srcOrd="1" destOrd="0" presId="urn:microsoft.com/office/officeart/2008/layout/IncreasingCircleProcess"/>
    <dgm:cxn modelId="{4819FC26-E520-4CD5-8781-360BE2E04C9B}" type="presParOf" srcId="{82F02561-CC50-490A-B238-9B8DA2753785}" destId="{ECCE0EFF-210D-4CBD-9E7F-C19B2D5D84FD}" srcOrd="2" destOrd="0" presId="urn:microsoft.com/office/officeart/2008/layout/IncreasingCircleProcess"/>
    <dgm:cxn modelId="{041F31F2-9768-4D81-B30C-43721A7B1F69}" type="presParOf" srcId="{82F02561-CC50-490A-B238-9B8DA2753785}" destId="{AFF67143-4EFF-4C18-AD45-4247B739D041}" srcOrd="3" destOrd="0" presId="urn:microsoft.com/office/officeart/2008/layout/IncreasingCircleProcess"/>
    <dgm:cxn modelId="{05402388-FF1F-4F7C-A1EC-6FCF3A78EE69}" type="presParOf" srcId="{106D8402-4319-4DAD-9C84-D9F7FFFB6F35}" destId="{7200A6E4-39AF-46E4-9CE2-AC9258914A53}" srcOrd="3" destOrd="0" presId="urn:microsoft.com/office/officeart/2008/layout/IncreasingCircleProcess"/>
    <dgm:cxn modelId="{25250070-C9EF-46E2-8112-1D97D6844475}" type="presParOf" srcId="{106D8402-4319-4DAD-9C84-D9F7FFFB6F35}" destId="{E0F6F397-F975-4953-9440-3F0E25019E8F}" srcOrd="4" destOrd="0" presId="urn:microsoft.com/office/officeart/2008/layout/IncreasingCircleProcess"/>
    <dgm:cxn modelId="{4420A5C5-59FB-48B5-907E-3117E12F8F30}" type="presParOf" srcId="{E0F6F397-F975-4953-9440-3F0E25019E8F}" destId="{8F76D810-43A6-4395-BD8F-15FDE5021F31}" srcOrd="0" destOrd="0" presId="urn:microsoft.com/office/officeart/2008/layout/IncreasingCircleProcess"/>
    <dgm:cxn modelId="{428E781D-D1F7-49C2-A5F1-E3ECA7F07768}" type="presParOf" srcId="{E0F6F397-F975-4953-9440-3F0E25019E8F}" destId="{FC257D74-524C-4B62-A289-4E69976C5AD8}" srcOrd="1" destOrd="0" presId="urn:microsoft.com/office/officeart/2008/layout/IncreasingCircleProcess"/>
    <dgm:cxn modelId="{EAF8E29D-B1A8-48B2-8294-006A99D2D84F}" type="presParOf" srcId="{E0F6F397-F975-4953-9440-3F0E25019E8F}" destId="{883A4857-C9A2-4871-8CC5-4BE3BDE87D68}" srcOrd="2" destOrd="0" presId="urn:microsoft.com/office/officeart/2008/layout/IncreasingCircleProcess"/>
    <dgm:cxn modelId="{E3EB6497-27AD-45D3-97AA-68A14DDB9D77}" type="presParOf" srcId="{E0F6F397-F975-4953-9440-3F0E25019E8F}" destId="{0DD52D2B-D72F-435D-AD3D-5A51C67D6A6E}" srcOrd="3" destOrd="0" presId="urn:microsoft.com/office/officeart/2008/layout/IncreasingCircleProcess"/>
    <dgm:cxn modelId="{C70CEF17-E0CC-4241-ABAD-EC00A114646A}" type="presParOf" srcId="{106D8402-4319-4DAD-9C84-D9F7FFFB6F35}" destId="{026B522C-E449-4152-9661-4969203CED70}" srcOrd="5" destOrd="0" presId="urn:microsoft.com/office/officeart/2008/layout/IncreasingCircleProcess"/>
    <dgm:cxn modelId="{8430F790-E052-463D-BBA7-334699022955}" type="presParOf" srcId="{106D8402-4319-4DAD-9C84-D9F7FFFB6F35}" destId="{F3F7B081-7046-430B-AC8A-2EC439A7883C}" srcOrd="6" destOrd="0" presId="urn:microsoft.com/office/officeart/2008/layout/IncreasingCircleProcess"/>
    <dgm:cxn modelId="{5C9DE76A-74AC-4AB6-A1A3-06D1839B8C47}" type="presParOf" srcId="{F3F7B081-7046-430B-AC8A-2EC439A7883C}" destId="{B4B4947B-6EAB-4114-807E-BEC53BE9DE81}" srcOrd="0" destOrd="0" presId="urn:microsoft.com/office/officeart/2008/layout/IncreasingCircleProcess"/>
    <dgm:cxn modelId="{4EDF3B41-10A7-4581-889B-E966041883F7}" type="presParOf" srcId="{F3F7B081-7046-430B-AC8A-2EC439A7883C}" destId="{1CCDCDF5-29DD-486F-84F2-96F1BC2FD1C8}" srcOrd="1" destOrd="0" presId="urn:microsoft.com/office/officeart/2008/layout/IncreasingCircleProcess"/>
    <dgm:cxn modelId="{17BE73DA-93B6-4066-A303-0D03E13039C5}" type="presParOf" srcId="{F3F7B081-7046-430B-AC8A-2EC439A7883C}" destId="{725C740C-6041-40E9-A77A-EF533F889CCD}" srcOrd="2" destOrd="0" presId="urn:microsoft.com/office/officeart/2008/layout/IncreasingCircleProcess"/>
    <dgm:cxn modelId="{4DF9D0D0-A9A9-4B28-BB88-DCFD0B1EB0D7}" type="presParOf" srcId="{F3F7B081-7046-430B-AC8A-2EC439A7883C}" destId="{40C34618-8795-4715-B96B-CFFCA2FFF58F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A9289D-3824-479D-8C29-DD979757A225}" type="doc">
      <dgm:prSet loTypeId="urn:microsoft.com/office/officeart/2008/layout/IncreasingCircleProcess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B0BB71C-5C2E-4C22-8920-4E2C8785DA61}">
      <dgm:prSet phldrT="[Text]"/>
      <dgm:spPr/>
      <dgm:t>
        <a:bodyPr/>
        <a:lstStyle/>
        <a:p>
          <a:r>
            <a:rPr lang="en-IN" b="1"/>
            <a:t>Private</a:t>
          </a:r>
          <a:endParaRPr lang="en-IN" dirty="0"/>
        </a:p>
      </dgm:t>
    </dgm:pt>
    <dgm:pt modelId="{28635F3D-CD60-4E5F-8084-2D76C0E51D8E}" type="parTrans" cxnId="{CF658155-5F0D-4ABD-A3C0-981FA398F5BE}">
      <dgm:prSet/>
      <dgm:spPr/>
      <dgm:t>
        <a:bodyPr/>
        <a:lstStyle/>
        <a:p>
          <a:endParaRPr lang="en-IN"/>
        </a:p>
      </dgm:t>
    </dgm:pt>
    <dgm:pt modelId="{AC2F661E-C26C-4400-BC56-ED6CE4CC5CE5}" type="sibTrans" cxnId="{CF658155-5F0D-4ABD-A3C0-981FA398F5BE}">
      <dgm:prSet/>
      <dgm:spPr/>
      <dgm:t>
        <a:bodyPr/>
        <a:lstStyle/>
        <a:p>
          <a:endParaRPr lang="en-IN"/>
        </a:p>
      </dgm:t>
    </dgm:pt>
    <dgm:pt modelId="{C35CF088-C6FD-424C-AE28-A9BEA09B45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Accessible directly within member functions of the class.</a:t>
          </a:r>
        </a:p>
      </dgm:t>
    </dgm:pt>
    <dgm:pt modelId="{CA91E5C9-C8D2-478C-9C6F-86BF7882076E}" type="parTrans" cxnId="{AE8694FA-DD4A-4A3F-91F8-00FCDE3B3F7A}">
      <dgm:prSet/>
      <dgm:spPr/>
      <dgm:t>
        <a:bodyPr/>
        <a:lstStyle/>
        <a:p>
          <a:endParaRPr lang="en-IN"/>
        </a:p>
      </dgm:t>
    </dgm:pt>
    <dgm:pt modelId="{65058CE1-8770-47C7-9AF4-7581C835538D}" type="sibTrans" cxnId="{AE8694FA-DD4A-4A3F-91F8-00FCDE3B3F7A}">
      <dgm:prSet/>
      <dgm:spPr/>
      <dgm:t>
        <a:bodyPr/>
        <a:lstStyle/>
        <a:p>
          <a:endParaRPr lang="en-IN"/>
        </a:p>
      </dgm:t>
    </dgm:pt>
    <dgm:pt modelId="{416E9DEF-C9FC-46B6-A41E-EB84D7B8C6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For other objects, accessed via object name and dot operator.</a:t>
          </a:r>
        </a:p>
      </dgm:t>
    </dgm:pt>
    <dgm:pt modelId="{69C06429-9C27-4288-9062-3696D802BE49}" type="parTrans" cxnId="{46DAAA70-3561-4C22-A61D-0E84E00F3EFC}">
      <dgm:prSet/>
      <dgm:spPr/>
      <dgm:t>
        <a:bodyPr/>
        <a:lstStyle/>
        <a:p>
          <a:endParaRPr lang="en-IN"/>
        </a:p>
      </dgm:t>
    </dgm:pt>
    <dgm:pt modelId="{54B00DB8-103B-453F-850C-5469F4BF6D03}" type="sibTrans" cxnId="{46DAAA70-3561-4C22-A61D-0E84E00F3EFC}">
      <dgm:prSet/>
      <dgm:spPr/>
      <dgm:t>
        <a:bodyPr/>
        <a:lstStyle/>
        <a:p>
          <a:endParaRPr lang="en-IN"/>
        </a:p>
      </dgm:t>
    </dgm:pt>
    <dgm:pt modelId="{1A6C35FF-CB9A-4F00-98B0-D93AF457A57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Not accessible in non-member functions; access only via public methods.</a:t>
          </a:r>
        </a:p>
      </dgm:t>
    </dgm:pt>
    <dgm:pt modelId="{D23F0C25-AD48-4580-A3DE-606F5AF146F8}" type="parTrans" cxnId="{FE025389-8480-449F-AF88-5D7D206371DA}">
      <dgm:prSet/>
      <dgm:spPr/>
      <dgm:t>
        <a:bodyPr/>
        <a:lstStyle/>
        <a:p>
          <a:endParaRPr lang="en-IN"/>
        </a:p>
      </dgm:t>
    </dgm:pt>
    <dgm:pt modelId="{6C4C080C-032B-4CE8-AF04-416F6A821DB4}" type="sibTrans" cxnId="{FE025389-8480-449F-AF88-5D7D206371DA}">
      <dgm:prSet/>
      <dgm:spPr/>
      <dgm:t>
        <a:bodyPr/>
        <a:lstStyle/>
        <a:p>
          <a:endParaRPr lang="en-IN"/>
        </a:p>
      </dgm:t>
    </dgm:pt>
    <dgm:pt modelId="{F512CEF4-6C5F-4B83-97CB-C89832C8CBFB}">
      <dgm:prSet/>
      <dgm:spPr/>
      <dgm:t>
        <a:bodyPr/>
        <a:lstStyle/>
        <a:p>
          <a:r>
            <a:rPr lang="en-IN" b="1"/>
            <a:t>Public</a:t>
          </a:r>
        </a:p>
      </dgm:t>
    </dgm:pt>
    <dgm:pt modelId="{2D67E97E-E7CA-4C9F-A50F-A9882C13631E}" type="parTrans" cxnId="{6D45913F-444E-4E1E-93B9-2E84A7F84CA6}">
      <dgm:prSet/>
      <dgm:spPr/>
      <dgm:t>
        <a:bodyPr/>
        <a:lstStyle/>
        <a:p>
          <a:endParaRPr lang="en-IN"/>
        </a:p>
      </dgm:t>
    </dgm:pt>
    <dgm:pt modelId="{BE8819D9-9960-4335-86A9-14452E7E5E17}" type="sibTrans" cxnId="{6D45913F-444E-4E1E-93B9-2E84A7F84CA6}">
      <dgm:prSet/>
      <dgm:spPr/>
      <dgm:t>
        <a:bodyPr/>
        <a:lstStyle/>
        <a:p>
          <a:endParaRPr lang="en-IN"/>
        </a:p>
      </dgm:t>
    </dgm:pt>
    <dgm:pt modelId="{E3BA3613-4099-4200-8650-3D6996AEE61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Directly accessible outside the class using object name.</a:t>
          </a:r>
        </a:p>
      </dgm:t>
    </dgm:pt>
    <dgm:pt modelId="{F761C28F-844A-432E-9365-32B2A8347218}" type="parTrans" cxnId="{FFC5D91F-6218-4F77-8E90-104A92B91B13}">
      <dgm:prSet/>
      <dgm:spPr/>
      <dgm:t>
        <a:bodyPr/>
        <a:lstStyle/>
        <a:p>
          <a:endParaRPr lang="en-IN"/>
        </a:p>
      </dgm:t>
    </dgm:pt>
    <dgm:pt modelId="{8308B92F-94F1-4661-97C2-82EA0F6EBB86}" type="sibTrans" cxnId="{FFC5D91F-6218-4F77-8E90-104A92B91B13}">
      <dgm:prSet/>
      <dgm:spPr/>
      <dgm:t>
        <a:bodyPr/>
        <a:lstStyle/>
        <a:p>
          <a:endParaRPr lang="en-IN"/>
        </a:p>
      </dgm:t>
    </dgm:pt>
    <dgm:pt modelId="{CC59E0D8-B03B-4EE5-B1B1-F39041EA05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Internally accessed in any class function like regular variables.</a:t>
          </a:r>
        </a:p>
      </dgm:t>
    </dgm:pt>
    <dgm:pt modelId="{6E74B493-D751-4834-8CF0-DE57D9448581}" type="parTrans" cxnId="{B419CB2C-2E53-4CBF-A86A-25C2960BCD1E}">
      <dgm:prSet/>
      <dgm:spPr/>
      <dgm:t>
        <a:bodyPr/>
        <a:lstStyle/>
        <a:p>
          <a:endParaRPr lang="en-IN"/>
        </a:p>
      </dgm:t>
    </dgm:pt>
    <dgm:pt modelId="{6A87078E-3C17-4F57-A3E9-4A07D02EBBB6}" type="sibTrans" cxnId="{B419CB2C-2E53-4CBF-A86A-25C2960BCD1E}">
      <dgm:prSet/>
      <dgm:spPr/>
      <dgm:t>
        <a:bodyPr/>
        <a:lstStyle/>
        <a:p>
          <a:endParaRPr lang="en-IN"/>
        </a:p>
      </dgm:t>
    </dgm:pt>
    <dgm:pt modelId="{F3CB288B-3BBD-4170-91D6-EBEF6A18B573}">
      <dgm:prSet/>
      <dgm:spPr/>
      <dgm:t>
        <a:bodyPr/>
        <a:lstStyle/>
        <a:p>
          <a:r>
            <a:rPr lang="en-IN" b="1"/>
            <a:t>Protected</a:t>
          </a:r>
        </a:p>
      </dgm:t>
    </dgm:pt>
    <dgm:pt modelId="{FA3D945A-EDC7-46FC-874E-7BC7CAD9978F}" type="parTrans" cxnId="{20CEB311-29B7-414B-8895-4F0D75CCDEC1}">
      <dgm:prSet/>
      <dgm:spPr/>
      <dgm:t>
        <a:bodyPr/>
        <a:lstStyle/>
        <a:p>
          <a:endParaRPr lang="en-IN"/>
        </a:p>
      </dgm:t>
    </dgm:pt>
    <dgm:pt modelId="{BE8E2D3A-2BD5-488E-8930-71EF5FA696C6}" type="sibTrans" cxnId="{20CEB311-29B7-414B-8895-4F0D75CCDEC1}">
      <dgm:prSet/>
      <dgm:spPr/>
      <dgm:t>
        <a:bodyPr/>
        <a:lstStyle/>
        <a:p>
          <a:endParaRPr lang="en-IN"/>
        </a:p>
      </dgm:t>
    </dgm:pt>
    <dgm:pt modelId="{0A96E8B5-050E-41DC-A874-5FBEAC16EF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Accessible within member functions using object or directly.</a:t>
          </a:r>
        </a:p>
      </dgm:t>
    </dgm:pt>
    <dgm:pt modelId="{81CA57D9-4A60-4011-8E2C-68306825C903}" type="parTrans" cxnId="{96E4FC75-6302-4F5B-82DC-4C557299BFD9}">
      <dgm:prSet/>
      <dgm:spPr/>
      <dgm:t>
        <a:bodyPr/>
        <a:lstStyle/>
        <a:p>
          <a:endParaRPr lang="en-IN"/>
        </a:p>
      </dgm:t>
    </dgm:pt>
    <dgm:pt modelId="{0140FC11-3ABD-4AA8-B5D5-70C801086C8D}" type="sibTrans" cxnId="{96E4FC75-6302-4F5B-82DC-4C557299BFD9}">
      <dgm:prSet/>
      <dgm:spPr/>
      <dgm:t>
        <a:bodyPr/>
        <a:lstStyle/>
        <a:p>
          <a:endParaRPr lang="en-IN"/>
        </a:p>
      </dgm:t>
    </dgm:pt>
    <dgm:pt modelId="{9588A608-367D-41B0-8F8B-372DE3B758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Indirect access in non-member functions via class member functions.</a:t>
          </a:r>
        </a:p>
      </dgm:t>
    </dgm:pt>
    <dgm:pt modelId="{629F3B2B-1AE0-4C9A-AEF3-1CBE72B77C90}" type="parTrans" cxnId="{475BD3FA-2339-44B9-AD20-F5B0CFB89C7A}">
      <dgm:prSet/>
      <dgm:spPr/>
      <dgm:t>
        <a:bodyPr/>
        <a:lstStyle/>
        <a:p>
          <a:endParaRPr lang="en-IN"/>
        </a:p>
      </dgm:t>
    </dgm:pt>
    <dgm:pt modelId="{05901893-1D5E-4BAA-B722-6890EE1434E5}" type="sibTrans" cxnId="{475BD3FA-2339-44B9-AD20-F5B0CFB89C7A}">
      <dgm:prSet/>
      <dgm:spPr/>
      <dgm:t>
        <a:bodyPr/>
        <a:lstStyle/>
        <a:p>
          <a:endParaRPr lang="en-IN"/>
        </a:p>
      </dgm:t>
    </dgm:pt>
    <dgm:pt modelId="{635447C5-071D-456C-A8D4-9DC5347E2F5F}" type="pres">
      <dgm:prSet presAssocID="{4DA9289D-3824-479D-8C29-DD979757A22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B788006C-048C-449A-B420-4195956EBBD9}" type="pres">
      <dgm:prSet presAssocID="{EB0BB71C-5C2E-4C22-8920-4E2C8785DA61}" presName="composite" presStyleCnt="0"/>
      <dgm:spPr/>
    </dgm:pt>
    <dgm:pt modelId="{24A57114-A8EE-4151-B6A8-5187BAF79025}" type="pres">
      <dgm:prSet presAssocID="{EB0BB71C-5C2E-4C22-8920-4E2C8785DA61}" presName="BackAccent" presStyleLbl="bgShp" presStyleIdx="0" presStyleCnt="3"/>
      <dgm:spPr/>
    </dgm:pt>
    <dgm:pt modelId="{37C54318-C76A-42C5-BF86-728AF101049E}" type="pres">
      <dgm:prSet presAssocID="{EB0BB71C-5C2E-4C22-8920-4E2C8785DA61}" presName="Accent" presStyleLbl="alignNode1" presStyleIdx="0" presStyleCnt="3"/>
      <dgm:spPr/>
    </dgm:pt>
    <dgm:pt modelId="{7B4D0013-AD91-481A-AD32-BE3DB9BCC497}" type="pres">
      <dgm:prSet presAssocID="{EB0BB71C-5C2E-4C22-8920-4E2C8785DA61}" presName="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B55CE08B-DD68-48BA-A581-68509785B456}" type="pres">
      <dgm:prSet presAssocID="{EB0BB71C-5C2E-4C22-8920-4E2C8785DA61}" presName="Parent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9C3BAE5D-E333-4991-B26A-93246FD0BE00}" type="pres">
      <dgm:prSet presAssocID="{AC2F661E-C26C-4400-BC56-ED6CE4CC5CE5}" presName="sibTrans" presStyleCnt="0"/>
      <dgm:spPr/>
    </dgm:pt>
    <dgm:pt modelId="{8EEC2632-3F1F-47FB-9347-D6F864340D31}" type="pres">
      <dgm:prSet presAssocID="{F512CEF4-6C5F-4B83-97CB-C89832C8CBFB}" presName="composite" presStyleCnt="0"/>
      <dgm:spPr/>
    </dgm:pt>
    <dgm:pt modelId="{93E863C3-1905-4148-AA23-A61CC50E19E4}" type="pres">
      <dgm:prSet presAssocID="{F512CEF4-6C5F-4B83-97CB-C89832C8CBFB}" presName="BackAccent" presStyleLbl="bgShp" presStyleIdx="1" presStyleCnt="3"/>
      <dgm:spPr/>
    </dgm:pt>
    <dgm:pt modelId="{A21C38E7-C267-43F2-9D27-D3B74CCFC576}" type="pres">
      <dgm:prSet presAssocID="{F512CEF4-6C5F-4B83-97CB-C89832C8CBFB}" presName="Accent" presStyleLbl="alignNode1" presStyleIdx="1" presStyleCnt="3"/>
      <dgm:spPr/>
    </dgm:pt>
    <dgm:pt modelId="{1AC9D776-83B2-4C63-A6C3-AAEED0584A45}" type="pres">
      <dgm:prSet presAssocID="{F512CEF4-6C5F-4B83-97CB-C89832C8CBFB}" presName="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DEDB643A-CB74-4993-9412-524463CCAD70}" type="pres">
      <dgm:prSet presAssocID="{F512CEF4-6C5F-4B83-97CB-C89832C8CBFB}" presName="Parent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43B11826-B40E-484E-8DD2-0E0B95DC4EF5}" type="pres">
      <dgm:prSet presAssocID="{BE8819D9-9960-4335-86A9-14452E7E5E17}" presName="sibTrans" presStyleCnt="0"/>
      <dgm:spPr/>
    </dgm:pt>
    <dgm:pt modelId="{E59CD04D-A4E2-4300-B517-BDD349A444B6}" type="pres">
      <dgm:prSet presAssocID="{F3CB288B-3BBD-4170-91D6-EBEF6A18B573}" presName="composite" presStyleCnt="0"/>
      <dgm:spPr/>
    </dgm:pt>
    <dgm:pt modelId="{293DBDFF-2AB0-43EF-9FAF-62E2147273A4}" type="pres">
      <dgm:prSet presAssocID="{F3CB288B-3BBD-4170-91D6-EBEF6A18B573}" presName="BackAccent" presStyleLbl="bgShp" presStyleIdx="2" presStyleCnt="3"/>
      <dgm:spPr/>
    </dgm:pt>
    <dgm:pt modelId="{F8A7BCBC-970C-42BA-90B2-8609EEB742A6}" type="pres">
      <dgm:prSet presAssocID="{F3CB288B-3BBD-4170-91D6-EBEF6A18B573}" presName="Accent" presStyleLbl="alignNode1" presStyleIdx="2" presStyleCnt="3"/>
      <dgm:spPr/>
    </dgm:pt>
    <dgm:pt modelId="{5F858B70-AE3A-4622-8142-A54B9BE6F124}" type="pres">
      <dgm:prSet presAssocID="{F3CB288B-3BBD-4170-91D6-EBEF6A18B573}" presName="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01DB1F2D-139D-45E4-8B87-4D73E2A25558}" type="pres">
      <dgm:prSet presAssocID="{F3CB288B-3BBD-4170-91D6-EBEF6A18B573}" presName="Parent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68E6730F-EAF8-4F65-8BB6-F6BE64DB4C64}" type="presOf" srcId="{C35CF088-C6FD-424C-AE28-A9BEA09B45E2}" destId="{7B4D0013-AD91-481A-AD32-BE3DB9BCC497}" srcOrd="0" destOrd="0" presId="urn:microsoft.com/office/officeart/2008/layout/IncreasingCircleProcess"/>
    <dgm:cxn modelId="{DE65980F-7C81-4487-A4B8-5D4D52FA4C50}" type="presOf" srcId="{4DA9289D-3824-479D-8C29-DD979757A225}" destId="{635447C5-071D-456C-A8D4-9DC5347E2F5F}" srcOrd="0" destOrd="0" presId="urn:microsoft.com/office/officeart/2008/layout/IncreasingCircleProcess"/>
    <dgm:cxn modelId="{20CEB311-29B7-414B-8895-4F0D75CCDEC1}" srcId="{4DA9289D-3824-479D-8C29-DD979757A225}" destId="{F3CB288B-3BBD-4170-91D6-EBEF6A18B573}" srcOrd="2" destOrd="0" parTransId="{FA3D945A-EDC7-46FC-874E-7BC7CAD9978F}" sibTransId="{BE8E2D3A-2BD5-488E-8930-71EF5FA696C6}"/>
    <dgm:cxn modelId="{FFC5D91F-6218-4F77-8E90-104A92B91B13}" srcId="{F512CEF4-6C5F-4B83-97CB-C89832C8CBFB}" destId="{E3BA3613-4099-4200-8650-3D6996AEE619}" srcOrd="0" destOrd="0" parTransId="{F761C28F-844A-432E-9365-32B2A8347218}" sibTransId="{8308B92F-94F1-4661-97C2-82EA0F6EBB86}"/>
    <dgm:cxn modelId="{7F03EE29-1386-4B4E-8F69-EAB3585E3F75}" type="presOf" srcId="{1A6C35FF-CB9A-4F00-98B0-D93AF457A574}" destId="{7B4D0013-AD91-481A-AD32-BE3DB9BCC497}" srcOrd="0" destOrd="2" presId="urn:microsoft.com/office/officeart/2008/layout/IncreasingCircleProcess"/>
    <dgm:cxn modelId="{B419CB2C-2E53-4CBF-A86A-25C2960BCD1E}" srcId="{F512CEF4-6C5F-4B83-97CB-C89832C8CBFB}" destId="{CC59E0D8-B03B-4EE5-B1B1-F39041EA0527}" srcOrd="1" destOrd="0" parTransId="{6E74B493-D751-4834-8CF0-DE57D9448581}" sibTransId="{6A87078E-3C17-4F57-A3E9-4A07D02EBBB6}"/>
    <dgm:cxn modelId="{A4A1DF33-2138-41CE-9D2F-CFFF92EFAE0F}" type="presOf" srcId="{F512CEF4-6C5F-4B83-97CB-C89832C8CBFB}" destId="{DEDB643A-CB74-4993-9412-524463CCAD70}" srcOrd="0" destOrd="0" presId="urn:microsoft.com/office/officeart/2008/layout/IncreasingCircleProcess"/>
    <dgm:cxn modelId="{CAEC2837-1D6B-47B8-B221-7E6DF8C8E382}" type="presOf" srcId="{CC59E0D8-B03B-4EE5-B1B1-F39041EA0527}" destId="{1AC9D776-83B2-4C63-A6C3-AAEED0584A45}" srcOrd="0" destOrd="1" presId="urn:microsoft.com/office/officeart/2008/layout/IncreasingCircleProcess"/>
    <dgm:cxn modelId="{6D45913F-444E-4E1E-93B9-2E84A7F84CA6}" srcId="{4DA9289D-3824-479D-8C29-DD979757A225}" destId="{F512CEF4-6C5F-4B83-97CB-C89832C8CBFB}" srcOrd="1" destOrd="0" parTransId="{2D67E97E-E7CA-4C9F-A50F-A9882C13631E}" sibTransId="{BE8819D9-9960-4335-86A9-14452E7E5E17}"/>
    <dgm:cxn modelId="{46DAAA70-3561-4C22-A61D-0E84E00F3EFC}" srcId="{EB0BB71C-5C2E-4C22-8920-4E2C8785DA61}" destId="{416E9DEF-C9FC-46B6-A41E-EB84D7B8C61B}" srcOrd="1" destOrd="0" parTransId="{69C06429-9C27-4288-9062-3696D802BE49}" sibTransId="{54B00DB8-103B-453F-850C-5469F4BF6D03}"/>
    <dgm:cxn modelId="{B17AE450-41EE-4299-B039-29B2268DAE30}" type="presOf" srcId="{0A96E8B5-050E-41DC-A874-5FBEAC16EFFA}" destId="{5F858B70-AE3A-4622-8142-A54B9BE6F124}" srcOrd="0" destOrd="0" presId="urn:microsoft.com/office/officeart/2008/layout/IncreasingCircleProcess"/>
    <dgm:cxn modelId="{89049D53-9450-4821-ACDA-F2A6CB205EF9}" type="presOf" srcId="{416E9DEF-C9FC-46B6-A41E-EB84D7B8C61B}" destId="{7B4D0013-AD91-481A-AD32-BE3DB9BCC497}" srcOrd="0" destOrd="1" presId="urn:microsoft.com/office/officeart/2008/layout/IncreasingCircleProcess"/>
    <dgm:cxn modelId="{CF658155-5F0D-4ABD-A3C0-981FA398F5BE}" srcId="{4DA9289D-3824-479D-8C29-DD979757A225}" destId="{EB0BB71C-5C2E-4C22-8920-4E2C8785DA61}" srcOrd="0" destOrd="0" parTransId="{28635F3D-CD60-4E5F-8084-2D76C0E51D8E}" sibTransId="{AC2F661E-C26C-4400-BC56-ED6CE4CC5CE5}"/>
    <dgm:cxn modelId="{96E4FC75-6302-4F5B-82DC-4C557299BFD9}" srcId="{F3CB288B-3BBD-4170-91D6-EBEF6A18B573}" destId="{0A96E8B5-050E-41DC-A874-5FBEAC16EFFA}" srcOrd="0" destOrd="0" parTransId="{81CA57D9-4A60-4011-8E2C-68306825C903}" sibTransId="{0140FC11-3ABD-4AA8-B5D5-70C801086C8D}"/>
    <dgm:cxn modelId="{2B13C076-0B58-4B64-88C1-DD6340D8A072}" type="presOf" srcId="{EB0BB71C-5C2E-4C22-8920-4E2C8785DA61}" destId="{B55CE08B-DD68-48BA-A581-68509785B456}" srcOrd="0" destOrd="0" presId="urn:microsoft.com/office/officeart/2008/layout/IncreasingCircleProcess"/>
    <dgm:cxn modelId="{FE025389-8480-449F-AF88-5D7D206371DA}" srcId="{EB0BB71C-5C2E-4C22-8920-4E2C8785DA61}" destId="{1A6C35FF-CB9A-4F00-98B0-D93AF457A574}" srcOrd="2" destOrd="0" parTransId="{D23F0C25-AD48-4580-A3DE-606F5AF146F8}" sibTransId="{6C4C080C-032B-4CE8-AF04-416F6A821DB4}"/>
    <dgm:cxn modelId="{9AB198A9-6905-432D-B58F-C0CFEA64E661}" type="presOf" srcId="{E3BA3613-4099-4200-8650-3D6996AEE619}" destId="{1AC9D776-83B2-4C63-A6C3-AAEED0584A45}" srcOrd="0" destOrd="0" presId="urn:microsoft.com/office/officeart/2008/layout/IncreasingCircleProcess"/>
    <dgm:cxn modelId="{E6FF15AB-E304-494A-9EFC-FB92E6DDB892}" type="presOf" srcId="{F3CB288B-3BBD-4170-91D6-EBEF6A18B573}" destId="{01DB1F2D-139D-45E4-8B87-4D73E2A25558}" srcOrd="0" destOrd="0" presId="urn:microsoft.com/office/officeart/2008/layout/IncreasingCircleProcess"/>
    <dgm:cxn modelId="{9242E8DE-51D0-4A46-A5F6-2E1328FFDC56}" type="presOf" srcId="{9588A608-367D-41B0-8F8B-372DE3B75867}" destId="{5F858B70-AE3A-4622-8142-A54B9BE6F124}" srcOrd="0" destOrd="1" presId="urn:microsoft.com/office/officeart/2008/layout/IncreasingCircleProcess"/>
    <dgm:cxn modelId="{AE8694FA-DD4A-4A3F-91F8-00FCDE3B3F7A}" srcId="{EB0BB71C-5C2E-4C22-8920-4E2C8785DA61}" destId="{C35CF088-C6FD-424C-AE28-A9BEA09B45E2}" srcOrd="0" destOrd="0" parTransId="{CA91E5C9-C8D2-478C-9C6F-86BF7882076E}" sibTransId="{65058CE1-8770-47C7-9AF4-7581C835538D}"/>
    <dgm:cxn modelId="{475BD3FA-2339-44B9-AD20-F5B0CFB89C7A}" srcId="{F3CB288B-3BBD-4170-91D6-EBEF6A18B573}" destId="{9588A608-367D-41B0-8F8B-372DE3B75867}" srcOrd="1" destOrd="0" parTransId="{629F3B2B-1AE0-4C9A-AEF3-1CBE72B77C90}" sibTransId="{05901893-1D5E-4BAA-B722-6890EE1434E5}"/>
    <dgm:cxn modelId="{580DC6D7-7852-4F6D-A56F-34424B481FD3}" type="presParOf" srcId="{635447C5-071D-456C-A8D4-9DC5347E2F5F}" destId="{B788006C-048C-449A-B420-4195956EBBD9}" srcOrd="0" destOrd="0" presId="urn:microsoft.com/office/officeart/2008/layout/IncreasingCircleProcess"/>
    <dgm:cxn modelId="{0FF817F6-FD75-4421-BD66-F664C851A6E4}" type="presParOf" srcId="{B788006C-048C-449A-B420-4195956EBBD9}" destId="{24A57114-A8EE-4151-B6A8-5187BAF79025}" srcOrd="0" destOrd="0" presId="urn:microsoft.com/office/officeart/2008/layout/IncreasingCircleProcess"/>
    <dgm:cxn modelId="{1013AEC8-82E9-47D0-B015-60FDFCCA7EBC}" type="presParOf" srcId="{B788006C-048C-449A-B420-4195956EBBD9}" destId="{37C54318-C76A-42C5-BF86-728AF101049E}" srcOrd="1" destOrd="0" presId="urn:microsoft.com/office/officeart/2008/layout/IncreasingCircleProcess"/>
    <dgm:cxn modelId="{CF0C7248-CA9B-4090-B665-4110013ADC3B}" type="presParOf" srcId="{B788006C-048C-449A-B420-4195956EBBD9}" destId="{7B4D0013-AD91-481A-AD32-BE3DB9BCC497}" srcOrd="2" destOrd="0" presId="urn:microsoft.com/office/officeart/2008/layout/IncreasingCircleProcess"/>
    <dgm:cxn modelId="{9B0BFF1F-7331-47AF-8B4A-5C0592BC3E09}" type="presParOf" srcId="{B788006C-048C-449A-B420-4195956EBBD9}" destId="{B55CE08B-DD68-48BA-A581-68509785B456}" srcOrd="3" destOrd="0" presId="urn:microsoft.com/office/officeart/2008/layout/IncreasingCircleProcess"/>
    <dgm:cxn modelId="{4C1D25C6-BE9D-42B6-94F1-96F486D44195}" type="presParOf" srcId="{635447C5-071D-456C-A8D4-9DC5347E2F5F}" destId="{9C3BAE5D-E333-4991-B26A-93246FD0BE00}" srcOrd="1" destOrd="0" presId="urn:microsoft.com/office/officeart/2008/layout/IncreasingCircleProcess"/>
    <dgm:cxn modelId="{4AD4574F-BD85-44DD-8647-AF3EFF34EEB2}" type="presParOf" srcId="{635447C5-071D-456C-A8D4-9DC5347E2F5F}" destId="{8EEC2632-3F1F-47FB-9347-D6F864340D31}" srcOrd="2" destOrd="0" presId="urn:microsoft.com/office/officeart/2008/layout/IncreasingCircleProcess"/>
    <dgm:cxn modelId="{0FA50A26-4140-4AC8-BF24-5AA26E13FE21}" type="presParOf" srcId="{8EEC2632-3F1F-47FB-9347-D6F864340D31}" destId="{93E863C3-1905-4148-AA23-A61CC50E19E4}" srcOrd="0" destOrd="0" presId="urn:microsoft.com/office/officeart/2008/layout/IncreasingCircleProcess"/>
    <dgm:cxn modelId="{CC8CF92F-47D1-4B18-BFAB-6F844E9CFF9A}" type="presParOf" srcId="{8EEC2632-3F1F-47FB-9347-D6F864340D31}" destId="{A21C38E7-C267-43F2-9D27-D3B74CCFC576}" srcOrd="1" destOrd="0" presId="urn:microsoft.com/office/officeart/2008/layout/IncreasingCircleProcess"/>
    <dgm:cxn modelId="{5274A0AD-1953-4301-A3E0-DE35F3B8840F}" type="presParOf" srcId="{8EEC2632-3F1F-47FB-9347-D6F864340D31}" destId="{1AC9D776-83B2-4C63-A6C3-AAEED0584A45}" srcOrd="2" destOrd="0" presId="urn:microsoft.com/office/officeart/2008/layout/IncreasingCircleProcess"/>
    <dgm:cxn modelId="{3B974984-1B80-45DC-89EE-983102BCF2C1}" type="presParOf" srcId="{8EEC2632-3F1F-47FB-9347-D6F864340D31}" destId="{DEDB643A-CB74-4993-9412-524463CCAD70}" srcOrd="3" destOrd="0" presId="urn:microsoft.com/office/officeart/2008/layout/IncreasingCircleProcess"/>
    <dgm:cxn modelId="{70A7B385-1267-4C3F-80D7-238EE54D151C}" type="presParOf" srcId="{635447C5-071D-456C-A8D4-9DC5347E2F5F}" destId="{43B11826-B40E-484E-8DD2-0E0B95DC4EF5}" srcOrd="3" destOrd="0" presId="urn:microsoft.com/office/officeart/2008/layout/IncreasingCircleProcess"/>
    <dgm:cxn modelId="{3CC226EA-BF97-466B-B49B-4BF7E8DD0875}" type="presParOf" srcId="{635447C5-071D-456C-A8D4-9DC5347E2F5F}" destId="{E59CD04D-A4E2-4300-B517-BDD349A444B6}" srcOrd="4" destOrd="0" presId="urn:microsoft.com/office/officeart/2008/layout/IncreasingCircleProcess"/>
    <dgm:cxn modelId="{317C731C-79A0-4F4B-A5CB-D66FE2FB8F98}" type="presParOf" srcId="{E59CD04D-A4E2-4300-B517-BDD349A444B6}" destId="{293DBDFF-2AB0-43EF-9FAF-62E2147273A4}" srcOrd="0" destOrd="0" presId="urn:microsoft.com/office/officeart/2008/layout/IncreasingCircleProcess"/>
    <dgm:cxn modelId="{D79E4D78-5B57-496D-A765-082B7752858E}" type="presParOf" srcId="{E59CD04D-A4E2-4300-B517-BDD349A444B6}" destId="{F8A7BCBC-970C-42BA-90B2-8609EEB742A6}" srcOrd="1" destOrd="0" presId="urn:microsoft.com/office/officeart/2008/layout/IncreasingCircleProcess"/>
    <dgm:cxn modelId="{BC6FCB5E-DEBD-4BD8-B18B-E2623C2A8D74}" type="presParOf" srcId="{E59CD04D-A4E2-4300-B517-BDD349A444B6}" destId="{5F858B70-AE3A-4622-8142-A54B9BE6F124}" srcOrd="2" destOrd="0" presId="urn:microsoft.com/office/officeart/2008/layout/IncreasingCircleProcess"/>
    <dgm:cxn modelId="{8D78AFC8-2B4D-485E-B7B4-5E4DD81BDDB1}" type="presParOf" srcId="{E59CD04D-A4E2-4300-B517-BDD349A444B6}" destId="{01DB1F2D-139D-45E4-8B87-4D73E2A25558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F769F4-00BB-4B45-8BA3-A40D59D5B0D5}" type="doc">
      <dgm:prSet loTypeId="urn:microsoft.com/office/officeart/2005/8/layout/vList2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0D1F0E4D-DA95-4E3B-B47F-1E5434BE2BA8}">
      <dgm:prSet phldrT="[Text]"/>
      <dgm:spPr/>
      <dgm:t>
        <a:bodyPr/>
        <a:lstStyle/>
        <a:p>
          <a:r>
            <a:rPr lang="en-US"/>
            <a:t>Arrays can also be created using </a:t>
          </a:r>
          <a:r>
            <a:rPr lang="en-US" b="1"/>
            <a:t>class types</a:t>
          </a:r>
          <a:r>
            <a:rPr lang="en-US"/>
            <a:t>, just like int or char.</a:t>
          </a:r>
          <a:endParaRPr lang="en-IN" dirty="0"/>
        </a:p>
      </dgm:t>
    </dgm:pt>
    <dgm:pt modelId="{253141C5-229A-41DA-A7C8-2057EA6F343B}" type="parTrans" cxnId="{FC753AB9-13B3-492A-9339-C87E9717ACDA}">
      <dgm:prSet/>
      <dgm:spPr/>
      <dgm:t>
        <a:bodyPr/>
        <a:lstStyle/>
        <a:p>
          <a:endParaRPr lang="en-IN"/>
        </a:p>
      </dgm:t>
    </dgm:pt>
    <dgm:pt modelId="{4E954929-7E74-4276-B091-44B63DFF784A}" type="sibTrans" cxnId="{FC753AB9-13B3-492A-9339-C87E9717ACDA}">
      <dgm:prSet/>
      <dgm:spPr/>
      <dgm:t>
        <a:bodyPr/>
        <a:lstStyle/>
        <a:p>
          <a:endParaRPr lang="en-IN"/>
        </a:p>
      </dgm:t>
    </dgm:pt>
    <dgm:pt modelId="{F35153E7-C03F-4A79-85F8-F1F905AF95BF}">
      <dgm:prSet phldrT="[Text]"/>
      <dgm:spPr/>
      <dgm:t>
        <a:bodyPr/>
        <a:lstStyle/>
        <a:p>
          <a:r>
            <a:rPr lang="en-IN" b="1" dirty="0"/>
            <a:t>Types of Object Arrays</a:t>
          </a:r>
          <a:endParaRPr lang="en-IN" dirty="0"/>
        </a:p>
      </dgm:t>
    </dgm:pt>
    <dgm:pt modelId="{A54129AA-EC7A-4550-BF5D-E359272EE78D}" type="parTrans" cxnId="{AE311500-A081-4289-AC6A-E5EF458603EE}">
      <dgm:prSet/>
      <dgm:spPr/>
      <dgm:t>
        <a:bodyPr/>
        <a:lstStyle/>
        <a:p>
          <a:endParaRPr lang="en-IN"/>
        </a:p>
      </dgm:t>
    </dgm:pt>
    <dgm:pt modelId="{39019588-E2F1-4397-A64C-D2F5302E741D}" type="sibTrans" cxnId="{AE311500-A081-4289-AC6A-E5EF458603EE}">
      <dgm:prSet/>
      <dgm:spPr/>
      <dgm:t>
        <a:bodyPr/>
        <a:lstStyle/>
        <a:p>
          <a:endParaRPr lang="en-IN"/>
        </a:p>
      </dgm:t>
    </dgm:pt>
    <dgm:pt modelId="{8FA03BDD-C72F-485C-8DEA-E6BA8B030662}">
      <dgm:prSet/>
      <dgm:spPr/>
      <dgm:t>
        <a:bodyPr/>
        <a:lstStyle/>
        <a:p>
          <a:r>
            <a:rPr lang="en-US" dirty="0"/>
            <a:t>An </a:t>
          </a:r>
          <a:r>
            <a:rPr lang="en-US" b="1" dirty="0"/>
            <a:t>array of objects</a:t>
          </a:r>
          <a:r>
            <a:rPr lang="en-US" dirty="0"/>
            <a:t> is a list where each element is an object of the class.</a:t>
          </a:r>
        </a:p>
      </dgm:t>
    </dgm:pt>
    <dgm:pt modelId="{F700B989-7250-417E-8EDC-ECD5FD7C59E8}" type="parTrans" cxnId="{405C17B7-2AA3-468F-8E41-058CE15A3B22}">
      <dgm:prSet/>
      <dgm:spPr/>
      <dgm:t>
        <a:bodyPr/>
        <a:lstStyle/>
        <a:p>
          <a:endParaRPr lang="en-IN"/>
        </a:p>
      </dgm:t>
    </dgm:pt>
    <dgm:pt modelId="{B83356C0-925F-4FD9-ABE0-DB80ECD58F21}" type="sibTrans" cxnId="{405C17B7-2AA3-468F-8E41-058CE15A3B22}">
      <dgm:prSet/>
      <dgm:spPr/>
      <dgm:t>
        <a:bodyPr/>
        <a:lstStyle/>
        <a:p>
          <a:endParaRPr lang="en-IN"/>
        </a:p>
      </dgm:t>
    </dgm:pt>
    <dgm:pt modelId="{159C2F9E-2619-471C-BC52-8452659078A6}">
      <dgm:prSet/>
      <dgm:spPr/>
      <dgm:t>
        <a:bodyPr/>
        <a:lstStyle/>
        <a:p>
          <a:r>
            <a:rPr lang="en-US" dirty="0"/>
            <a:t>Each object in the array holds </a:t>
          </a:r>
          <a:r>
            <a:rPr lang="en-US" b="1" dirty="0"/>
            <a:t>separate memory for all class data members</a:t>
          </a:r>
          <a:r>
            <a:rPr lang="en-US" dirty="0"/>
            <a:t>.</a:t>
          </a:r>
        </a:p>
      </dgm:t>
    </dgm:pt>
    <dgm:pt modelId="{2A097C1D-0846-4064-A84A-28D7C724C5F7}" type="parTrans" cxnId="{0AF1E35B-7559-4E3A-B72B-CE402725629A}">
      <dgm:prSet/>
      <dgm:spPr/>
      <dgm:t>
        <a:bodyPr/>
        <a:lstStyle/>
        <a:p>
          <a:endParaRPr lang="en-IN"/>
        </a:p>
      </dgm:t>
    </dgm:pt>
    <dgm:pt modelId="{66B34822-502D-4024-B9B8-055F46A099FF}" type="sibTrans" cxnId="{0AF1E35B-7559-4E3A-B72B-CE402725629A}">
      <dgm:prSet/>
      <dgm:spPr/>
      <dgm:t>
        <a:bodyPr/>
        <a:lstStyle/>
        <a:p>
          <a:endParaRPr lang="en-IN"/>
        </a:p>
      </dgm:t>
    </dgm:pt>
    <dgm:pt modelId="{E3DD7829-318E-40B9-A0D3-6508C5D533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Global Array of Objects</a:t>
          </a:r>
          <a:endParaRPr lang="en-IN" dirty="0"/>
        </a:p>
      </dgm:t>
    </dgm:pt>
    <dgm:pt modelId="{75583EAA-7D8D-4CD7-986C-6BAF798FEFB2}" type="parTrans" cxnId="{354F20B7-018A-403B-A19A-483C19C0A326}">
      <dgm:prSet/>
      <dgm:spPr/>
      <dgm:t>
        <a:bodyPr/>
        <a:lstStyle/>
        <a:p>
          <a:endParaRPr lang="en-IN"/>
        </a:p>
      </dgm:t>
    </dgm:pt>
    <dgm:pt modelId="{29C9FA94-7CFC-4E7B-BC1F-A94821CC6C06}" type="sibTrans" cxnId="{354F20B7-018A-403B-A19A-483C19C0A326}">
      <dgm:prSet/>
      <dgm:spPr/>
      <dgm:t>
        <a:bodyPr/>
        <a:lstStyle/>
        <a:p>
          <a:endParaRPr lang="en-IN"/>
        </a:p>
      </dgm:t>
    </dgm:pt>
    <dgm:pt modelId="{877F08C3-DFCA-4721-A6DC-F744522039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Declared outside all functions.</a:t>
          </a:r>
        </a:p>
      </dgm:t>
    </dgm:pt>
    <dgm:pt modelId="{2F171931-3A4D-4FFF-8C60-BC765A7EFC70}" type="parTrans" cxnId="{365C094A-DBBB-4BE7-BFAA-178D0927051A}">
      <dgm:prSet/>
      <dgm:spPr/>
      <dgm:t>
        <a:bodyPr/>
        <a:lstStyle/>
        <a:p>
          <a:endParaRPr lang="en-IN"/>
        </a:p>
      </dgm:t>
    </dgm:pt>
    <dgm:pt modelId="{45F7605E-FDD8-464E-AB33-864969CF6D86}" type="sibTrans" cxnId="{365C094A-DBBB-4BE7-BFAA-178D0927051A}">
      <dgm:prSet/>
      <dgm:spPr/>
      <dgm:t>
        <a:bodyPr/>
        <a:lstStyle/>
        <a:p>
          <a:endParaRPr lang="en-IN"/>
        </a:p>
      </dgm:t>
    </dgm:pt>
    <dgm:pt modelId="{F7A3EBC3-2AF9-4414-93F5-AC3A976EE7D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Accessible throughout the entire program.</a:t>
          </a:r>
          <a:endParaRPr lang="en-US" dirty="0"/>
        </a:p>
      </dgm:t>
    </dgm:pt>
    <dgm:pt modelId="{628FC794-2C24-408E-B1BE-FFA4D931230F}" type="parTrans" cxnId="{91E56086-D72C-4F12-9B85-BDC682BAD65A}">
      <dgm:prSet/>
      <dgm:spPr/>
      <dgm:t>
        <a:bodyPr/>
        <a:lstStyle/>
        <a:p>
          <a:endParaRPr lang="en-IN"/>
        </a:p>
      </dgm:t>
    </dgm:pt>
    <dgm:pt modelId="{F560F7CC-E29F-4C37-B236-14B6BBE1D730}" type="sibTrans" cxnId="{91E56086-D72C-4F12-9B85-BDC682BAD65A}">
      <dgm:prSet/>
      <dgm:spPr/>
      <dgm:t>
        <a:bodyPr/>
        <a:lstStyle/>
        <a:p>
          <a:endParaRPr lang="en-IN"/>
        </a:p>
      </dgm:t>
    </dgm:pt>
    <dgm:pt modelId="{7CC280C1-66C9-4CF5-8456-7642B157D2E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Local Array of Objects</a:t>
          </a:r>
          <a:endParaRPr lang="en-US" dirty="0"/>
        </a:p>
      </dgm:t>
    </dgm:pt>
    <dgm:pt modelId="{D9473D73-7957-47A0-BDF3-A3F496D289BB}" type="parTrans" cxnId="{D18BFC83-5474-43DE-9AA4-4E57F3DABE31}">
      <dgm:prSet/>
      <dgm:spPr/>
      <dgm:t>
        <a:bodyPr/>
        <a:lstStyle/>
        <a:p>
          <a:endParaRPr lang="en-IN"/>
        </a:p>
      </dgm:t>
    </dgm:pt>
    <dgm:pt modelId="{3FE17756-40F3-483D-B381-CDAC6D3FE397}" type="sibTrans" cxnId="{D18BFC83-5474-43DE-9AA4-4E57F3DABE31}">
      <dgm:prSet/>
      <dgm:spPr/>
      <dgm:t>
        <a:bodyPr/>
        <a:lstStyle/>
        <a:p>
          <a:endParaRPr lang="en-IN"/>
        </a:p>
      </dgm:t>
    </dgm:pt>
    <dgm:pt modelId="{6D620AE7-9231-4124-A0CA-473A08AF40A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Declared inside a function.</a:t>
          </a:r>
        </a:p>
      </dgm:t>
    </dgm:pt>
    <dgm:pt modelId="{818CDD53-9E49-422A-A684-6084A18B2E24}" type="parTrans" cxnId="{A05B4E1B-DCAF-4CC6-BDED-88AF2B725C56}">
      <dgm:prSet/>
      <dgm:spPr/>
      <dgm:t>
        <a:bodyPr/>
        <a:lstStyle/>
        <a:p>
          <a:endParaRPr lang="en-IN"/>
        </a:p>
      </dgm:t>
    </dgm:pt>
    <dgm:pt modelId="{11AE4AA2-E6A2-49F8-9B8E-29779F31F0FD}" type="sibTrans" cxnId="{A05B4E1B-DCAF-4CC6-BDED-88AF2B725C56}">
      <dgm:prSet/>
      <dgm:spPr/>
      <dgm:t>
        <a:bodyPr/>
        <a:lstStyle/>
        <a:p>
          <a:endParaRPr lang="en-IN"/>
        </a:p>
      </dgm:t>
    </dgm:pt>
    <dgm:pt modelId="{5CD536EC-9DF5-4A15-AC6F-6B412D3C77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Accessible only within that function.</a:t>
          </a:r>
          <a:endParaRPr lang="en-US" dirty="0"/>
        </a:p>
      </dgm:t>
    </dgm:pt>
    <dgm:pt modelId="{E87CFBF8-3130-4000-9FF0-FF8058B2EEFD}" type="parTrans" cxnId="{1BFE5573-2C2A-47B1-A4FD-20ECBA4EAB77}">
      <dgm:prSet/>
      <dgm:spPr/>
      <dgm:t>
        <a:bodyPr/>
        <a:lstStyle/>
        <a:p>
          <a:endParaRPr lang="en-IN"/>
        </a:p>
      </dgm:t>
    </dgm:pt>
    <dgm:pt modelId="{51DFC532-4B97-4936-9797-9F62E22D5AC1}" type="sibTrans" cxnId="{1BFE5573-2C2A-47B1-A4FD-20ECBA4EAB77}">
      <dgm:prSet/>
      <dgm:spPr/>
      <dgm:t>
        <a:bodyPr/>
        <a:lstStyle/>
        <a:p>
          <a:endParaRPr lang="en-IN"/>
        </a:p>
      </dgm:t>
    </dgm:pt>
    <dgm:pt modelId="{44A3386B-A2D0-4457-9F61-936BF80A8DD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Attempting access outside its scope causes </a:t>
          </a:r>
          <a:r>
            <a:rPr lang="en-US" b="1" dirty="0"/>
            <a:t>undefined symbol errors</a:t>
          </a:r>
          <a:r>
            <a:rPr lang="en-US" dirty="0"/>
            <a:t>.</a:t>
          </a:r>
        </a:p>
      </dgm:t>
    </dgm:pt>
    <dgm:pt modelId="{DBC9F813-7A7F-4EAF-98C7-F7B1BF51E9A4}" type="parTrans" cxnId="{994B583C-D0E4-4E5E-85D7-CED91168822D}">
      <dgm:prSet/>
      <dgm:spPr/>
      <dgm:t>
        <a:bodyPr/>
        <a:lstStyle/>
        <a:p>
          <a:endParaRPr lang="en-IN"/>
        </a:p>
      </dgm:t>
    </dgm:pt>
    <dgm:pt modelId="{20F9E363-9298-4A0F-9F0D-B9766DEDFA24}" type="sibTrans" cxnId="{994B583C-D0E4-4E5E-85D7-CED91168822D}">
      <dgm:prSet/>
      <dgm:spPr/>
      <dgm:t>
        <a:bodyPr/>
        <a:lstStyle/>
        <a:p>
          <a:endParaRPr lang="en-IN"/>
        </a:p>
      </dgm:t>
    </dgm:pt>
    <dgm:pt modelId="{DC5E5B64-9529-44BF-9EF0-B46DB78CC41E}" type="pres">
      <dgm:prSet presAssocID="{60F769F4-00BB-4B45-8BA3-A40D59D5B0D5}" presName="linear" presStyleCnt="0">
        <dgm:presLayoutVars>
          <dgm:animLvl val="lvl"/>
          <dgm:resizeHandles val="exact"/>
        </dgm:presLayoutVars>
      </dgm:prSet>
      <dgm:spPr/>
    </dgm:pt>
    <dgm:pt modelId="{7FDD7016-4DED-4C9B-8606-C32C7DC81FDB}" type="pres">
      <dgm:prSet presAssocID="{0D1F0E4D-DA95-4E3B-B47F-1E5434BE2B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C704A0-0843-46E3-8B66-DAC6AC45B872}" type="pres">
      <dgm:prSet presAssocID="{4E954929-7E74-4276-B091-44B63DFF784A}" presName="spacer" presStyleCnt="0"/>
      <dgm:spPr/>
    </dgm:pt>
    <dgm:pt modelId="{A39E9212-0663-4669-8568-1164F13B2EFD}" type="pres">
      <dgm:prSet presAssocID="{8FA03BDD-C72F-485C-8DEA-E6BA8B0306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360F40-56F7-4E2F-8876-BBAB2A97FAC7}" type="pres">
      <dgm:prSet presAssocID="{B83356C0-925F-4FD9-ABE0-DB80ECD58F21}" presName="spacer" presStyleCnt="0"/>
      <dgm:spPr/>
    </dgm:pt>
    <dgm:pt modelId="{C309EE58-422F-47CC-82F1-4BF176FD708D}" type="pres">
      <dgm:prSet presAssocID="{159C2F9E-2619-471C-BC52-8452659078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B53DD5-E63F-4AB6-8038-EA9CB3CFF619}" type="pres">
      <dgm:prSet presAssocID="{66B34822-502D-4024-B9B8-055F46A099FF}" presName="spacer" presStyleCnt="0"/>
      <dgm:spPr/>
    </dgm:pt>
    <dgm:pt modelId="{CF9ED4D1-42C0-4D3D-9D07-42BE1F7EE6B6}" type="pres">
      <dgm:prSet presAssocID="{F35153E7-C03F-4A79-85F8-F1F905AF95B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2349494-905A-4A9F-857A-06B6FC383CF9}" type="pres">
      <dgm:prSet presAssocID="{F35153E7-C03F-4A79-85F8-F1F905AF95B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E311500-A081-4289-AC6A-E5EF458603EE}" srcId="{60F769F4-00BB-4B45-8BA3-A40D59D5B0D5}" destId="{F35153E7-C03F-4A79-85F8-F1F905AF95BF}" srcOrd="3" destOrd="0" parTransId="{A54129AA-EC7A-4550-BF5D-E359272EE78D}" sibTransId="{39019588-E2F1-4397-A64C-D2F5302E741D}"/>
    <dgm:cxn modelId="{C3F72D0D-FDC3-423F-9ADA-C802A540AA25}" type="presOf" srcId="{6D620AE7-9231-4124-A0CA-473A08AF40AA}" destId="{32349494-905A-4A9F-857A-06B6FC383CF9}" srcOrd="0" destOrd="4" presId="urn:microsoft.com/office/officeart/2005/8/layout/vList2"/>
    <dgm:cxn modelId="{34F0740F-D4AF-4549-A36B-F138987C3DBD}" type="presOf" srcId="{F35153E7-C03F-4A79-85F8-F1F905AF95BF}" destId="{CF9ED4D1-42C0-4D3D-9D07-42BE1F7EE6B6}" srcOrd="0" destOrd="0" presId="urn:microsoft.com/office/officeart/2005/8/layout/vList2"/>
    <dgm:cxn modelId="{A05B4E1B-DCAF-4CC6-BDED-88AF2B725C56}" srcId="{7CC280C1-66C9-4CF5-8456-7642B157D2E1}" destId="{6D620AE7-9231-4124-A0CA-473A08AF40AA}" srcOrd="0" destOrd="0" parTransId="{818CDD53-9E49-422A-A684-6084A18B2E24}" sibTransId="{11AE4AA2-E6A2-49F8-9B8E-29779F31F0FD}"/>
    <dgm:cxn modelId="{5242A82E-751D-4D8D-92B0-3A903F248ED7}" type="presOf" srcId="{8FA03BDD-C72F-485C-8DEA-E6BA8B030662}" destId="{A39E9212-0663-4669-8568-1164F13B2EFD}" srcOrd="0" destOrd="0" presId="urn:microsoft.com/office/officeart/2005/8/layout/vList2"/>
    <dgm:cxn modelId="{994B583C-D0E4-4E5E-85D7-CED91168822D}" srcId="{7CC280C1-66C9-4CF5-8456-7642B157D2E1}" destId="{44A3386B-A2D0-4457-9F61-936BF80A8DDA}" srcOrd="2" destOrd="0" parTransId="{DBC9F813-7A7F-4EAF-98C7-F7B1BF51E9A4}" sibTransId="{20F9E363-9298-4A0F-9F0D-B9766DEDFA24}"/>
    <dgm:cxn modelId="{0AF1E35B-7559-4E3A-B72B-CE402725629A}" srcId="{60F769F4-00BB-4B45-8BA3-A40D59D5B0D5}" destId="{159C2F9E-2619-471C-BC52-8452659078A6}" srcOrd="2" destOrd="0" parTransId="{2A097C1D-0846-4064-A84A-28D7C724C5F7}" sibTransId="{66B34822-502D-4024-B9B8-055F46A099FF}"/>
    <dgm:cxn modelId="{7E67EE5B-4FA2-400F-AB7D-E440F3D16FC6}" type="presOf" srcId="{5CD536EC-9DF5-4A15-AC6F-6B412D3C77DC}" destId="{32349494-905A-4A9F-857A-06B6FC383CF9}" srcOrd="0" destOrd="5" presId="urn:microsoft.com/office/officeart/2005/8/layout/vList2"/>
    <dgm:cxn modelId="{FB7B7047-F1E0-48DD-8F5D-464E73E96773}" type="presOf" srcId="{F7A3EBC3-2AF9-4414-93F5-AC3A976EE7D5}" destId="{32349494-905A-4A9F-857A-06B6FC383CF9}" srcOrd="0" destOrd="2" presId="urn:microsoft.com/office/officeart/2005/8/layout/vList2"/>
    <dgm:cxn modelId="{365C094A-DBBB-4BE7-BFAA-178D0927051A}" srcId="{E3DD7829-318E-40B9-A0D3-6508C5D5338C}" destId="{877F08C3-DFCA-4721-A6DC-F7445220397B}" srcOrd="0" destOrd="0" parTransId="{2F171931-3A4D-4FFF-8C60-BC765A7EFC70}" sibTransId="{45F7605E-FDD8-464E-AB33-864969CF6D86}"/>
    <dgm:cxn modelId="{1D53A36A-53ED-4F82-9AAA-19C77754D9BF}" type="presOf" srcId="{0D1F0E4D-DA95-4E3B-B47F-1E5434BE2BA8}" destId="{7FDD7016-4DED-4C9B-8606-C32C7DC81FDB}" srcOrd="0" destOrd="0" presId="urn:microsoft.com/office/officeart/2005/8/layout/vList2"/>
    <dgm:cxn modelId="{73AB9751-C11F-4D6B-B902-228F2A6382CB}" type="presOf" srcId="{877F08C3-DFCA-4721-A6DC-F7445220397B}" destId="{32349494-905A-4A9F-857A-06B6FC383CF9}" srcOrd="0" destOrd="1" presId="urn:microsoft.com/office/officeart/2005/8/layout/vList2"/>
    <dgm:cxn modelId="{8CEC2773-5262-4723-BCD1-975B99B59783}" type="presOf" srcId="{60F769F4-00BB-4B45-8BA3-A40D59D5B0D5}" destId="{DC5E5B64-9529-44BF-9EF0-B46DB78CC41E}" srcOrd="0" destOrd="0" presId="urn:microsoft.com/office/officeart/2005/8/layout/vList2"/>
    <dgm:cxn modelId="{1BFE5573-2C2A-47B1-A4FD-20ECBA4EAB77}" srcId="{7CC280C1-66C9-4CF5-8456-7642B157D2E1}" destId="{5CD536EC-9DF5-4A15-AC6F-6B412D3C77DC}" srcOrd="1" destOrd="0" parTransId="{E87CFBF8-3130-4000-9FF0-FF8058B2EEFD}" sibTransId="{51DFC532-4B97-4936-9797-9F62E22D5AC1}"/>
    <dgm:cxn modelId="{CDF4A774-C2BD-4B30-AE79-63E43AD00E02}" type="presOf" srcId="{7CC280C1-66C9-4CF5-8456-7642B157D2E1}" destId="{32349494-905A-4A9F-857A-06B6FC383CF9}" srcOrd="0" destOrd="3" presId="urn:microsoft.com/office/officeart/2005/8/layout/vList2"/>
    <dgm:cxn modelId="{D18BFC83-5474-43DE-9AA4-4E57F3DABE31}" srcId="{F35153E7-C03F-4A79-85F8-F1F905AF95BF}" destId="{7CC280C1-66C9-4CF5-8456-7642B157D2E1}" srcOrd="1" destOrd="0" parTransId="{D9473D73-7957-47A0-BDF3-A3F496D289BB}" sibTransId="{3FE17756-40F3-483D-B381-CDAC6D3FE397}"/>
    <dgm:cxn modelId="{91E56086-D72C-4F12-9B85-BDC682BAD65A}" srcId="{E3DD7829-318E-40B9-A0D3-6508C5D5338C}" destId="{F7A3EBC3-2AF9-4414-93F5-AC3A976EE7D5}" srcOrd="1" destOrd="0" parTransId="{628FC794-2C24-408E-B1BE-FFA4D931230F}" sibTransId="{F560F7CC-E29F-4C37-B236-14B6BBE1D730}"/>
    <dgm:cxn modelId="{405C17B7-2AA3-468F-8E41-058CE15A3B22}" srcId="{60F769F4-00BB-4B45-8BA3-A40D59D5B0D5}" destId="{8FA03BDD-C72F-485C-8DEA-E6BA8B030662}" srcOrd="1" destOrd="0" parTransId="{F700B989-7250-417E-8EDC-ECD5FD7C59E8}" sibTransId="{B83356C0-925F-4FD9-ABE0-DB80ECD58F21}"/>
    <dgm:cxn modelId="{354F20B7-018A-403B-A19A-483C19C0A326}" srcId="{F35153E7-C03F-4A79-85F8-F1F905AF95BF}" destId="{E3DD7829-318E-40B9-A0D3-6508C5D5338C}" srcOrd="0" destOrd="0" parTransId="{75583EAA-7D8D-4CD7-986C-6BAF798FEFB2}" sibTransId="{29C9FA94-7CFC-4E7B-BC1F-A94821CC6C06}"/>
    <dgm:cxn modelId="{FC753AB9-13B3-492A-9339-C87E9717ACDA}" srcId="{60F769F4-00BB-4B45-8BA3-A40D59D5B0D5}" destId="{0D1F0E4D-DA95-4E3B-B47F-1E5434BE2BA8}" srcOrd="0" destOrd="0" parTransId="{253141C5-229A-41DA-A7C8-2057EA6F343B}" sibTransId="{4E954929-7E74-4276-B091-44B63DFF784A}"/>
    <dgm:cxn modelId="{3CFC96C1-2FC4-4B46-B1FB-7430028AA260}" type="presOf" srcId="{44A3386B-A2D0-4457-9F61-936BF80A8DDA}" destId="{32349494-905A-4A9F-857A-06B6FC383CF9}" srcOrd="0" destOrd="6" presId="urn:microsoft.com/office/officeart/2005/8/layout/vList2"/>
    <dgm:cxn modelId="{13DBB8F1-27A0-4FA5-8CB9-BD08A6410538}" type="presOf" srcId="{159C2F9E-2619-471C-BC52-8452659078A6}" destId="{C309EE58-422F-47CC-82F1-4BF176FD708D}" srcOrd="0" destOrd="0" presId="urn:microsoft.com/office/officeart/2005/8/layout/vList2"/>
    <dgm:cxn modelId="{EC112AF6-5D0F-4742-B54C-0CB8C1E14A74}" type="presOf" srcId="{E3DD7829-318E-40B9-A0D3-6508C5D5338C}" destId="{32349494-905A-4A9F-857A-06B6FC383CF9}" srcOrd="0" destOrd="0" presId="urn:microsoft.com/office/officeart/2005/8/layout/vList2"/>
    <dgm:cxn modelId="{31EB7BC7-13D2-49C3-A6F6-23B3174922C5}" type="presParOf" srcId="{DC5E5B64-9529-44BF-9EF0-B46DB78CC41E}" destId="{7FDD7016-4DED-4C9B-8606-C32C7DC81FDB}" srcOrd="0" destOrd="0" presId="urn:microsoft.com/office/officeart/2005/8/layout/vList2"/>
    <dgm:cxn modelId="{127A3D8A-AABC-48DE-BFD4-385F0D043065}" type="presParOf" srcId="{DC5E5B64-9529-44BF-9EF0-B46DB78CC41E}" destId="{E8C704A0-0843-46E3-8B66-DAC6AC45B872}" srcOrd="1" destOrd="0" presId="urn:microsoft.com/office/officeart/2005/8/layout/vList2"/>
    <dgm:cxn modelId="{3C12A74E-2A31-4B94-BF1E-9CC422F28B62}" type="presParOf" srcId="{DC5E5B64-9529-44BF-9EF0-B46DB78CC41E}" destId="{A39E9212-0663-4669-8568-1164F13B2EFD}" srcOrd="2" destOrd="0" presId="urn:microsoft.com/office/officeart/2005/8/layout/vList2"/>
    <dgm:cxn modelId="{81236D0B-54EE-44DB-87FE-61F43433FBD9}" type="presParOf" srcId="{DC5E5B64-9529-44BF-9EF0-B46DB78CC41E}" destId="{AE360F40-56F7-4E2F-8876-BBAB2A97FAC7}" srcOrd="3" destOrd="0" presId="urn:microsoft.com/office/officeart/2005/8/layout/vList2"/>
    <dgm:cxn modelId="{0C0BF691-3E9B-4629-94CF-4E5BE99CA63F}" type="presParOf" srcId="{DC5E5B64-9529-44BF-9EF0-B46DB78CC41E}" destId="{C309EE58-422F-47CC-82F1-4BF176FD708D}" srcOrd="4" destOrd="0" presId="urn:microsoft.com/office/officeart/2005/8/layout/vList2"/>
    <dgm:cxn modelId="{B80DC859-64ED-45E0-9CAD-CDAF01436CBA}" type="presParOf" srcId="{DC5E5B64-9529-44BF-9EF0-B46DB78CC41E}" destId="{33B53DD5-E63F-4AB6-8038-EA9CB3CFF619}" srcOrd="5" destOrd="0" presId="urn:microsoft.com/office/officeart/2005/8/layout/vList2"/>
    <dgm:cxn modelId="{3B2E9182-8D59-4DFF-810F-17550745648A}" type="presParOf" srcId="{DC5E5B64-9529-44BF-9EF0-B46DB78CC41E}" destId="{CF9ED4D1-42C0-4D3D-9D07-42BE1F7EE6B6}" srcOrd="6" destOrd="0" presId="urn:microsoft.com/office/officeart/2005/8/layout/vList2"/>
    <dgm:cxn modelId="{81D0037C-FEA2-4F02-80FB-0F0ABF5DE3D9}" type="presParOf" srcId="{DC5E5B64-9529-44BF-9EF0-B46DB78CC41E}" destId="{32349494-905A-4A9F-857A-06B6FC383CF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EAFFD2-D7F0-48C9-B52E-5EFF2917CBA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049B150-BCBA-4B11-8767-003B77DC7264}">
      <dgm:prSet phldrT="[Text]"/>
      <dgm:spPr/>
      <dgm:t>
        <a:bodyPr/>
        <a:lstStyle/>
        <a:p>
          <a:r>
            <a:rPr lang="en-IN" b="1" dirty="0"/>
            <a:t>Definition:</a:t>
          </a:r>
          <a:endParaRPr lang="en-IN" dirty="0"/>
        </a:p>
      </dgm:t>
    </dgm:pt>
    <dgm:pt modelId="{9E088F5F-2F31-4B96-A066-3ED4219202B7}" type="parTrans" cxnId="{FD2CA5A6-B514-4371-BC3B-B5F5A207934D}">
      <dgm:prSet/>
      <dgm:spPr/>
      <dgm:t>
        <a:bodyPr/>
        <a:lstStyle/>
        <a:p>
          <a:endParaRPr lang="en-IN"/>
        </a:p>
      </dgm:t>
    </dgm:pt>
    <dgm:pt modelId="{052B9E57-9B34-4D59-AAED-0D2E7BD3637D}" type="sibTrans" cxnId="{FD2CA5A6-B514-4371-BC3B-B5F5A207934D}">
      <dgm:prSet/>
      <dgm:spPr/>
      <dgm:t>
        <a:bodyPr/>
        <a:lstStyle/>
        <a:p>
          <a:endParaRPr lang="en-IN"/>
        </a:p>
      </dgm:t>
    </dgm:pt>
    <dgm:pt modelId="{EBD9C0BC-F8C2-4EE3-BAE0-A4761A1B961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A </a:t>
          </a:r>
          <a:r>
            <a:rPr lang="en-US" sz="1800" b="1" dirty="0"/>
            <a:t>static data member</a:t>
          </a:r>
          <a:r>
            <a:rPr lang="en-US" sz="1800" dirty="0"/>
            <a:t> belongs to the class, not any one object.</a:t>
          </a:r>
        </a:p>
      </dgm:t>
    </dgm:pt>
    <dgm:pt modelId="{BCE160F9-EDC4-41A9-A8FB-AC19D5256363}" type="parTrans" cxnId="{893793D4-0A76-4F3C-8F2D-D0C7410866DC}">
      <dgm:prSet/>
      <dgm:spPr/>
      <dgm:t>
        <a:bodyPr/>
        <a:lstStyle/>
        <a:p>
          <a:endParaRPr lang="en-IN"/>
        </a:p>
      </dgm:t>
    </dgm:pt>
    <dgm:pt modelId="{3338D0E7-627D-40CC-B484-BE14E96DA898}" type="sibTrans" cxnId="{893793D4-0A76-4F3C-8F2D-D0C7410866DC}">
      <dgm:prSet/>
      <dgm:spPr/>
      <dgm:t>
        <a:bodyPr/>
        <a:lstStyle/>
        <a:p>
          <a:endParaRPr lang="en-IN"/>
        </a:p>
      </dgm:t>
    </dgm:pt>
    <dgm:pt modelId="{0BF8A77A-E93A-4B94-9CC6-C445D69CB1A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Used when all instances should share a common value.</a:t>
          </a:r>
        </a:p>
      </dgm:t>
    </dgm:pt>
    <dgm:pt modelId="{63E52C14-74DF-4473-AA23-081161822F22}" type="parTrans" cxnId="{BD2DB40E-D1E5-45BF-8734-FF9A0F1153F7}">
      <dgm:prSet/>
      <dgm:spPr/>
      <dgm:t>
        <a:bodyPr/>
        <a:lstStyle/>
        <a:p>
          <a:endParaRPr lang="en-IN"/>
        </a:p>
      </dgm:t>
    </dgm:pt>
    <dgm:pt modelId="{4105AB3C-B8DB-415F-842C-D607BF950697}" type="sibTrans" cxnId="{BD2DB40E-D1E5-45BF-8734-FF9A0F1153F7}">
      <dgm:prSet/>
      <dgm:spPr/>
      <dgm:t>
        <a:bodyPr/>
        <a:lstStyle/>
        <a:p>
          <a:endParaRPr lang="en-IN"/>
        </a:p>
      </dgm:t>
    </dgm:pt>
    <dgm:pt modelId="{C7762F1D-7F0B-46B6-A0F7-AA36A6F423F2}">
      <dgm:prSet/>
      <dgm:spPr/>
      <dgm:t>
        <a:bodyPr/>
        <a:lstStyle/>
        <a:p>
          <a:r>
            <a:rPr lang="en-IN" b="1" dirty="0"/>
            <a:t>Key Characteristics:</a:t>
          </a:r>
          <a:endParaRPr lang="en-IN" dirty="0"/>
        </a:p>
      </dgm:t>
    </dgm:pt>
    <dgm:pt modelId="{B2E22902-8A1D-4BA7-A0B0-8B6741FE971D}" type="parTrans" cxnId="{3EE1D711-8B29-4840-BDD2-327AD094E514}">
      <dgm:prSet/>
      <dgm:spPr/>
      <dgm:t>
        <a:bodyPr/>
        <a:lstStyle/>
        <a:p>
          <a:endParaRPr lang="en-IN"/>
        </a:p>
      </dgm:t>
    </dgm:pt>
    <dgm:pt modelId="{15E870BE-F1F0-4E45-815A-9CDA8E33849E}" type="sibTrans" cxnId="{3EE1D711-8B29-4840-BDD2-327AD094E514}">
      <dgm:prSet/>
      <dgm:spPr/>
      <dgm:t>
        <a:bodyPr/>
        <a:lstStyle/>
        <a:p>
          <a:endParaRPr lang="en-IN"/>
        </a:p>
      </dgm:t>
    </dgm:pt>
    <dgm:pt modelId="{4C355BFA-106B-45D7-B3B9-F1CF5FAA7D6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Initialized to 0 when the first object is created.</a:t>
          </a:r>
        </a:p>
      </dgm:t>
    </dgm:pt>
    <dgm:pt modelId="{54DE6A51-A56A-4951-9ED9-EE37A1D52337}" type="parTrans" cxnId="{6CD2AD8F-F060-4848-8721-2392B755F213}">
      <dgm:prSet/>
      <dgm:spPr/>
      <dgm:t>
        <a:bodyPr/>
        <a:lstStyle/>
        <a:p>
          <a:endParaRPr lang="en-IN"/>
        </a:p>
      </dgm:t>
    </dgm:pt>
    <dgm:pt modelId="{7F5668D6-2D1E-4EE8-BB84-C3E4BB6BEBA2}" type="sibTrans" cxnId="{6CD2AD8F-F060-4848-8721-2392B755F213}">
      <dgm:prSet/>
      <dgm:spPr/>
      <dgm:t>
        <a:bodyPr/>
        <a:lstStyle/>
        <a:p>
          <a:endParaRPr lang="en-IN"/>
        </a:p>
      </dgm:t>
    </dgm:pt>
    <dgm:pt modelId="{FA45B1B5-7B77-40C2-9DB4-32E8CF76FC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Only </a:t>
          </a:r>
          <a:r>
            <a:rPr lang="en-US" sz="1800" b="1" dirty="0"/>
            <a:t>one copy exists</a:t>
          </a:r>
          <a:r>
            <a:rPr lang="en-US" sz="1800" dirty="0"/>
            <a:t>, shared among all objects.</a:t>
          </a:r>
        </a:p>
      </dgm:t>
    </dgm:pt>
    <dgm:pt modelId="{42B9EA89-8EEE-4B81-AF28-148096806889}" type="parTrans" cxnId="{A312B158-8DB2-482A-90A1-50202B079400}">
      <dgm:prSet/>
      <dgm:spPr/>
      <dgm:t>
        <a:bodyPr/>
        <a:lstStyle/>
        <a:p>
          <a:endParaRPr lang="en-IN"/>
        </a:p>
      </dgm:t>
    </dgm:pt>
    <dgm:pt modelId="{771A9F96-D46A-462A-AAD0-3169BFBE7ED0}" type="sibTrans" cxnId="{A312B158-8DB2-482A-90A1-50202B079400}">
      <dgm:prSet/>
      <dgm:spPr/>
      <dgm:t>
        <a:bodyPr/>
        <a:lstStyle/>
        <a:p>
          <a:endParaRPr lang="en-IN"/>
        </a:p>
      </dgm:t>
    </dgm:pt>
    <dgm:pt modelId="{DDA60568-AA5F-4F8D-8A01-600E9E6DEE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Accessible </a:t>
          </a:r>
          <a:r>
            <a:rPr lang="en-US" sz="1800" b="1" dirty="0"/>
            <a:t>only within the class</a:t>
          </a:r>
          <a:r>
            <a:rPr lang="en-US" sz="1800" dirty="0"/>
            <a:t>, but </a:t>
          </a:r>
          <a:r>
            <a:rPr lang="en-US" sz="1800" b="1" dirty="0"/>
            <a:t>lifetime lasts entire program</a:t>
          </a:r>
          <a:r>
            <a:rPr lang="en-US" sz="1800" dirty="0"/>
            <a:t>.</a:t>
          </a:r>
        </a:p>
      </dgm:t>
    </dgm:pt>
    <dgm:pt modelId="{6E7F3494-E651-4752-9FFC-76F0B800416D}" type="parTrans" cxnId="{4D48FDBE-1612-475A-B811-85C8E2476218}">
      <dgm:prSet/>
      <dgm:spPr/>
      <dgm:t>
        <a:bodyPr/>
        <a:lstStyle/>
        <a:p>
          <a:endParaRPr lang="en-IN"/>
        </a:p>
      </dgm:t>
    </dgm:pt>
    <dgm:pt modelId="{C71E8A59-2568-458A-BC00-5B59C0E463C0}" type="sibTrans" cxnId="{4D48FDBE-1612-475A-B811-85C8E2476218}">
      <dgm:prSet/>
      <dgm:spPr/>
      <dgm:t>
        <a:bodyPr/>
        <a:lstStyle/>
        <a:p>
          <a:endParaRPr lang="en-IN"/>
        </a:p>
      </dgm:t>
    </dgm:pt>
    <dgm:pt modelId="{102C33FD-406D-430E-A264-B373395113D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Declared with static, and </a:t>
          </a:r>
          <a:r>
            <a:rPr lang="en-US" sz="1800" b="1" dirty="0"/>
            <a:t>defined outside</a:t>
          </a:r>
          <a:r>
            <a:rPr lang="en-US" sz="1800" dirty="0"/>
            <a:t> the class.</a:t>
          </a:r>
        </a:p>
      </dgm:t>
    </dgm:pt>
    <dgm:pt modelId="{343DEBF7-F91D-45E5-8C01-760BD531A903}" type="parTrans" cxnId="{E226035C-FE8B-4BF6-B351-6975189DA2D4}">
      <dgm:prSet/>
      <dgm:spPr/>
      <dgm:t>
        <a:bodyPr/>
        <a:lstStyle/>
        <a:p>
          <a:endParaRPr lang="en-IN"/>
        </a:p>
      </dgm:t>
    </dgm:pt>
    <dgm:pt modelId="{F04C7E1F-7ECE-4E80-8854-520A241D9533}" type="sibTrans" cxnId="{E226035C-FE8B-4BF6-B351-6975189DA2D4}">
      <dgm:prSet/>
      <dgm:spPr/>
      <dgm:t>
        <a:bodyPr/>
        <a:lstStyle/>
        <a:p>
          <a:endParaRPr lang="en-IN"/>
        </a:p>
      </dgm:t>
    </dgm:pt>
    <dgm:pt modelId="{7FB6DE19-F3D8-4A05-82DB-381901AA4B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Initialization at definition is </a:t>
          </a:r>
          <a:r>
            <a:rPr lang="en-US" sz="1800" b="1" dirty="0"/>
            <a:t>optional</a:t>
          </a:r>
          <a:r>
            <a:rPr lang="en-US" sz="1800" dirty="0"/>
            <a:t>.</a:t>
          </a:r>
        </a:p>
      </dgm:t>
    </dgm:pt>
    <dgm:pt modelId="{8548BB94-465A-4806-AF95-112932C7B1B1}" type="parTrans" cxnId="{EB8751BB-7303-4D6A-B5B9-23A0F66BBBFE}">
      <dgm:prSet/>
      <dgm:spPr/>
      <dgm:t>
        <a:bodyPr/>
        <a:lstStyle/>
        <a:p>
          <a:endParaRPr lang="en-IN"/>
        </a:p>
      </dgm:t>
    </dgm:pt>
    <dgm:pt modelId="{40E8EC80-114D-40B3-8448-FBEAE99D8B65}" type="sibTrans" cxnId="{EB8751BB-7303-4D6A-B5B9-23A0F66BBBFE}">
      <dgm:prSet/>
      <dgm:spPr/>
      <dgm:t>
        <a:bodyPr/>
        <a:lstStyle/>
        <a:p>
          <a:endParaRPr lang="en-IN"/>
        </a:p>
      </dgm:t>
    </dgm:pt>
    <dgm:pt modelId="{918ED0EF-2478-41FD-A56D-2840C91F4408}">
      <dgm:prSet/>
      <dgm:spPr/>
      <dgm:t>
        <a:bodyPr/>
        <a:lstStyle/>
        <a:p>
          <a:r>
            <a:rPr lang="en-IN" b="1" dirty="0"/>
            <a:t>Uses:</a:t>
          </a:r>
          <a:endParaRPr lang="en-IN" dirty="0"/>
        </a:p>
      </dgm:t>
    </dgm:pt>
    <dgm:pt modelId="{DF97246C-AB8E-422E-ACC8-2DABDF543417}" type="parTrans" cxnId="{26760F0F-F84F-4BDB-AAAE-1F4C0E8FC324}">
      <dgm:prSet/>
      <dgm:spPr/>
      <dgm:t>
        <a:bodyPr/>
        <a:lstStyle/>
        <a:p>
          <a:endParaRPr lang="en-IN"/>
        </a:p>
      </dgm:t>
    </dgm:pt>
    <dgm:pt modelId="{D249E4D9-F4C5-4C74-93C4-53B651A45076}" type="sibTrans" cxnId="{26760F0F-F84F-4BDB-AAAE-1F4C0E8FC324}">
      <dgm:prSet/>
      <dgm:spPr/>
      <dgm:t>
        <a:bodyPr/>
        <a:lstStyle/>
        <a:p>
          <a:endParaRPr lang="en-IN"/>
        </a:p>
      </dgm:t>
    </dgm:pt>
    <dgm:pt modelId="{0503BB07-2493-4F8F-82E0-5C82019D5F6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Track </a:t>
          </a:r>
          <a:r>
            <a:rPr lang="en-US" sz="1800" b="1" dirty="0"/>
            <a:t>number of class instances</a:t>
          </a:r>
          <a:r>
            <a:rPr lang="en-US" sz="1800" dirty="0"/>
            <a:t> (e.g., visit counters).</a:t>
          </a:r>
        </a:p>
      </dgm:t>
    </dgm:pt>
    <dgm:pt modelId="{3E6F8EB0-DC4C-455B-A985-9CE23A8CD069}" type="parTrans" cxnId="{002A7C21-A342-459C-BD6F-CF52EFE00B59}">
      <dgm:prSet/>
      <dgm:spPr/>
      <dgm:t>
        <a:bodyPr/>
        <a:lstStyle/>
        <a:p>
          <a:endParaRPr lang="en-IN"/>
        </a:p>
      </dgm:t>
    </dgm:pt>
    <dgm:pt modelId="{A60916D8-8EB6-4E6D-B016-A3C6D6FCB69D}" type="sibTrans" cxnId="{002A7C21-A342-459C-BD6F-CF52EFE00B59}">
      <dgm:prSet/>
      <dgm:spPr/>
      <dgm:t>
        <a:bodyPr/>
        <a:lstStyle/>
        <a:p>
          <a:endParaRPr lang="en-IN"/>
        </a:p>
      </dgm:t>
    </dgm:pt>
    <dgm:pt modelId="{299D9829-CDF6-4783-BBD4-93048A02D9A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Support for </a:t>
          </a:r>
          <a:r>
            <a:rPr lang="en-US" sz="1800" b="1" dirty="0"/>
            <a:t>dynamic memory management</a:t>
          </a:r>
          <a:r>
            <a:rPr lang="en-US" sz="1800" dirty="0"/>
            <a:t>.</a:t>
          </a:r>
        </a:p>
      </dgm:t>
    </dgm:pt>
    <dgm:pt modelId="{E2D008B2-2F46-40F7-A958-40E74B359AF6}" type="parTrans" cxnId="{10933054-A96B-4E48-8772-02924F2AE9C8}">
      <dgm:prSet/>
      <dgm:spPr/>
      <dgm:t>
        <a:bodyPr/>
        <a:lstStyle/>
        <a:p>
          <a:endParaRPr lang="en-IN"/>
        </a:p>
      </dgm:t>
    </dgm:pt>
    <dgm:pt modelId="{0B170F6A-B106-4DC2-BC24-BE5EF9D1A691}" type="sibTrans" cxnId="{10933054-A96B-4E48-8772-02924F2AE9C8}">
      <dgm:prSet/>
      <dgm:spPr/>
      <dgm:t>
        <a:bodyPr/>
        <a:lstStyle/>
        <a:p>
          <a:endParaRPr lang="en-IN"/>
        </a:p>
      </dgm:t>
    </dgm:pt>
    <dgm:pt modelId="{252985E0-BA65-485B-A4EC-B89B4FB943E4}" type="pres">
      <dgm:prSet presAssocID="{29EAFFD2-D7F0-48C9-B52E-5EFF2917CBAE}" presName="vert0" presStyleCnt="0">
        <dgm:presLayoutVars>
          <dgm:dir/>
          <dgm:animOne val="branch"/>
          <dgm:animLvl val="lvl"/>
        </dgm:presLayoutVars>
      </dgm:prSet>
      <dgm:spPr/>
    </dgm:pt>
    <dgm:pt modelId="{F4EFE900-AB81-449E-8779-54A7FFE8D960}" type="pres">
      <dgm:prSet presAssocID="{C049B150-BCBA-4B11-8767-003B77DC7264}" presName="thickLine" presStyleLbl="alignNode1" presStyleIdx="0" presStyleCnt="3"/>
      <dgm:spPr/>
    </dgm:pt>
    <dgm:pt modelId="{C2FB8096-BD7F-4244-96DF-3D5C134E357F}" type="pres">
      <dgm:prSet presAssocID="{C049B150-BCBA-4B11-8767-003B77DC7264}" presName="horz1" presStyleCnt="0"/>
      <dgm:spPr/>
    </dgm:pt>
    <dgm:pt modelId="{61719037-F2CA-4D13-9399-50A187A7A4F0}" type="pres">
      <dgm:prSet presAssocID="{C049B150-BCBA-4B11-8767-003B77DC7264}" presName="tx1" presStyleLbl="revTx" presStyleIdx="0" presStyleCnt="12"/>
      <dgm:spPr/>
    </dgm:pt>
    <dgm:pt modelId="{9EB79C19-39E5-48EF-A101-DB38A21FA28A}" type="pres">
      <dgm:prSet presAssocID="{C049B150-BCBA-4B11-8767-003B77DC7264}" presName="vert1" presStyleCnt="0"/>
      <dgm:spPr/>
    </dgm:pt>
    <dgm:pt modelId="{CE4CC6B1-060E-4AF5-814C-F9AB796F0716}" type="pres">
      <dgm:prSet presAssocID="{EBD9C0BC-F8C2-4EE3-BAE0-A4761A1B9616}" presName="vertSpace2a" presStyleCnt="0"/>
      <dgm:spPr/>
    </dgm:pt>
    <dgm:pt modelId="{A8FF7802-D804-4D5F-A4D5-F3ADB26BA681}" type="pres">
      <dgm:prSet presAssocID="{EBD9C0BC-F8C2-4EE3-BAE0-A4761A1B9616}" presName="horz2" presStyleCnt="0"/>
      <dgm:spPr/>
    </dgm:pt>
    <dgm:pt modelId="{EA0EF1D2-EC49-479C-98F2-A3E0374722A2}" type="pres">
      <dgm:prSet presAssocID="{EBD9C0BC-F8C2-4EE3-BAE0-A4761A1B9616}" presName="horzSpace2" presStyleCnt="0"/>
      <dgm:spPr/>
    </dgm:pt>
    <dgm:pt modelId="{14106A64-BF42-403F-8EF8-36B3A0130FE6}" type="pres">
      <dgm:prSet presAssocID="{EBD9C0BC-F8C2-4EE3-BAE0-A4761A1B9616}" presName="tx2" presStyleLbl="revTx" presStyleIdx="1" presStyleCnt="12"/>
      <dgm:spPr/>
    </dgm:pt>
    <dgm:pt modelId="{364AE667-651A-48CC-8C09-9695B84BADA2}" type="pres">
      <dgm:prSet presAssocID="{EBD9C0BC-F8C2-4EE3-BAE0-A4761A1B9616}" presName="vert2" presStyleCnt="0"/>
      <dgm:spPr/>
    </dgm:pt>
    <dgm:pt modelId="{1E7827BA-E6A8-4677-B5B8-EB3C853B68CE}" type="pres">
      <dgm:prSet presAssocID="{EBD9C0BC-F8C2-4EE3-BAE0-A4761A1B9616}" presName="thinLine2b" presStyleLbl="callout" presStyleIdx="0" presStyleCnt="9"/>
      <dgm:spPr/>
    </dgm:pt>
    <dgm:pt modelId="{7C37FD6D-714D-49A2-B6CC-0663F44249B7}" type="pres">
      <dgm:prSet presAssocID="{EBD9C0BC-F8C2-4EE3-BAE0-A4761A1B9616}" presName="vertSpace2b" presStyleCnt="0"/>
      <dgm:spPr/>
    </dgm:pt>
    <dgm:pt modelId="{C4CB24F6-AAAF-4A04-96E9-892983527617}" type="pres">
      <dgm:prSet presAssocID="{0BF8A77A-E93A-4B94-9CC6-C445D69CB1AB}" presName="horz2" presStyleCnt="0"/>
      <dgm:spPr/>
    </dgm:pt>
    <dgm:pt modelId="{82644185-8F2A-4E8B-9DE8-2C299FBF4F7A}" type="pres">
      <dgm:prSet presAssocID="{0BF8A77A-E93A-4B94-9CC6-C445D69CB1AB}" presName="horzSpace2" presStyleCnt="0"/>
      <dgm:spPr/>
    </dgm:pt>
    <dgm:pt modelId="{3E8FEE22-7D96-4F04-B944-A180227208EB}" type="pres">
      <dgm:prSet presAssocID="{0BF8A77A-E93A-4B94-9CC6-C445D69CB1AB}" presName="tx2" presStyleLbl="revTx" presStyleIdx="2" presStyleCnt="12"/>
      <dgm:spPr/>
    </dgm:pt>
    <dgm:pt modelId="{5610B045-F0CE-49AA-8351-A900141B0604}" type="pres">
      <dgm:prSet presAssocID="{0BF8A77A-E93A-4B94-9CC6-C445D69CB1AB}" presName="vert2" presStyleCnt="0"/>
      <dgm:spPr/>
    </dgm:pt>
    <dgm:pt modelId="{CF2EF24E-0D29-4CEA-84DD-55BA97645ADC}" type="pres">
      <dgm:prSet presAssocID="{0BF8A77A-E93A-4B94-9CC6-C445D69CB1AB}" presName="thinLine2b" presStyleLbl="callout" presStyleIdx="1" presStyleCnt="9"/>
      <dgm:spPr/>
    </dgm:pt>
    <dgm:pt modelId="{4448BDB8-F634-4653-841A-F8493407046D}" type="pres">
      <dgm:prSet presAssocID="{0BF8A77A-E93A-4B94-9CC6-C445D69CB1AB}" presName="vertSpace2b" presStyleCnt="0"/>
      <dgm:spPr/>
    </dgm:pt>
    <dgm:pt modelId="{6CAF8571-5B5D-4C98-A4EE-67FA151C81E2}" type="pres">
      <dgm:prSet presAssocID="{C7762F1D-7F0B-46B6-A0F7-AA36A6F423F2}" presName="thickLine" presStyleLbl="alignNode1" presStyleIdx="1" presStyleCnt="3"/>
      <dgm:spPr/>
    </dgm:pt>
    <dgm:pt modelId="{3F65913E-A962-4428-B649-805A0204792A}" type="pres">
      <dgm:prSet presAssocID="{C7762F1D-7F0B-46B6-A0F7-AA36A6F423F2}" presName="horz1" presStyleCnt="0"/>
      <dgm:spPr/>
    </dgm:pt>
    <dgm:pt modelId="{5F247A8B-834D-4EA5-9B31-2411BBAEDCCD}" type="pres">
      <dgm:prSet presAssocID="{C7762F1D-7F0B-46B6-A0F7-AA36A6F423F2}" presName="tx1" presStyleLbl="revTx" presStyleIdx="3" presStyleCnt="12"/>
      <dgm:spPr/>
    </dgm:pt>
    <dgm:pt modelId="{F819262E-127C-45D6-853A-2BFE1F7677FA}" type="pres">
      <dgm:prSet presAssocID="{C7762F1D-7F0B-46B6-A0F7-AA36A6F423F2}" presName="vert1" presStyleCnt="0"/>
      <dgm:spPr/>
    </dgm:pt>
    <dgm:pt modelId="{C1EA2D7F-ACCA-4D2E-A683-617AD9EA3FCD}" type="pres">
      <dgm:prSet presAssocID="{4C355BFA-106B-45D7-B3B9-F1CF5FAA7D61}" presName="vertSpace2a" presStyleCnt="0"/>
      <dgm:spPr/>
    </dgm:pt>
    <dgm:pt modelId="{488E9FF3-B7FF-4E5F-BAE1-25F7B43D0455}" type="pres">
      <dgm:prSet presAssocID="{4C355BFA-106B-45D7-B3B9-F1CF5FAA7D61}" presName="horz2" presStyleCnt="0"/>
      <dgm:spPr/>
    </dgm:pt>
    <dgm:pt modelId="{EFDE9DA6-545A-41CA-8888-C82BAFF1F8C3}" type="pres">
      <dgm:prSet presAssocID="{4C355BFA-106B-45D7-B3B9-F1CF5FAA7D61}" presName="horzSpace2" presStyleCnt="0"/>
      <dgm:spPr/>
    </dgm:pt>
    <dgm:pt modelId="{DD8900DF-7443-47ED-A6C7-F6ABAF82B13F}" type="pres">
      <dgm:prSet presAssocID="{4C355BFA-106B-45D7-B3B9-F1CF5FAA7D61}" presName="tx2" presStyleLbl="revTx" presStyleIdx="4" presStyleCnt="12"/>
      <dgm:spPr/>
    </dgm:pt>
    <dgm:pt modelId="{7DB13906-6A3F-4BA5-9F41-529303F9411E}" type="pres">
      <dgm:prSet presAssocID="{4C355BFA-106B-45D7-B3B9-F1CF5FAA7D61}" presName="vert2" presStyleCnt="0"/>
      <dgm:spPr/>
    </dgm:pt>
    <dgm:pt modelId="{AF8E919F-5E4A-4038-AB51-0411C6FF0DEF}" type="pres">
      <dgm:prSet presAssocID="{4C355BFA-106B-45D7-B3B9-F1CF5FAA7D61}" presName="thinLine2b" presStyleLbl="callout" presStyleIdx="2" presStyleCnt="9"/>
      <dgm:spPr/>
    </dgm:pt>
    <dgm:pt modelId="{5561DD16-B526-4C0A-875D-AF81D30E6CD0}" type="pres">
      <dgm:prSet presAssocID="{4C355BFA-106B-45D7-B3B9-F1CF5FAA7D61}" presName="vertSpace2b" presStyleCnt="0"/>
      <dgm:spPr/>
    </dgm:pt>
    <dgm:pt modelId="{E40E0F33-E987-4E77-BEC5-3A32860602BE}" type="pres">
      <dgm:prSet presAssocID="{FA45B1B5-7B77-40C2-9DB4-32E8CF76FCFC}" presName="horz2" presStyleCnt="0"/>
      <dgm:spPr/>
    </dgm:pt>
    <dgm:pt modelId="{47524397-BAB8-47B0-866A-8B4094BF1766}" type="pres">
      <dgm:prSet presAssocID="{FA45B1B5-7B77-40C2-9DB4-32E8CF76FCFC}" presName="horzSpace2" presStyleCnt="0"/>
      <dgm:spPr/>
    </dgm:pt>
    <dgm:pt modelId="{2B00C751-7C5D-4EB7-B118-87D8B41F2948}" type="pres">
      <dgm:prSet presAssocID="{FA45B1B5-7B77-40C2-9DB4-32E8CF76FCFC}" presName="tx2" presStyleLbl="revTx" presStyleIdx="5" presStyleCnt="12"/>
      <dgm:spPr/>
    </dgm:pt>
    <dgm:pt modelId="{34D37C35-6B8B-4A9C-A160-7ACB4135C62D}" type="pres">
      <dgm:prSet presAssocID="{FA45B1B5-7B77-40C2-9DB4-32E8CF76FCFC}" presName="vert2" presStyleCnt="0"/>
      <dgm:spPr/>
    </dgm:pt>
    <dgm:pt modelId="{AFEE3F9F-3514-4BF3-87AC-B63A421AA4B0}" type="pres">
      <dgm:prSet presAssocID="{FA45B1B5-7B77-40C2-9DB4-32E8CF76FCFC}" presName="thinLine2b" presStyleLbl="callout" presStyleIdx="3" presStyleCnt="9"/>
      <dgm:spPr/>
    </dgm:pt>
    <dgm:pt modelId="{7AA28ED1-571B-4333-96F7-288A01DFB432}" type="pres">
      <dgm:prSet presAssocID="{FA45B1B5-7B77-40C2-9DB4-32E8CF76FCFC}" presName="vertSpace2b" presStyleCnt="0"/>
      <dgm:spPr/>
    </dgm:pt>
    <dgm:pt modelId="{3450620E-2675-4185-A691-DE637935C14C}" type="pres">
      <dgm:prSet presAssocID="{DDA60568-AA5F-4F8D-8A01-600E9E6DEE71}" presName="horz2" presStyleCnt="0"/>
      <dgm:spPr/>
    </dgm:pt>
    <dgm:pt modelId="{A96B3C5A-1D28-4545-81AD-B591D7046545}" type="pres">
      <dgm:prSet presAssocID="{DDA60568-AA5F-4F8D-8A01-600E9E6DEE71}" presName="horzSpace2" presStyleCnt="0"/>
      <dgm:spPr/>
    </dgm:pt>
    <dgm:pt modelId="{5B14B344-E5B5-495F-80B2-F0AF21E60B3C}" type="pres">
      <dgm:prSet presAssocID="{DDA60568-AA5F-4F8D-8A01-600E9E6DEE71}" presName="tx2" presStyleLbl="revTx" presStyleIdx="6" presStyleCnt="12"/>
      <dgm:spPr/>
    </dgm:pt>
    <dgm:pt modelId="{873A6000-AF2A-4093-8599-B5B207A780D2}" type="pres">
      <dgm:prSet presAssocID="{DDA60568-AA5F-4F8D-8A01-600E9E6DEE71}" presName="vert2" presStyleCnt="0"/>
      <dgm:spPr/>
    </dgm:pt>
    <dgm:pt modelId="{FDF6FB7B-2AE0-4036-B2D5-B6A29DD84113}" type="pres">
      <dgm:prSet presAssocID="{DDA60568-AA5F-4F8D-8A01-600E9E6DEE71}" presName="thinLine2b" presStyleLbl="callout" presStyleIdx="4" presStyleCnt="9"/>
      <dgm:spPr/>
    </dgm:pt>
    <dgm:pt modelId="{83784F1C-5BA7-4233-A3AF-F9C147D7E842}" type="pres">
      <dgm:prSet presAssocID="{DDA60568-AA5F-4F8D-8A01-600E9E6DEE71}" presName="vertSpace2b" presStyleCnt="0"/>
      <dgm:spPr/>
    </dgm:pt>
    <dgm:pt modelId="{FFCE08C0-0E12-477F-89A6-BCB823648F1E}" type="pres">
      <dgm:prSet presAssocID="{102C33FD-406D-430E-A264-B373395113DD}" presName="horz2" presStyleCnt="0"/>
      <dgm:spPr/>
    </dgm:pt>
    <dgm:pt modelId="{A16CEB81-7E99-46D2-9469-161189C36DCA}" type="pres">
      <dgm:prSet presAssocID="{102C33FD-406D-430E-A264-B373395113DD}" presName="horzSpace2" presStyleCnt="0"/>
      <dgm:spPr/>
    </dgm:pt>
    <dgm:pt modelId="{0C388F32-83FE-4CA0-904E-A2D27B7687E5}" type="pres">
      <dgm:prSet presAssocID="{102C33FD-406D-430E-A264-B373395113DD}" presName="tx2" presStyleLbl="revTx" presStyleIdx="7" presStyleCnt="12"/>
      <dgm:spPr/>
    </dgm:pt>
    <dgm:pt modelId="{1F02847C-6882-4445-A23C-B1D972E02C9D}" type="pres">
      <dgm:prSet presAssocID="{102C33FD-406D-430E-A264-B373395113DD}" presName="vert2" presStyleCnt="0"/>
      <dgm:spPr/>
    </dgm:pt>
    <dgm:pt modelId="{00F550B2-18A7-4F2D-BCCC-8A1600644842}" type="pres">
      <dgm:prSet presAssocID="{102C33FD-406D-430E-A264-B373395113DD}" presName="thinLine2b" presStyleLbl="callout" presStyleIdx="5" presStyleCnt="9"/>
      <dgm:spPr/>
    </dgm:pt>
    <dgm:pt modelId="{72C4A185-BDC8-40CA-BDA4-421C648B2561}" type="pres">
      <dgm:prSet presAssocID="{102C33FD-406D-430E-A264-B373395113DD}" presName="vertSpace2b" presStyleCnt="0"/>
      <dgm:spPr/>
    </dgm:pt>
    <dgm:pt modelId="{CCCAC294-8891-4F87-8FB9-FFF574A6BC38}" type="pres">
      <dgm:prSet presAssocID="{7FB6DE19-F3D8-4A05-82DB-381901AA4B01}" presName="horz2" presStyleCnt="0"/>
      <dgm:spPr/>
    </dgm:pt>
    <dgm:pt modelId="{99729F4D-4C21-4F8D-BC66-2C341E99FA7C}" type="pres">
      <dgm:prSet presAssocID="{7FB6DE19-F3D8-4A05-82DB-381901AA4B01}" presName="horzSpace2" presStyleCnt="0"/>
      <dgm:spPr/>
    </dgm:pt>
    <dgm:pt modelId="{3668C1F9-A468-4C81-B2F1-3BF3BEC84CE6}" type="pres">
      <dgm:prSet presAssocID="{7FB6DE19-F3D8-4A05-82DB-381901AA4B01}" presName="tx2" presStyleLbl="revTx" presStyleIdx="8" presStyleCnt="12"/>
      <dgm:spPr/>
    </dgm:pt>
    <dgm:pt modelId="{62214813-56EE-428F-A9BE-5D8AEBDDA94B}" type="pres">
      <dgm:prSet presAssocID="{7FB6DE19-F3D8-4A05-82DB-381901AA4B01}" presName="vert2" presStyleCnt="0"/>
      <dgm:spPr/>
    </dgm:pt>
    <dgm:pt modelId="{68762BC6-128D-4C7D-93FE-8355E2FD0768}" type="pres">
      <dgm:prSet presAssocID="{7FB6DE19-F3D8-4A05-82DB-381901AA4B01}" presName="thinLine2b" presStyleLbl="callout" presStyleIdx="6" presStyleCnt="9"/>
      <dgm:spPr/>
    </dgm:pt>
    <dgm:pt modelId="{96CD107E-8C67-49C3-92C3-F2C1504EB75C}" type="pres">
      <dgm:prSet presAssocID="{7FB6DE19-F3D8-4A05-82DB-381901AA4B01}" presName="vertSpace2b" presStyleCnt="0"/>
      <dgm:spPr/>
    </dgm:pt>
    <dgm:pt modelId="{A5D72541-3A91-4758-A05C-1C2E0188E9DF}" type="pres">
      <dgm:prSet presAssocID="{918ED0EF-2478-41FD-A56D-2840C91F4408}" presName="thickLine" presStyleLbl="alignNode1" presStyleIdx="2" presStyleCnt="3"/>
      <dgm:spPr/>
    </dgm:pt>
    <dgm:pt modelId="{2B67E882-A786-4092-BDB5-2BB071B4E0AD}" type="pres">
      <dgm:prSet presAssocID="{918ED0EF-2478-41FD-A56D-2840C91F4408}" presName="horz1" presStyleCnt="0"/>
      <dgm:spPr/>
    </dgm:pt>
    <dgm:pt modelId="{4C9250F1-3C06-484C-B930-9CD9A36EBB1D}" type="pres">
      <dgm:prSet presAssocID="{918ED0EF-2478-41FD-A56D-2840C91F4408}" presName="tx1" presStyleLbl="revTx" presStyleIdx="9" presStyleCnt="12"/>
      <dgm:spPr/>
    </dgm:pt>
    <dgm:pt modelId="{9161C57C-64C9-4FF9-8F8A-27C475B1C576}" type="pres">
      <dgm:prSet presAssocID="{918ED0EF-2478-41FD-A56D-2840C91F4408}" presName="vert1" presStyleCnt="0"/>
      <dgm:spPr/>
    </dgm:pt>
    <dgm:pt modelId="{4CEAD898-3F3E-4092-9AB8-A35FE4AF5DAA}" type="pres">
      <dgm:prSet presAssocID="{0503BB07-2493-4F8F-82E0-5C82019D5F60}" presName="vertSpace2a" presStyleCnt="0"/>
      <dgm:spPr/>
    </dgm:pt>
    <dgm:pt modelId="{5A500833-D9C7-4939-A205-AC5DDF74812F}" type="pres">
      <dgm:prSet presAssocID="{0503BB07-2493-4F8F-82E0-5C82019D5F60}" presName="horz2" presStyleCnt="0"/>
      <dgm:spPr/>
    </dgm:pt>
    <dgm:pt modelId="{28E70A99-AB0D-4EC6-9F19-4E9C9CEAAD31}" type="pres">
      <dgm:prSet presAssocID="{0503BB07-2493-4F8F-82E0-5C82019D5F60}" presName="horzSpace2" presStyleCnt="0"/>
      <dgm:spPr/>
    </dgm:pt>
    <dgm:pt modelId="{0DCA7D73-BA81-4C1A-BD90-DD4613291C8E}" type="pres">
      <dgm:prSet presAssocID="{0503BB07-2493-4F8F-82E0-5C82019D5F60}" presName="tx2" presStyleLbl="revTx" presStyleIdx="10" presStyleCnt="12"/>
      <dgm:spPr/>
    </dgm:pt>
    <dgm:pt modelId="{ADC5EDC2-B472-497C-9BE8-E20DE6713655}" type="pres">
      <dgm:prSet presAssocID="{0503BB07-2493-4F8F-82E0-5C82019D5F60}" presName="vert2" presStyleCnt="0"/>
      <dgm:spPr/>
    </dgm:pt>
    <dgm:pt modelId="{97962902-E37B-42D7-B970-F11299CDB21E}" type="pres">
      <dgm:prSet presAssocID="{0503BB07-2493-4F8F-82E0-5C82019D5F60}" presName="thinLine2b" presStyleLbl="callout" presStyleIdx="7" presStyleCnt="9"/>
      <dgm:spPr/>
    </dgm:pt>
    <dgm:pt modelId="{99814780-9380-42D9-A14D-0A6558B5E92A}" type="pres">
      <dgm:prSet presAssocID="{0503BB07-2493-4F8F-82E0-5C82019D5F60}" presName="vertSpace2b" presStyleCnt="0"/>
      <dgm:spPr/>
    </dgm:pt>
    <dgm:pt modelId="{B4F65703-5ADD-4BFB-AC25-8D10B0EF1257}" type="pres">
      <dgm:prSet presAssocID="{299D9829-CDF6-4783-BBD4-93048A02D9AB}" presName="horz2" presStyleCnt="0"/>
      <dgm:spPr/>
    </dgm:pt>
    <dgm:pt modelId="{73C32C1B-2844-468D-BDA6-1FFD7F540255}" type="pres">
      <dgm:prSet presAssocID="{299D9829-CDF6-4783-BBD4-93048A02D9AB}" presName="horzSpace2" presStyleCnt="0"/>
      <dgm:spPr/>
    </dgm:pt>
    <dgm:pt modelId="{41F101A9-4BA5-4EDF-83AF-B801BCF2A704}" type="pres">
      <dgm:prSet presAssocID="{299D9829-CDF6-4783-BBD4-93048A02D9AB}" presName="tx2" presStyleLbl="revTx" presStyleIdx="11" presStyleCnt="12"/>
      <dgm:spPr/>
    </dgm:pt>
    <dgm:pt modelId="{99A4217D-5264-4694-8F51-A48567A64F44}" type="pres">
      <dgm:prSet presAssocID="{299D9829-CDF6-4783-BBD4-93048A02D9AB}" presName="vert2" presStyleCnt="0"/>
      <dgm:spPr/>
    </dgm:pt>
    <dgm:pt modelId="{028B29C3-578A-482A-BA95-4FDA6DDB60AF}" type="pres">
      <dgm:prSet presAssocID="{299D9829-CDF6-4783-BBD4-93048A02D9AB}" presName="thinLine2b" presStyleLbl="callout" presStyleIdx="8" presStyleCnt="9"/>
      <dgm:spPr/>
    </dgm:pt>
    <dgm:pt modelId="{CA3905F1-527B-4079-B1AF-FE9424D6AFC3}" type="pres">
      <dgm:prSet presAssocID="{299D9829-CDF6-4783-BBD4-93048A02D9AB}" presName="vertSpace2b" presStyleCnt="0"/>
      <dgm:spPr/>
    </dgm:pt>
  </dgm:ptLst>
  <dgm:cxnLst>
    <dgm:cxn modelId="{BD2DB40E-D1E5-45BF-8734-FF9A0F1153F7}" srcId="{C049B150-BCBA-4B11-8767-003B77DC7264}" destId="{0BF8A77A-E93A-4B94-9CC6-C445D69CB1AB}" srcOrd="1" destOrd="0" parTransId="{63E52C14-74DF-4473-AA23-081161822F22}" sibTransId="{4105AB3C-B8DB-415F-842C-D607BF950697}"/>
    <dgm:cxn modelId="{26760F0F-F84F-4BDB-AAAE-1F4C0E8FC324}" srcId="{29EAFFD2-D7F0-48C9-B52E-5EFF2917CBAE}" destId="{918ED0EF-2478-41FD-A56D-2840C91F4408}" srcOrd="2" destOrd="0" parTransId="{DF97246C-AB8E-422E-ACC8-2DABDF543417}" sibTransId="{D249E4D9-F4C5-4C74-93C4-53B651A45076}"/>
    <dgm:cxn modelId="{3EE1D711-8B29-4840-BDD2-327AD094E514}" srcId="{29EAFFD2-D7F0-48C9-B52E-5EFF2917CBAE}" destId="{C7762F1D-7F0B-46B6-A0F7-AA36A6F423F2}" srcOrd="1" destOrd="0" parTransId="{B2E22902-8A1D-4BA7-A0B0-8B6741FE971D}" sibTransId="{15E870BE-F1F0-4E45-815A-9CDA8E33849E}"/>
    <dgm:cxn modelId="{002A7C21-A342-459C-BD6F-CF52EFE00B59}" srcId="{918ED0EF-2478-41FD-A56D-2840C91F4408}" destId="{0503BB07-2493-4F8F-82E0-5C82019D5F60}" srcOrd="0" destOrd="0" parTransId="{3E6F8EB0-DC4C-455B-A985-9CE23A8CD069}" sibTransId="{A60916D8-8EB6-4E6D-B016-A3C6D6FCB69D}"/>
    <dgm:cxn modelId="{6CC63E3E-558E-4929-9407-462F052FF84C}" type="presOf" srcId="{0503BB07-2493-4F8F-82E0-5C82019D5F60}" destId="{0DCA7D73-BA81-4C1A-BD90-DD4613291C8E}" srcOrd="0" destOrd="0" presId="urn:microsoft.com/office/officeart/2008/layout/LinedList"/>
    <dgm:cxn modelId="{E226035C-FE8B-4BF6-B351-6975189DA2D4}" srcId="{C7762F1D-7F0B-46B6-A0F7-AA36A6F423F2}" destId="{102C33FD-406D-430E-A264-B373395113DD}" srcOrd="3" destOrd="0" parTransId="{343DEBF7-F91D-45E5-8C01-760BD531A903}" sibTransId="{F04C7E1F-7ECE-4E80-8854-520A241D9533}"/>
    <dgm:cxn modelId="{70706A64-EB80-4F4B-B18E-6C3E7A35B307}" type="presOf" srcId="{C7762F1D-7F0B-46B6-A0F7-AA36A6F423F2}" destId="{5F247A8B-834D-4EA5-9B31-2411BBAEDCCD}" srcOrd="0" destOrd="0" presId="urn:microsoft.com/office/officeart/2008/layout/LinedList"/>
    <dgm:cxn modelId="{9D584A45-A6FA-4348-A51C-CFE678674319}" type="presOf" srcId="{299D9829-CDF6-4783-BBD4-93048A02D9AB}" destId="{41F101A9-4BA5-4EDF-83AF-B801BCF2A704}" srcOrd="0" destOrd="0" presId="urn:microsoft.com/office/officeart/2008/layout/LinedList"/>
    <dgm:cxn modelId="{1515ED46-DC3C-4641-8D79-BE79D6D39958}" type="presOf" srcId="{EBD9C0BC-F8C2-4EE3-BAE0-A4761A1B9616}" destId="{14106A64-BF42-403F-8EF8-36B3A0130FE6}" srcOrd="0" destOrd="0" presId="urn:microsoft.com/office/officeart/2008/layout/LinedList"/>
    <dgm:cxn modelId="{2EDF656F-F7F0-4C12-8C08-8083D6DBB581}" type="presOf" srcId="{DDA60568-AA5F-4F8D-8A01-600E9E6DEE71}" destId="{5B14B344-E5B5-495F-80B2-F0AF21E60B3C}" srcOrd="0" destOrd="0" presId="urn:microsoft.com/office/officeart/2008/layout/LinedList"/>
    <dgm:cxn modelId="{10933054-A96B-4E48-8772-02924F2AE9C8}" srcId="{918ED0EF-2478-41FD-A56D-2840C91F4408}" destId="{299D9829-CDF6-4783-BBD4-93048A02D9AB}" srcOrd="1" destOrd="0" parTransId="{E2D008B2-2F46-40F7-A958-40E74B359AF6}" sibTransId="{0B170F6A-B106-4DC2-BC24-BE5EF9D1A691}"/>
    <dgm:cxn modelId="{A312B158-8DB2-482A-90A1-50202B079400}" srcId="{C7762F1D-7F0B-46B6-A0F7-AA36A6F423F2}" destId="{FA45B1B5-7B77-40C2-9DB4-32E8CF76FCFC}" srcOrd="1" destOrd="0" parTransId="{42B9EA89-8EEE-4B81-AF28-148096806889}" sibTransId="{771A9F96-D46A-462A-AAD0-3169BFBE7ED0}"/>
    <dgm:cxn modelId="{6A31D780-6ACF-4FB3-BF05-CEA20A668D36}" type="presOf" srcId="{7FB6DE19-F3D8-4A05-82DB-381901AA4B01}" destId="{3668C1F9-A468-4C81-B2F1-3BF3BEC84CE6}" srcOrd="0" destOrd="0" presId="urn:microsoft.com/office/officeart/2008/layout/LinedList"/>
    <dgm:cxn modelId="{3E88FF8A-F747-43A7-BA2A-F2968768A2C4}" type="presOf" srcId="{FA45B1B5-7B77-40C2-9DB4-32E8CF76FCFC}" destId="{2B00C751-7C5D-4EB7-B118-87D8B41F2948}" srcOrd="0" destOrd="0" presId="urn:microsoft.com/office/officeart/2008/layout/LinedList"/>
    <dgm:cxn modelId="{6CD2AD8F-F060-4848-8721-2392B755F213}" srcId="{C7762F1D-7F0B-46B6-A0F7-AA36A6F423F2}" destId="{4C355BFA-106B-45D7-B3B9-F1CF5FAA7D61}" srcOrd="0" destOrd="0" parTransId="{54DE6A51-A56A-4951-9ED9-EE37A1D52337}" sibTransId="{7F5668D6-2D1E-4EE8-BB84-C3E4BB6BEBA2}"/>
    <dgm:cxn modelId="{EE49DB96-3513-4733-833F-36E41AF94797}" type="presOf" srcId="{918ED0EF-2478-41FD-A56D-2840C91F4408}" destId="{4C9250F1-3C06-484C-B930-9CD9A36EBB1D}" srcOrd="0" destOrd="0" presId="urn:microsoft.com/office/officeart/2008/layout/LinedList"/>
    <dgm:cxn modelId="{E310D39A-5D67-4F7F-854E-36DA46B3FCDE}" type="presOf" srcId="{29EAFFD2-D7F0-48C9-B52E-5EFF2917CBAE}" destId="{252985E0-BA65-485B-A4EC-B89B4FB943E4}" srcOrd="0" destOrd="0" presId="urn:microsoft.com/office/officeart/2008/layout/LinedList"/>
    <dgm:cxn modelId="{FD2CA5A6-B514-4371-BC3B-B5F5A207934D}" srcId="{29EAFFD2-D7F0-48C9-B52E-5EFF2917CBAE}" destId="{C049B150-BCBA-4B11-8767-003B77DC7264}" srcOrd="0" destOrd="0" parTransId="{9E088F5F-2F31-4B96-A066-3ED4219202B7}" sibTransId="{052B9E57-9B34-4D59-AAED-0D2E7BD3637D}"/>
    <dgm:cxn modelId="{EB8751BB-7303-4D6A-B5B9-23A0F66BBBFE}" srcId="{C7762F1D-7F0B-46B6-A0F7-AA36A6F423F2}" destId="{7FB6DE19-F3D8-4A05-82DB-381901AA4B01}" srcOrd="4" destOrd="0" parTransId="{8548BB94-465A-4806-AF95-112932C7B1B1}" sibTransId="{40E8EC80-114D-40B3-8448-FBEAE99D8B65}"/>
    <dgm:cxn modelId="{4D48FDBE-1612-475A-B811-85C8E2476218}" srcId="{C7762F1D-7F0B-46B6-A0F7-AA36A6F423F2}" destId="{DDA60568-AA5F-4F8D-8A01-600E9E6DEE71}" srcOrd="2" destOrd="0" parTransId="{6E7F3494-E651-4752-9FFC-76F0B800416D}" sibTransId="{C71E8A59-2568-458A-BC00-5B59C0E463C0}"/>
    <dgm:cxn modelId="{4EA989C3-6E27-419F-9688-9DBDB3FE9D08}" type="presOf" srcId="{102C33FD-406D-430E-A264-B373395113DD}" destId="{0C388F32-83FE-4CA0-904E-A2D27B7687E5}" srcOrd="0" destOrd="0" presId="urn:microsoft.com/office/officeart/2008/layout/LinedList"/>
    <dgm:cxn modelId="{F16B3ED1-1DC0-4704-8C38-68AA313B95E6}" type="presOf" srcId="{0BF8A77A-E93A-4B94-9CC6-C445D69CB1AB}" destId="{3E8FEE22-7D96-4F04-B944-A180227208EB}" srcOrd="0" destOrd="0" presId="urn:microsoft.com/office/officeart/2008/layout/LinedList"/>
    <dgm:cxn modelId="{893793D4-0A76-4F3C-8F2D-D0C7410866DC}" srcId="{C049B150-BCBA-4B11-8767-003B77DC7264}" destId="{EBD9C0BC-F8C2-4EE3-BAE0-A4761A1B9616}" srcOrd="0" destOrd="0" parTransId="{BCE160F9-EDC4-41A9-A8FB-AC19D5256363}" sibTransId="{3338D0E7-627D-40CC-B484-BE14E96DA898}"/>
    <dgm:cxn modelId="{874A61D6-220C-42FC-B39D-AB5A8A5DFCF3}" type="presOf" srcId="{C049B150-BCBA-4B11-8767-003B77DC7264}" destId="{61719037-F2CA-4D13-9399-50A187A7A4F0}" srcOrd="0" destOrd="0" presId="urn:microsoft.com/office/officeart/2008/layout/LinedList"/>
    <dgm:cxn modelId="{CE1387F9-3CE3-4A11-8758-1B50507B6704}" type="presOf" srcId="{4C355BFA-106B-45D7-B3B9-F1CF5FAA7D61}" destId="{DD8900DF-7443-47ED-A6C7-F6ABAF82B13F}" srcOrd="0" destOrd="0" presId="urn:microsoft.com/office/officeart/2008/layout/LinedList"/>
    <dgm:cxn modelId="{76436BCD-BF68-44CE-8652-E540CF851B7F}" type="presParOf" srcId="{252985E0-BA65-485B-A4EC-B89B4FB943E4}" destId="{F4EFE900-AB81-449E-8779-54A7FFE8D960}" srcOrd="0" destOrd="0" presId="urn:microsoft.com/office/officeart/2008/layout/LinedList"/>
    <dgm:cxn modelId="{AEBE00B1-2675-456D-BA33-DA25CEA1D1FD}" type="presParOf" srcId="{252985E0-BA65-485B-A4EC-B89B4FB943E4}" destId="{C2FB8096-BD7F-4244-96DF-3D5C134E357F}" srcOrd="1" destOrd="0" presId="urn:microsoft.com/office/officeart/2008/layout/LinedList"/>
    <dgm:cxn modelId="{9563480B-BC7C-4B6B-9567-AB3283FF01B6}" type="presParOf" srcId="{C2FB8096-BD7F-4244-96DF-3D5C134E357F}" destId="{61719037-F2CA-4D13-9399-50A187A7A4F0}" srcOrd="0" destOrd="0" presId="urn:microsoft.com/office/officeart/2008/layout/LinedList"/>
    <dgm:cxn modelId="{9C2ADD25-27AF-4696-8B37-F0CD62BC8D55}" type="presParOf" srcId="{C2FB8096-BD7F-4244-96DF-3D5C134E357F}" destId="{9EB79C19-39E5-48EF-A101-DB38A21FA28A}" srcOrd="1" destOrd="0" presId="urn:microsoft.com/office/officeart/2008/layout/LinedList"/>
    <dgm:cxn modelId="{249F7C58-EFEE-40F9-97AF-E0B49CECDF0D}" type="presParOf" srcId="{9EB79C19-39E5-48EF-A101-DB38A21FA28A}" destId="{CE4CC6B1-060E-4AF5-814C-F9AB796F0716}" srcOrd="0" destOrd="0" presId="urn:microsoft.com/office/officeart/2008/layout/LinedList"/>
    <dgm:cxn modelId="{1925EF84-039E-487D-A3AC-4D10E323CC7D}" type="presParOf" srcId="{9EB79C19-39E5-48EF-A101-DB38A21FA28A}" destId="{A8FF7802-D804-4D5F-A4D5-F3ADB26BA681}" srcOrd="1" destOrd="0" presId="urn:microsoft.com/office/officeart/2008/layout/LinedList"/>
    <dgm:cxn modelId="{444E6D3F-89F7-4C19-96E5-43C0B53A4739}" type="presParOf" srcId="{A8FF7802-D804-4D5F-A4D5-F3ADB26BA681}" destId="{EA0EF1D2-EC49-479C-98F2-A3E0374722A2}" srcOrd="0" destOrd="0" presId="urn:microsoft.com/office/officeart/2008/layout/LinedList"/>
    <dgm:cxn modelId="{C49058FD-FD83-4A86-A4D8-D8C1DC30FB4E}" type="presParOf" srcId="{A8FF7802-D804-4D5F-A4D5-F3ADB26BA681}" destId="{14106A64-BF42-403F-8EF8-36B3A0130FE6}" srcOrd="1" destOrd="0" presId="urn:microsoft.com/office/officeart/2008/layout/LinedList"/>
    <dgm:cxn modelId="{D0AE787F-47B8-44C3-862A-01B6A5B93693}" type="presParOf" srcId="{A8FF7802-D804-4D5F-A4D5-F3ADB26BA681}" destId="{364AE667-651A-48CC-8C09-9695B84BADA2}" srcOrd="2" destOrd="0" presId="urn:microsoft.com/office/officeart/2008/layout/LinedList"/>
    <dgm:cxn modelId="{39A5E0DE-9CFD-42A9-8B72-63F2483FEB6E}" type="presParOf" srcId="{9EB79C19-39E5-48EF-A101-DB38A21FA28A}" destId="{1E7827BA-E6A8-4677-B5B8-EB3C853B68CE}" srcOrd="2" destOrd="0" presId="urn:microsoft.com/office/officeart/2008/layout/LinedList"/>
    <dgm:cxn modelId="{61056AE3-4B1E-42BB-AD68-4C08D7AC7B2D}" type="presParOf" srcId="{9EB79C19-39E5-48EF-A101-DB38A21FA28A}" destId="{7C37FD6D-714D-49A2-B6CC-0663F44249B7}" srcOrd="3" destOrd="0" presId="urn:microsoft.com/office/officeart/2008/layout/LinedList"/>
    <dgm:cxn modelId="{75E99BB0-5DC8-4BB9-9AFC-5EFEC2B6D29A}" type="presParOf" srcId="{9EB79C19-39E5-48EF-A101-DB38A21FA28A}" destId="{C4CB24F6-AAAF-4A04-96E9-892983527617}" srcOrd="4" destOrd="0" presId="urn:microsoft.com/office/officeart/2008/layout/LinedList"/>
    <dgm:cxn modelId="{398D2F17-67F4-425C-A1E0-243F4B6F84C4}" type="presParOf" srcId="{C4CB24F6-AAAF-4A04-96E9-892983527617}" destId="{82644185-8F2A-4E8B-9DE8-2C299FBF4F7A}" srcOrd="0" destOrd="0" presId="urn:microsoft.com/office/officeart/2008/layout/LinedList"/>
    <dgm:cxn modelId="{5ECD3FED-3DEC-4D0F-8043-6251E17D1821}" type="presParOf" srcId="{C4CB24F6-AAAF-4A04-96E9-892983527617}" destId="{3E8FEE22-7D96-4F04-B944-A180227208EB}" srcOrd="1" destOrd="0" presId="urn:microsoft.com/office/officeart/2008/layout/LinedList"/>
    <dgm:cxn modelId="{8AE2A901-0499-4785-AAED-850152A78682}" type="presParOf" srcId="{C4CB24F6-AAAF-4A04-96E9-892983527617}" destId="{5610B045-F0CE-49AA-8351-A900141B0604}" srcOrd="2" destOrd="0" presId="urn:microsoft.com/office/officeart/2008/layout/LinedList"/>
    <dgm:cxn modelId="{070AC793-A6FC-41F6-BD37-3B202EA370D6}" type="presParOf" srcId="{9EB79C19-39E5-48EF-A101-DB38A21FA28A}" destId="{CF2EF24E-0D29-4CEA-84DD-55BA97645ADC}" srcOrd="5" destOrd="0" presId="urn:microsoft.com/office/officeart/2008/layout/LinedList"/>
    <dgm:cxn modelId="{3B803038-63C1-4673-B607-EE9653CBDBE3}" type="presParOf" srcId="{9EB79C19-39E5-48EF-A101-DB38A21FA28A}" destId="{4448BDB8-F634-4653-841A-F8493407046D}" srcOrd="6" destOrd="0" presId="urn:microsoft.com/office/officeart/2008/layout/LinedList"/>
    <dgm:cxn modelId="{30B522AB-4604-45D5-A13B-5985DEEB0FB9}" type="presParOf" srcId="{252985E0-BA65-485B-A4EC-B89B4FB943E4}" destId="{6CAF8571-5B5D-4C98-A4EE-67FA151C81E2}" srcOrd="2" destOrd="0" presId="urn:microsoft.com/office/officeart/2008/layout/LinedList"/>
    <dgm:cxn modelId="{C165C989-9360-42FB-A950-550DDADE6ED2}" type="presParOf" srcId="{252985E0-BA65-485B-A4EC-B89B4FB943E4}" destId="{3F65913E-A962-4428-B649-805A0204792A}" srcOrd="3" destOrd="0" presId="urn:microsoft.com/office/officeart/2008/layout/LinedList"/>
    <dgm:cxn modelId="{29CF4466-4C65-410C-9324-969C57503BAB}" type="presParOf" srcId="{3F65913E-A962-4428-B649-805A0204792A}" destId="{5F247A8B-834D-4EA5-9B31-2411BBAEDCCD}" srcOrd="0" destOrd="0" presId="urn:microsoft.com/office/officeart/2008/layout/LinedList"/>
    <dgm:cxn modelId="{F8B2A0BF-CA61-42E5-A461-FE50FCC06156}" type="presParOf" srcId="{3F65913E-A962-4428-B649-805A0204792A}" destId="{F819262E-127C-45D6-853A-2BFE1F7677FA}" srcOrd="1" destOrd="0" presId="urn:microsoft.com/office/officeart/2008/layout/LinedList"/>
    <dgm:cxn modelId="{4AA09FAC-54A5-4E27-A831-7A62D915C367}" type="presParOf" srcId="{F819262E-127C-45D6-853A-2BFE1F7677FA}" destId="{C1EA2D7F-ACCA-4D2E-A683-617AD9EA3FCD}" srcOrd="0" destOrd="0" presId="urn:microsoft.com/office/officeart/2008/layout/LinedList"/>
    <dgm:cxn modelId="{402E94B6-E2CD-4F00-A32E-2C3EA6BD2916}" type="presParOf" srcId="{F819262E-127C-45D6-853A-2BFE1F7677FA}" destId="{488E9FF3-B7FF-4E5F-BAE1-25F7B43D0455}" srcOrd="1" destOrd="0" presId="urn:microsoft.com/office/officeart/2008/layout/LinedList"/>
    <dgm:cxn modelId="{5FF057A1-3FAF-4BF3-B5BD-AD0FC8A18E16}" type="presParOf" srcId="{488E9FF3-B7FF-4E5F-BAE1-25F7B43D0455}" destId="{EFDE9DA6-545A-41CA-8888-C82BAFF1F8C3}" srcOrd="0" destOrd="0" presId="urn:microsoft.com/office/officeart/2008/layout/LinedList"/>
    <dgm:cxn modelId="{9E854EA5-8EDB-4066-8D97-5731B33EFA50}" type="presParOf" srcId="{488E9FF3-B7FF-4E5F-BAE1-25F7B43D0455}" destId="{DD8900DF-7443-47ED-A6C7-F6ABAF82B13F}" srcOrd="1" destOrd="0" presId="urn:microsoft.com/office/officeart/2008/layout/LinedList"/>
    <dgm:cxn modelId="{0C695829-01D3-44DF-8A50-017B4579FDFF}" type="presParOf" srcId="{488E9FF3-B7FF-4E5F-BAE1-25F7B43D0455}" destId="{7DB13906-6A3F-4BA5-9F41-529303F9411E}" srcOrd="2" destOrd="0" presId="urn:microsoft.com/office/officeart/2008/layout/LinedList"/>
    <dgm:cxn modelId="{AD072E2D-2ECC-40A1-956D-1DBBD7CAAE04}" type="presParOf" srcId="{F819262E-127C-45D6-853A-2BFE1F7677FA}" destId="{AF8E919F-5E4A-4038-AB51-0411C6FF0DEF}" srcOrd="2" destOrd="0" presId="urn:microsoft.com/office/officeart/2008/layout/LinedList"/>
    <dgm:cxn modelId="{637E1374-E81E-4F9F-9756-257A216B7D23}" type="presParOf" srcId="{F819262E-127C-45D6-853A-2BFE1F7677FA}" destId="{5561DD16-B526-4C0A-875D-AF81D30E6CD0}" srcOrd="3" destOrd="0" presId="urn:microsoft.com/office/officeart/2008/layout/LinedList"/>
    <dgm:cxn modelId="{35F3B600-766D-471B-A3EE-B24BE4CB2C98}" type="presParOf" srcId="{F819262E-127C-45D6-853A-2BFE1F7677FA}" destId="{E40E0F33-E987-4E77-BEC5-3A32860602BE}" srcOrd="4" destOrd="0" presId="urn:microsoft.com/office/officeart/2008/layout/LinedList"/>
    <dgm:cxn modelId="{28C8A8E8-6723-4F9A-8B76-BB705C1CBF32}" type="presParOf" srcId="{E40E0F33-E987-4E77-BEC5-3A32860602BE}" destId="{47524397-BAB8-47B0-866A-8B4094BF1766}" srcOrd="0" destOrd="0" presId="urn:microsoft.com/office/officeart/2008/layout/LinedList"/>
    <dgm:cxn modelId="{13EC65F0-924D-4724-83D1-1E18B040F242}" type="presParOf" srcId="{E40E0F33-E987-4E77-BEC5-3A32860602BE}" destId="{2B00C751-7C5D-4EB7-B118-87D8B41F2948}" srcOrd="1" destOrd="0" presId="urn:microsoft.com/office/officeart/2008/layout/LinedList"/>
    <dgm:cxn modelId="{C606457A-4B8A-4980-B109-A19F7BA8AA26}" type="presParOf" srcId="{E40E0F33-E987-4E77-BEC5-3A32860602BE}" destId="{34D37C35-6B8B-4A9C-A160-7ACB4135C62D}" srcOrd="2" destOrd="0" presId="urn:microsoft.com/office/officeart/2008/layout/LinedList"/>
    <dgm:cxn modelId="{0A39D18D-68DE-4CEC-A9E8-42F345384B95}" type="presParOf" srcId="{F819262E-127C-45D6-853A-2BFE1F7677FA}" destId="{AFEE3F9F-3514-4BF3-87AC-B63A421AA4B0}" srcOrd="5" destOrd="0" presId="urn:microsoft.com/office/officeart/2008/layout/LinedList"/>
    <dgm:cxn modelId="{2749F52F-6F0F-4D0A-8228-A268943FCF07}" type="presParOf" srcId="{F819262E-127C-45D6-853A-2BFE1F7677FA}" destId="{7AA28ED1-571B-4333-96F7-288A01DFB432}" srcOrd="6" destOrd="0" presId="urn:microsoft.com/office/officeart/2008/layout/LinedList"/>
    <dgm:cxn modelId="{3E180778-19EA-4CB4-89F3-EB4D097139C4}" type="presParOf" srcId="{F819262E-127C-45D6-853A-2BFE1F7677FA}" destId="{3450620E-2675-4185-A691-DE637935C14C}" srcOrd="7" destOrd="0" presId="urn:microsoft.com/office/officeart/2008/layout/LinedList"/>
    <dgm:cxn modelId="{C39154EB-494F-48A1-B6E2-F1F29681984E}" type="presParOf" srcId="{3450620E-2675-4185-A691-DE637935C14C}" destId="{A96B3C5A-1D28-4545-81AD-B591D7046545}" srcOrd="0" destOrd="0" presId="urn:microsoft.com/office/officeart/2008/layout/LinedList"/>
    <dgm:cxn modelId="{7DE349BE-7226-4CD7-9654-6956E89D1420}" type="presParOf" srcId="{3450620E-2675-4185-A691-DE637935C14C}" destId="{5B14B344-E5B5-495F-80B2-F0AF21E60B3C}" srcOrd="1" destOrd="0" presId="urn:microsoft.com/office/officeart/2008/layout/LinedList"/>
    <dgm:cxn modelId="{E624D434-1425-44EE-BB57-6C5B555CE1F3}" type="presParOf" srcId="{3450620E-2675-4185-A691-DE637935C14C}" destId="{873A6000-AF2A-4093-8599-B5B207A780D2}" srcOrd="2" destOrd="0" presId="urn:microsoft.com/office/officeart/2008/layout/LinedList"/>
    <dgm:cxn modelId="{9B2B50B5-BDFE-4666-B402-5A77A8BA21EA}" type="presParOf" srcId="{F819262E-127C-45D6-853A-2BFE1F7677FA}" destId="{FDF6FB7B-2AE0-4036-B2D5-B6A29DD84113}" srcOrd="8" destOrd="0" presId="urn:microsoft.com/office/officeart/2008/layout/LinedList"/>
    <dgm:cxn modelId="{3C9524B7-D84C-469F-9EAB-C051A71E3BBD}" type="presParOf" srcId="{F819262E-127C-45D6-853A-2BFE1F7677FA}" destId="{83784F1C-5BA7-4233-A3AF-F9C147D7E842}" srcOrd="9" destOrd="0" presId="urn:microsoft.com/office/officeart/2008/layout/LinedList"/>
    <dgm:cxn modelId="{AD4C9838-9B0D-4054-B400-2BC2EFB34695}" type="presParOf" srcId="{F819262E-127C-45D6-853A-2BFE1F7677FA}" destId="{FFCE08C0-0E12-477F-89A6-BCB823648F1E}" srcOrd="10" destOrd="0" presId="urn:microsoft.com/office/officeart/2008/layout/LinedList"/>
    <dgm:cxn modelId="{6D998D44-D556-4F21-8237-912F83A6ADBE}" type="presParOf" srcId="{FFCE08C0-0E12-477F-89A6-BCB823648F1E}" destId="{A16CEB81-7E99-46D2-9469-161189C36DCA}" srcOrd="0" destOrd="0" presId="urn:microsoft.com/office/officeart/2008/layout/LinedList"/>
    <dgm:cxn modelId="{FFA671B1-FBE6-4C4C-BA1C-E8AF9F122841}" type="presParOf" srcId="{FFCE08C0-0E12-477F-89A6-BCB823648F1E}" destId="{0C388F32-83FE-4CA0-904E-A2D27B7687E5}" srcOrd="1" destOrd="0" presId="urn:microsoft.com/office/officeart/2008/layout/LinedList"/>
    <dgm:cxn modelId="{2240E5A9-D417-472A-9BBA-14E43A44ACDC}" type="presParOf" srcId="{FFCE08C0-0E12-477F-89A6-BCB823648F1E}" destId="{1F02847C-6882-4445-A23C-B1D972E02C9D}" srcOrd="2" destOrd="0" presId="urn:microsoft.com/office/officeart/2008/layout/LinedList"/>
    <dgm:cxn modelId="{5AD982D2-EC9B-4788-8142-590422EA9F89}" type="presParOf" srcId="{F819262E-127C-45D6-853A-2BFE1F7677FA}" destId="{00F550B2-18A7-4F2D-BCCC-8A1600644842}" srcOrd="11" destOrd="0" presId="urn:microsoft.com/office/officeart/2008/layout/LinedList"/>
    <dgm:cxn modelId="{B9DB36D2-7948-4D8F-A0AC-0F28C09175A3}" type="presParOf" srcId="{F819262E-127C-45D6-853A-2BFE1F7677FA}" destId="{72C4A185-BDC8-40CA-BDA4-421C648B2561}" srcOrd="12" destOrd="0" presId="urn:microsoft.com/office/officeart/2008/layout/LinedList"/>
    <dgm:cxn modelId="{73305BA3-DDF2-47B0-BB85-ABCA36779DD6}" type="presParOf" srcId="{F819262E-127C-45D6-853A-2BFE1F7677FA}" destId="{CCCAC294-8891-4F87-8FB9-FFF574A6BC38}" srcOrd="13" destOrd="0" presId="urn:microsoft.com/office/officeart/2008/layout/LinedList"/>
    <dgm:cxn modelId="{857F3B3D-5316-423A-9C7F-FCA1510FC191}" type="presParOf" srcId="{CCCAC294-8891-4F87-8FB9-FFF574A6BC38}" destId="{99729F4D-4C21-4F8D-BC66-2C341E99FA7C}" srcOrd="0" destOrd="0" presId="urn:microsoft.com/office/officeart/2008/layout/LinedList"/>
    <dgm:cxn modelId="{CABC54B8-E4EB-494E-838F-F9FAD83E6631}" type="presParOf" srcId="{CCCAC294-8891-4F87-8FB9-FFF574A6BC38}" destId="{3668C1F9-A468-4C81-B2F1-3BF3BEC84CE6}" srcOrd="1" destOrd="0" presId="urn:microsoft.com/office/officeart/2008/layout/LinedList"/>
    <dgm:cxn modelId="{BB7CDC8A-A39B-4B35-9182-1E71114853AE}" type="presParOf" srcId="{CCCAC294-8891-4F87-8FB9-FFF574A6BC38}" destId="{62214813-56EE-428F-A9BE-5D8AEBDDA94B}" srcOrd="2" destOrd="0" presId="urn:microsoft.com/office/officeart/2008/layout/LinedList"/>
    <dgm:cxn modelId="{42EA5697-521B-4740-8319-5D659FE95267}" type="presParOf" srcId="{F819262E-127C-45D6-853A-2BFE1F7677FA}" destId="{68762BC6-128D-4C7D-93FE-8355E2FD0768}" srcOrd="14" destOrd="0" presId="urn:microsoft.com/office/officeart/2008/layout/LinedList"/>
    <dgm:cxn modelId="{63CAED18-7B49-4DF5-B8C2-3EDC12BB2F34}" type="presParOf" srcId="{F819262E-127C-45D6-853A-2BFE1F7677FA}" destId="{96CD107E-8C67-49C3-92C3-F2C1504EB75C}" srcOrd="15" destOrd="0" presId="urn:microsoft.com/office/officeart/2008/layout/LinedList"/>
    <dgm:cxn modelId="{A86C01BE-307D-4B5E-B736-93F402026E3E}" type="presParOf" srcId="{252985E0-BA65-485B-A4EC-B89B4FB943E4}" destId="{A5D72541-3A91-4758-A05C-1C2E0188E9DF}" srcOrd="4" destOrd="0" presId="urn:microsoft.com/office/officeart/2008/layout/LinedList"/>
    <dgm:cxn modelId="{9A6E6698-76FA-40CD-8755-68770B31180E}" type="presParOf" srcId="{252985E0-BA65-485B-A4EC-B89B4FB943E4}" destId="{2B67E882-A786-4092-BDB5-2BB071B4E0AD}" srcOrd="5" destOrd="0" presId="urn:microsoft.com/office/officeart/2008/layout/LinedList"/>
    <dgm:cxn modelId="{D6B573B3-D307-4D3A-BC4B-39A3552F39F8}" type="presParOf" srcId="{2B67E882-A786-4092-BDB5-2BB071B4E0AD}" destId="{4C9250F1-3C06-484C-B930-9CD9A36EBB1D}" srcOrd="0" destOrd="0" presId="urn:microsoft.com/office/officeart/2008/layout/LinedList"/>
    <dgm:cxn modelId="{8E341DE9-70F9-4A94-9613-3213C2C7CC38}" type="presParOf" srcId="{2B67E882-A786-4092-BDB5-2BB071B4E0AD}" destId="{9161C57C-64C9-4FF9-8F8A-27C475B1C576}" srcOrd="1" destOrd="0" presId="urn:microsoft.com/office/officeart/2008/layout/LinedList"/>
    <dgm:cxn modelId="{E77EA15F-B16C-49B3-9C45-912DE522B365}" type="presParOf" srcId="{9161C57C-64C9-4FF9-8F8A-27C475B1C576}" destId="{4CEAD898-3F3E-4092-9AB8-A35FE4AF5DAA}" srcOrd="0" destOrd="0" presId="urn:microsoft.com/office/officeart/2008/layout/LinedList"/>
    <dgm:cxn modelId="{D698EE98-02E0-4691-B97D-29BE36614D86}" type="presParOf" srcId="{9161C57C-64C9-4FF9-8F8A-27C475B1C576}" destId="{5A500833-D9C7-4939-A205-AC5DDF74812F}" srcOrd="1" destOrd="0" presId="urn:microsoft.com/office/officeart/2008/layout/LinedList"/>
    <dgm:cxn modelId="{548951E7-CB58-4E5E-8056-730A8A257216}" type="presParOf" srcId="{5A500833-D9C7-4939-A205-AC5DDF74812F}" destId="{28E70A99-AB0D-4EC6-9F19-4E9C9CEAAD31}" srcOrd="0" destOrd="0" presId="urn:microsoft.com/office/officeart/2008/layout/LinedList"/>
    <dgm:cxn modelId="{C07331C9-6896-4A92-AE99-5B45E0F13966}" type="presParOf" srcId="{5A500833-D9C7-4939-A205-AC5DDF74812F}" destId="{0DCA7D73-BA81-4C1A-BD90-DD4613291C8E}" srcOrd="1" destOrd="0" presId="urn:microsoft.com/office/officeart/2008/layout/LinedList"/>
    <dgm:cxn modelId="{CAA8E83B-7B9B-4B49-8D42-5F19212C7AA4}" type="presParOf" srcId="{5A500833-D9C7-4939-A205-AC5DDF74812F}" destId="{ADC5EDC2-B472-497C-9BE8-E20DE6713655}" srcOrd="2" destOrd="0" presId="urn:microsoft.com/office/officeart/2008/layout/LinedList"/>
    <dgm:cxn modelId="{A75C82DB-2672-4645-BAF6-649A2FC7E44B}" type="presParOf" srcId="{9161C57C-64C9-4FF9-8F8A-27C475B1C576}" destId="{97962902-E37B-42D7-B970-F11299CDB21E}" srcOrd="2" destOrd="0" presId="urn:microsoft.com/office/officeart/2008/layout/LinedList"/>
    <dgm:cxn modelId="{AAFF671C-4E27-4393-94C2-3F04317FFD3B}" type="presParOf" srcId="{9161C57C-64C9-4FF9-8F8A-27C475B1C576}" destId="{99814780-9380-42D9-A14D-0A6558B5E92A}" srcOrd="3" destOrd="0" presId="urn:microsoft.com/office/officeart/2008/layout/LinedList"/>
    <dgm:cxn modelId="{ABA0A2EA-D792-4E44-9BD0-F81EE8D42CC6}" type="presParOf" srcId="{9161C57C-64C9-4FF9-8F8A-27C475B1C576}" destId="{B4F65703-5ADD-4BFB-AC25-8D10B0EF1257}" srcOrd="4" destOrd="0" presId="urn:microsoft.com/office/officeart/2008/layout/LinedList"/>
    <dgm:cxn modelId="{E5A0D294-0F40-4BE6-8A17-7EA149B4573F}" type="presParOf" srcId="{B4F65703-5ADD-4BFB-AC25-8D10B0EF1257}" destId="{73C32C1B-2844-468D-BDA6-1FFD7F540255}" srcOrd="0" destOrd="0" presId="urn:microsoft.com/office/officeart/2008/layout/LinedList"/>
    <dgm:cxn modelId="{F5918599-5D61-4498-B0B6-DC2643345F2A}" type="presParOf" srcId="{B4F65703-5ADD-4BFB-AC25-8D10B0EF1257}" destId="{41F101A9-4BA5-4EDF-83AF-B801BCF2A704}" srcOrd="1" destOrd="0" presId="urn:microsoft.com/office/officeart/2008/layout/LinedList"/>
    <dgm:cxn modelId="{6C1E847A-E357-45C2-9CF6-9985045E2664}" type="presParOf" srcId="{B4F65703-5ADD-4BFB-AC25-8D10B0EF1257}" destId="{99A4217D-5264-4694-8F51-A48567A64F44}" srcOrd="2" destOrd="0" presId="urn:microsoft.com/office/officeart/2008/layout/LinedList"/>
    <dgm:cxn modelId="{3BAC0C08-6115-4C5C-8732-CDD79514B4F2}" type="presParOf" srcId="{9161C57C-64C9-4FF9-8F8A-27C475B1C576}" destId="{028B29C3-578A-482A-BA95-4FDA6DDB60AF}" srcOrd="5" destOrd="0" presId="urn:microsoft.com/office/officeart/2008/layout/LinedList"/>
    <dgm:cxn modelId="{63438E05-B8F5-4E97-8D8B-3A9CD13FBA25}" type="presParOf" srcId="{9161C57C-64C9-4FF9-8F8A-27C475B1C576}" destId="{CA3905F1-527B-4079-B1AF-FE9424D6AFC3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A65AFE-F3A6-4705-9626-2A013DBAF0B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CAF57F6-FBBE-4318-B797-7FB7EADDE6F6}">
      <dgm:prSet phldrT="[Text]"/>
      <dgm:spPr/>
      <dgm:t>
        <a:bodyPr/>
        <a:lstStyle/>
        <a:p>
          <a:r>
            <a:rPr lang="en-IN" b="1"/>
            <a:t>Definition:</a:t>
          </a:r>
          <a:endParaRPr lang="en-IN" dirty="0"/>
        </a:p>
      </dgm:t>
    </dgm:pt>
    <dgm:pt modelId="{001E1F71-314F-4576-BFDE-14481166DADD}" type="parTrans" cxnId="{B827EC72-6F47-4319-B052-9BEA69C2993B}">
      <dgm:prSet/>
      <dgm:spPr/>
      <dgm:t>
        <a:bodyPr/>
        <a:lstStyle/>
        <a:p>
          <a:endParaRPr lang="en-IN"/>
        </a:p>
      </dgm:t>
    </dgm:pt>
    <dgm:pt modelId="{29E9F7F2-5762-41FA-949F-EF93D550FA4E}" type="sibTrans" cxnId="{B827EC72-6F47-4319-B052-9BEA69C2993B}">
      <dgm:prSet/>
      <dgm:spPr/>
      <dgm:t>
        <a:bodyPr/>
        <a:lstStyle/>
        <a:p>
          <a:endParaRPr lang="en-IN"/>
        </a:p>
      </dgm:t>
    </dgm:pt>
    <dgm:pt modelId="{EF88C650-F914-4D7E-B70A-36E28539B2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 static function can </a:t>
          </a:r>
          <a:r>
            <a:rPr lang="en-US" b="1" dirty="0"/>
            <a:t>access only static members</a:t>
          </a:r>
          <a:r>
            <a:rPr lang="en-US" dirty="0"/>
            <a:t>.</a:t>
          </a:r>
        </a:p>
      </dgm:t>
    </dgm:pt>
    <dgm:pt modelId="{624BDBD0-3C58-4401-96D2-F394DD5946DF}" type="parTrans" cxnId="{9695C82E-2522-4D8A-891E-AD4C690A504D}">
      <dgm:prSet/>
      <dgm:spPr/>
      <dgm:t>
        <a:bodyPr/>
        <a:lstStyle/>
        <a:p>
          <a:endParaRPr lang="en-IN"/>
        </a:p>
      </dgm:t>
    </dgm:pt>
    <dgm:pt modelId="{30CF3B6A-717A-4276-84D3-2C17B9F41B7B}" type="sibTrans" cxnId="{9695C82E-2522-4D8A-891E-AD4C690A504D}">
      <dgm:prSet/>
      <dgm:spPr/>
      <dgm:t>
        <a:bodyPr/>
        <a:lstStyle/>
        <a:p>
          <a:endParaRPr lang="en-IN"/>
        </a:p>
      </dgm:t>
    </dgm:pt>
    <dgm:pt modelId="{7FDDA011-04F5-4C24-ACFF-83B1997952B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Called using </a:t>
          </a:r>
          <a:r>
            <a:rPr lang="en-US" b="1" dirty="0"/>
            <a:t>class name and scope resolution operator</a:t>
          </a:r>
          <a:r>
            <a:rPr lang="en-US" dirty="0"/>
            <a:t> (</a:t>
          </a:r>
          <a:r>
            <a:rPr lang="en-US" dirty="0" err="1"/>
            <a:t>ClassName</a:t>
          </a:r>
          <a:r>
            <a:rPr lang="en-US" dirty="0"/>
            <a:t>::Function()), no object required.</a:t>
          </a:r>
        </a:p>
      </dgm:t>
    </dgm:pt>
    <dgm:pt modelId="{47955A23-91CD-493C-A761-C347D3489FB0}" type="parTrans" cxnId="{41537F70-4A19-48FD-8A3A-DFCA8FF0AE91}">
      <dgm:prSet/>
      <dgm:spPr/>
      <dgm:t>
        <a:bodyPr/>
        <a:lstStyle/>
        <a:p>
          <a:endParaRPr lang="en-IN"/>
        </a:p>
      </dgm:t>
    </dgm:pt>
    <dgm:pt modelId="{AEEF19A9-4DC5-4456-A27F-C2FF33D8B0B6}" type="sibTrans" cxnId="{41537F70-4A19-48FD-8A3A-DFCA8FF0AE91}">
      <dgm:prSet/>
      <dgm:spPr/>
      <dgm:t>
        <a:bodyPr/>
        <a:lstStyle/>
        <a:p>
          <a:endParaRPr lang="en-IN"/>
        </a:p>
      </dgm:t>
    </dgm:pt>
    <dgm:pt modelId="{1217A2EC-9FA2-42FB-BE93-E58A9AD99F45}">
      <dgm:prSet/>
      <dgm:spPr/>
      <dgm:t>
        <a:bodyPr/>
        <a:lstStyle/>
        <a:p>
          <a:r>
            <a:rPr lang="en-IN" b="1"/>
            <a:t>Key Characteristics:</a:t>
          </a:r>
          <a:endParaRPr lang="en-IN"/>
        </a:p>
      </dgm:t>
    </dgm:pt>
    <dgm:pt modelId="{7DF14C22-7525-42D2-A2AE-564F01F066D3}" type="parTrans" cxnId="{2A860BD0-5C31-47BE-8A7A-C2D37E5F5B5C}">
      <dgm:prSet/>
      <dgm:spPr/>
      <dgm:t>
        <a:bodyPr/>
        <a:lstStyle/>
        <a:p>
          <a:endParaRPr lang="en-IN"/>
        </a:p>
      </dgm:t>
    </dgm:pt>
    <dgm:pt modelId="{C7F0A663-E288-4473-9AFE-2B51D7C83916}" type="sibTrans" cxnId="{2A860BD0-5C31-47BE-8A7A-C2D37E5F5B5C}">
      <dgm:prSet/>
      <dgm:spPr/>
      <dgm:t>
        <a:bodyPr/>
        <a:lstStyle/>
        <a:p>
          <a:endParaRPr lang="en-IN"/>
        </a:p>
      </dgm:t>
    </dgm:pt>
    <dgm:pt modelId="{03F0383B-4D3B-4645-803B-E3CB783F91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Cannot access </a:t>
          </a:r>
          <a:r>
            <a:rPr lang="en-IN" b="1" dirty="0"/>
            <a:t>non-static</a:t>
          </a:r>
          <a:r>
            <a:rPr lang="en-IN" dirty="0"/>
            <a:t> members.</a:t>
          </a:r>
        </a:p>
      </dgm:t>
    </dgm:pt>
    <dgm:pt modelId="{9628FEA6-F11D-4A2F-A2F3-9DEBCDC2D8BC}" type="parTrans" cxnId="{37E6E3E8-C4FD-49F5-AB21-4C0231627919}">
      <dgm:prSet/>
      <dgm:spPr/>
      <dgm:t>
        <a:bodyPr/>
        <a:lstStyle/>
        <a:p>
          <a:endParaRPr lang="en-IN"/>
        </a:p>
      </dgm:t>
    </dgm:pt>
    <dgm:pt modelId="{FDAE3ED3-0A34-4F0E-A9DA-56008C7669BD}" type="sibTrans" cxnId="{37E6E3E8-C4FD-49F5-AB21-4C0231627919}">
      <dgm:prSet/>
      <dgm:spPr/>
      <dgm:t>
        <a:bodyPr/>
        <a:lstStyle/>
        <a:p>
          <a:endParaRPr lang="en-IN"/>
        </a:p>
      </dgm:t>
    </dgm:pt>
    <dgm:pt modelId="{0024D99B-1CCE-4F81-8C0E-9DD44477581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Useful for performing actions common to all instances.</a:t>
          </a:r>
        </a:p>
      </dgm:t>
    </dgm:pt>
    <dgm:pt modelId="{9FB8318C-917F-4EB3-B8B0-A9B9EE3F9437}" type="parTrans" cxnId="{F41990D1-7A27-49D3-B28A-2623D2BED915}">
      <dgm:prSet/>
      <dgm:spPr/>
      <dgm:t>
        <a:bodyPr/>
        <a:lstStyle/>
        <a:p>
          <a:endParaRPr lang="en-IN"/>
        </a:p>
      </dgm:t>
    </dgm:pt>
    <dgm:pt modelId="{B017AF5D-1C6C-4EED-A788-6032918FD6E2}" type="sibTrans" cxnId="{F41990D1-7A27-49D3-B28A-2623D2BED915}">
      <dgm:prSet/>
      <dgm:spPr/>
      <dgm:t>
        <a:bodyPr/>
        <a:lstStyle/>
        <a:p>
          <a:endParaRPr lang="en-IN"/>
        </a:p>
      </dgm:t>
    </dgm:pt>
    <dgm:pt modelId="{C28C6752-37AD-48F7-AD8B-C9B76ED8F095}">
      <dgm:prSet/>
      <dgm:spPr/>
      <dgm:t>
        <a:bodyPr/>
        <a:lstStyle/>
        <a:p>
          <a:r>
            <a:rPr lang="en-IN" b="1"/>
            <a:t>Uses:</a:t>
          </a:r>
          <a:endParaRPr lang="en-IN"/>
        </a:p>
      </dgm:t>
    </dgm:pt>
    <dgm:pt modelId="{CB9FDBD3-87FA-40AB-B6CE-59AADFE97C16}" type="parTrans" cxnId="{505C18C4-19A6-40C4-826E-7BDCA9851C4D}">
      <dgm:prSet/>
      <dgm:spPr/>
      <dgm:t>
        <a:bodyPr/>
        <a:lstStyle/>
        <a:p>
          <a:endParaRPr lang="en-IN"/>
        </a:p>
      </dgm:t>
    </dgm:pt>
    <dgm:pt modelId="{9D276EBE-8DCA-4BCA-AA43-BA3F3D841C2A}" type="sibTrans" cxnId="{505C18C4-19A6-40C4-826E-7BDCA9851C4D}">
      <dgm:prSet/>
      <dgm:spPr/>
      <dgm:t>
        <a:bodyPr/>
        <a:lstStyle/>
        <a:p>
          <a:endParaRPr lang="en-IN"/>
        </a:p>
      </dgm:t>
    </dgm:pt>
    <dgm:pt modelId="{C5AF6DD7-1383-464F-BEB5-A3268FC6A9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</a:t>
          </a:r>
          <a:r>
            <a:rPr lang="en-US" b="1" dirty="0"/>
            <a:t>class-wide data or counters</a:t>
          </a:r>
          <a:r>
            <a:rPr lang="en-US" dirty="0"/>
            <a:t>.</a:t>
          </a:r>
        </a:p>
      </dgm:t>
    </dgm:pt>
    <dgm:pt modelId="{D38A03A5-5DD7-4085-A5AD-F9370026946A}" type="parTrans" cxnId="{74C0FB8B-810A-4DE9-86B7-B41E37490F0D}">
      <dgm:prSet/>
      <dgm:spPr/>
      <dgm:t>
        <a:bodyPr/>
        <a:lstStyle/>
        <a:p>
          <a:endParaRPr lang="en-IN"/>
        </a:p>
      </dgm:t>
    </dgm:pt>
    <dgm:pt modelId="{6F0D3ABA-7920-46ED-873C-91DF6616752A}" type="sibTrans" cxnId="{74C0FB8B-810A-4DE9-86B7-B41E37490F0D}">
      <dgm:prSet/>
      <dgm:spPr/>
      <dgm:t>
        <a:bodyPr/>
        <a:lstStyle/>
        <a:p>
          <a:endParaRPr lang="en-IN"/>
        </a:p>
      </dgm:t>
    </dgm:pt>
    <dgm:pt modelId="{CDC415C5-3127-4CB1-A975-718065AD44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Frequently used in </a:t>
          </a:r>
          <a:r>
            <a:rPr lang="en-US" b="1" dirty="0"/>
            <a:t>memory management</a:t>
          </a:r>
          <a:r>
            <a:rPr lang="en-US" dirty="0"/>
            <a:t> scenarios.</a:t>
          </a:r>
        </a:p>
      </dgm:t>
    </dgm:pt>
    <dgm:pt modelId="{D69B9C45-75D7-4AC6-8048-FC5507EAA913}" type="parTrans" cxnId="{56B08945-D74A-4711-8392-0AFD84E3913C}">
      <dgm:prSet/>
      <dgm:spPr/>
      <dgm:t>
        <a:bodyPr/>
        <a:lstStyle/>
        <a:p>
          <a:endParaRPr lang="en-IN"/>
        </a:p>
      </dgm:t>
    </dgm:pt>
    <dgm:pt modelId="{1E03E1EF-9AA5-43F3-81D7-9D595D7E7365}" type="sibTrans" cxnId="{56B08945-D74A-4711-8392-0AFD84E3913C}">
      <dgm:prSet/>
      <dgm:spPr/>
      <dgm:t>
        <a:bodyPr/>
        <a:lstStyle/>
        <a:p>
          <a:endParaRPr lang="en-IN"/>
        </a:p>
      </dgm:t>
    </dgm:pt>
    <dgm:pt modelId="{FBB7E06F-F4C6-456F-9CDA-E3EAB15C8EE3}" type="pres">
      <dgm:prSet presAssocID="{16A65AFE-F3A6-4705-9626-2A013DBAF0B0}" presName="vert0" presStyleCnt="0">
        <dgm:presLayoutVars>
          <dgm:dir/>
          <dgm:animOne val="branch"/>
          <dgm:animLvl val="lvl"/>
        </dgm:presLayoutVars>
      </dgm:prSet>
      <dgm:spPr/>
    </dgm:pt>
    <dgm:pt modelId="{6AF35AE2-5490-4BAF-AE06-D6223C46E607}" type="pres">
      <dgm:prSet presAssocID="{0CAF57F6-FBBE-4318-B797-7FB7EADDE6F6}" presName="thickLine" presStyleLbl="alignNode1" presStyleIdx="0" presStyleCnt="3"/>
      <dgm:spPr/>
    </dgm:pt>
    <dgm:pt modelId="{EC231DE9-6678-4D91-AFD0-783C8D5B170D}" type="pres">
      <dgm:prSet presAssocID="{0CAF57F6-FBBE-4318-B797-7FB7EADDE6F6}" presName="horz1" presStyleCnt="0"/>
      <dgm:spPr/>
    </dgm:pt>
    <dgm:pt modelId="{AA8673BD-BBC1-470D-8547-609794FC0AEA}" type="pres">
      <dgm:prSet presAssocID="{0CAF57F6-FBBE-4318-B797-7FB7EADDE6F6}" presName="tx1" presStyleLbl="revTx" presStyleIdx="0" presStyleCnt="9"/>
      <dgm:spPr/>
    </dgm:pt>
    <dgm:pt modelId="{86FADE0B-04D8-4EB1-9A02-704B91167363}" type="pres">
      <dgm:prSet presAssocID="{0CAF57F6-FBBE-4318-B797-7FB7EADDE6F6}" presName="vert1" presStyleCnt="0"/>
      <dgm:spPr/>
    </dgm:pt>
    <dgm:pt modelId="{62FBE738-DB4C-41B2-95AE-8C8ED1AC6080}" type="pres">
      <dgm:prSet presAssocID="{EF88C650-F914-4D7E-B70A-36E28539B29B}" presName="vertSpace2a" presStyleCnt="0"/>
      <dgm:spPr/>
    </dgm:pt>
    <dgm:pt modelId="{67993EC5-41A2-481E-9C1F-F50BA51768E2}" type="pres">
      <dgm:prSet presAssocID="{EF88C650-F914-4D7E-B70A-36E28539B29B}" presName="horz2" presStyleCnt="0"/>
      <dgm:spPr/>
    </dgm:pt>
    <dgm:pt modelId="{D57294B5-44DA-46B4-B119-A183959E456C}" type="pres">
      <dgm:prSet presAssocID="{EF88C650-F914-4D7E-B70A-36E28539B29B}" presName="horzSpace2" presStyleCnt="0"/>
      <dgm:spPr/>
    </dgm:pt>
    <dgm:pt modelId="{6A0C57B3-E8A6-4726-A8C7-EB34BC012C7E}" type="pres">
      <dgm:prSet presAssocID="{EF88C650-F914-4D7E-B70A-36E28539B29B}" presName="tx2" presStyleLbl="revTx" presStyleIdx="1" presStyleCnt="9"/>
      <dgm:spPr/>
    </dgm:pt>
    <dgm:pt modelId="{D544B590-BD72-444C-9DFC-E213B11F624D}" type="pres">
      <dgm:prSet presAssocID="{EF88C650-F914-4D7E-B70A-36E28539B29B}" presName="vert2" presStyleCnt="0"/>
      <dgm:spPr/>
    </dgm:pt>
    <dgm:pt modelId="{BAF7C748-35AF-4EAC-8923-BEDD40908BAC}" type="pres">
      <dgm:prSet presAssocID="{EF88C650-F914-4D7E-B70A-36E28539B29B}" presName="thinLine2b" presStyleLbl="callout" presStyleIdx="0" presStyleCnt="6"/>
      <dgm:spPr/>
    </dgm:pt>
    <dgm:pt modelId="{4CBC5F0B-7773-4473-9327-582F6D5EA575}" type="pres">
      <dgm:prSet presAssocID="{EF88C650-F914-4D7E-B70A-36E28539B29B}" presName="vertSpace2b" presStyleCnt="0"/>
      <dgm:spPr/>
    </dgm:pt>
    <dgm:pt modelId="{D7FF090C-948B-4BF7-9184-EBEBC16C441E}" type="pres">
      <dgm:prSet presAssocID="{7FDDA011-04F5-4C24-ACFF-83B1997952B4}" presName="horz2" presStyleCnt="0"/>
      <dgm:spPr/>
    </dgm:pt>
    <dgm:pt modelId="{4FA48258-FEFA-46F1-8A5C-216F411D0380}" type="pres">
      <dgm:prSet presAssocID="{7FDDA011-04F5-4C24-ACFF-83B1997952B4}" presName="horzSpace2" presStyleCnt="0"/>
      <dgm:spPr/>
    </dgm:pt>
    <dgm:pt modelId="{D749E2ED-91F2-40F4-B687-C3A6CD03EAF0}" type="pres">
      <dgm:prSet presAssocID="{7FDDA011-04F5-4C24-ACFF-83B1997952B4}" presName="tx2" presStyleLbl="revTx" presStyleIdx="2" presStyleCnt="9"/>
      <dgm:spPr/>
    </dgm:pt>
    <dgm:pt modelId="{2953A7D7-F960-4A3A-9550-4ECE9DD0F418}" type="pres">
      <dgm:prSet presAssocID="{7FDDA011-04F5-4C24-ACFF-83B1997952B4}" presName="vert2" presStyleCnt="0"/>
      <dgm:spPr/>
    </dgm:pt>
    <dgm:pt modelId="{86DEC2BA-E02A-4A4C-BD55-CD3D1BCD72CC}" type="pres">
      <dgm:prSet presAssocID="{7FDDA011-04F5-4C24-ACFF-83B1997952B4}" presName="thinLine2b" presStyleLbl="callout" presStyleIdx="1" presStyleCnt="6"/>
      <dgm:spPr/>
    </dgm:pt>
    <dgm:pt modelId="{6AFF25CB-42A0-4691-8A9D-B8F170C16F54}" type="pres">
      <dgm:prSet presAssocID="{7FDDA011-04F5-4C24-ACFF-83B1997952B4}" presName="vertSpace2b" presStyleCnt="0"/>
      <dgm:spPr/>
    </dgm:pt>
    <dgm:pt modelId="{DDC54A29-70D3-4F13-B365-1CF3DE76B8E9}" type="pres">
      <dgm:prSet presAssocID="{1217A2EC-9FA2-42FB-BE93-E58A9AD99F45}" presName="thickLine" presStyleLbl="alignNode1" presStyleIdx="1" presStyleCnt="3"/>
      <dgm:spPr/>
    </dgm:pt>
    <dgm:pt modelId="{1C493E9C-6745-4012-899D-48E640AECD32}" type="pres">
      <dgm:prSet presAssocID="{1217A2EC-9FA2-42FB-BE93-E58A9AD99F45}" presName="horz1" presStyleCnt="0"/>
      <dgm:spPr/>
    </dgm:pt>
    <dgm:pt modelId="{D7B3E790-33E9-461C-B192-27E6C6DB2F85}" type="pres">
      <dgm:prSet presAssocID="{1217A2EC-9FA2-42FB-BE93-E58A9AD99F45}" presName="tx1" presStyleLbl="revTx" presStyleIdx="3" presStyleCnt="9"/>
      <dgm:spPr/>
    </dgm:pt>
    <dgm:pt modelId="{2A4FF61D-1BA1-49D5-A708-1EBAD6362C87}" type="pres">
      <dgm:prSet presAssocID="{1217A2EC-9FA2-42FB-BE93-E58A9AD99F45}" presName="vert1" presStyleCnt="0"/>
      <dgm:spPr/>
    </dgm:pt>
    <dgm:pt modelId="{261C9639-D091-439A-B62C-C9A8DE7B76AF}" type="pres">
      <dgm:prSet presAssocID="{03F0383B-4D3B-4645-803B-E3CB783F913D}" presName="vertSpace2a" presStyleCnt="0"/>
      <dgm:spPr/>
    </dgm:pt>
    <dgm:pt modelId="{F4C4556D-13C8-4309-A39A-9286CBDC445B}" type="pres">
      <dgm:prSet presAssocID="{03F0383B-4D3B-4645-803B-E3CB783F913D}" presName="horz2" presStyleCnt="0"/>
      <dgm:spPr/>
    </dgm:pt>
    <dgm:pt modelId="{19415117-85CD-46BE-AB97-13F05EB0A9CB}" type="pres">
      <dgm:prSet presAssocID="{03F0383B-4D3B-4645-803B-E3CB783F913D}" presName="horzSpace2" presStyleCnt="0"/>
      <dgm:spPr/>
    </dgm:pt>
    <dgm:pt modelId="{2A4AC0DC-8AD1-4BFA-BBE3-A6576D26CDC7}" type="pres">
      <dgm:prSet presAssocID="{03F0383B-4D3B-4645-803B-E3CB783F913D}" presName="tx2" presStyleLbl="revTx" presStyleIdx="4" presStyleCnt="9"/>
      <dgm:spPr/>
    </dgm:pt>
    <dgm:pt modelId="{80298D32-EC05-48F8-8823-705FE8226144}" type="pres">
      <dgm:prSet presAssocID="{03F0383B-4D3B-4645-803B-E3CB783F913D}" presName="vert2" presStyleCnt="0"/>
      <dgm:spPr/>
    </dgm:pt>
    <dgm:pt modelId="{4044446B-76DF-4D73-8538-6DA00CD933AC}" type="pres">
      <dgm:prSet presAssocID="{03F0383B-4D3B-4645-803B-E3CB783F913D}" presName="thinLine2b" presStyleLbl="callout" presStyleIdx="2" presStyleCnt="6"/>
      <dgm:spPr/>
    </dgm:pt>
    <dgm:pt modelId="{C881E77A-E115-4453-A06C-FDC2C112C2B7}" type="pres">
      <dgm:prSet presAssocID="{03F0383B-4D3B-4645-803B-E3CB783F913D}" presName="vertSpace2b" presStyleCnt="0"/>
      <dgm:spPr/>
    </dgm:pt>
    <dgm:pt modelId="{443D1013-591C-4B7C-B88D-BB630460F407}" type="pres">
      <dgm:prSet presAssocID="{0024D99B-1CCE-4F81-8C0E-9DD44477581C}" presName="horz2" presStyleCnt="0"/>
      <dgm:spPr/>
    </dgm:pt>
    <dgm:pt modelId="{D28DD563-334F-408B-8082-5AA1C6CABA7E}" type="pres">
      <dgm:prSet presAssocID="{0024D99B-1CCE-4F81-8C0E-9DD44477581C}" presName="horzSpace2" presStyleCnt="0"/>
      <dgm:spPr/>
    </dgm:pt>
    <dgm:pt modelId="{0F6F83AE-8273-44E4-9B9B-35CD6D4C668F}" type="pres">
      <dgm:prSet presAssocID="{0024D99B-1CCE-4F81-8C0E-9DD44477581C}" presName="tx2" presStyleLbl="revTx" presStyleIdx="5" presStyleCnt="9"/>
      <dgm:spPr/>
    </dgm:pt>
    <dgm:pt modelId="{640D9393-0B2A-47B8-B4AC-6344E2D08766}" type="pres">
      <dgm:prSet presAssocID="{0024D99B-1CCE-4F81-8C0E-9DD44477581C}" presName="vert2" presStyleCnt="0"/>
      <dgm:spPr/>
    </dgm:pt>
    <dgm:pt modelId="{C4212EF7-693D-478A-BADD-79F93E058A7D}" type="pres">
      <dgm:prSet presAssocID="{0024D99B-1CCE-4F81-8C0E-9DD44477581C}" presName="thinLine2b" presStyleLbl="callout" presStyleIdx="3" presStyleCnt="6"/>
      <dgm:spPr/>
    </dgm:pt>
    <dgm:pt modelId="{8882DB1D-152B-46F9-BF55-42D61BA51844}" type="pres">
      <dgm:prSet presAssocID="{0024D99B-1CCE-4F81-8C0E-9DD44477581C}" presName="vertSpace2b" presStyleCnt="0"/>
      <dgm:spPr/>
    </dgm:pt>
    <dgm:pt modelId="{669AA4A6-1879-48AA-84D9-6D00A867E9B6}" type="pres">
      <dgm:prSet presAssocID="{C28C6752-37AD-48F7-AD8B-C9B76ED8F095}" presName="thickLine" presStyleLbl="alignNode1" presStyleIdx="2" presStyleCnt="3"/>
      <dgm:spPr/>
    </dgm:pt>
    <dgm:pt modelId="{15304C19-7EB7-4B7D-9438-7B5A37416F7A}" type="pres">
      <dgm:prSet presAssocID="{C28C6752-37AD-48F7-AD8B-C9B76ED8F095}" presName="horz1" presStyleCnt="0"/>
      <dgm:spPr/>
    </dgm:pt>
    <dgm:pt modelId="{4DB2AF89-D4DF-4B7D-AA86-C6067AAE2BC8}" type="pres">
      <dgm:prSet presAssocID="{C28C6752-37AD-48F7-AD8B-C9B76ED8F095}" presName="tx1" presStyleLbl="revTx" presStyleIdx="6" presStyleCnt="9"/>
      <dgm:spPr/>
    </dgm:pt>
    <dgm:pt modelId="{44A302DF-9137-4DBD-9B27-3253ABD76CC1}" type="pres">
      <dgm:prSet presAssocID="{C28C6752-37AD-48F7-AD8B-C9B76ED8F095}" presName="vert1" presStyleCnt="0"/>
      <dgm:spPr/>
    </dgm:pt>
    <dgm:pt modelId="{9ED88532-B49D-4779-A7DB-F80098BBFA82}" type="pres">
      <dgm:prSet presAssocID="{C5AF6DD7-1383-464F-BEB5-A3268FC6A9F1}" presName="vertSpace2a" presStyleCnt="0"/>
      <dgm:spPr/>
    </dgm:pt>
    <dgm:pt modelId="{BD1DD77E-0D53-4602-BD0B-8DAB2D11D36C}" type="pres">
      <dgm:prSet presAssocID="{C5AF6DD7-1383-464F-BEB5-A3268FC6A9F1}" presName="horz2" presStyleCnt="0"/>
      <dgm:spPr/>
    </dgm:pt>
    <dgm:pt modelId="{CB5786D6-0738-4E04-B6CE-4EFB08805E90}" type="pres">
      <dgm:prSet presAssocID="{C5AF6DD7-1383-464F-BEB5-A3268FC6A9F1}" presName="horzSpace2" presStyleCnt="0"/>
      <dgm:spPr/>
    </dgm:pt>
    <dgm:pt modelId="{76DB0F02-32A2-4E64-BD02-7B8CD55B8A81}" type="pres">
      <dgm:prSet presAssocID="{C5AF6DD7-1383-464F-BEB5-A3268FC6A9F1}" presName="tx2" presStyleLbl="revTx" presStyleIdx="7" presStyleCnt="9"/>
      <dgm:spPr/>
    </dgm:pt>
    <dgm:pt modelId="{EE354E90-D92B-48B8-837C-9CC2815B2602}" type="pres">
      <dgm:prSet presAssocID="{C5AF6DD7-1383-464F-BEB5-A3268FC6A9F1}" presName="vert2" presStyleCnt="0"/>
      <dgm:spPr/>
    </dgm:pt>
    <dgm:pt modelId="{3BE95495-B629-4DA5-BDC8-FC65ABF72348}" type="pres">
      <dgm:prSet presAssocID="{C5AF6DD7-1383-464F-BEB5-A3268FC6A9F1}" presName="thinLine2b" presStyleLbl="callout" presStyleIdx="4" presStyleCnt="6"/>
      <dgm:spPr/>
    </dgm:pt>
    <dgm:pt modelId="{E34EA6F8-31E5-4987-BFB6-1B52F856B9D2}" type="pres">
      <dgm:prSet presAssocID="{C5AF6DD7-1383-464F-BEB5-A3268FC6A9F1}" presName="vertSpace2b" presStyleCnt="0"/>
      <dgm:spPr/>
    </dgm:pt>
    <dgm:pt modelId="{ED63DB6C-0120-45D9-9B3E-EB478BA695D8}" type="pres">
      <dgm:prSet presAssocID="{CDC415C5-3127-4CB1-A975-718065AD4487}" presName="horz2" presStyleCnt="0"/>
      <dgm:spPr/>
    </dgm:pt>
    <dgm:pt modelId="{C169052C-5DC3-49B9-B45A-7D93F6C4BC8C}" type="pres">
      <dgm:prSet presAssocID="{CDC415C5-3127-4CB1-A975-718065AD4487}" presName="horzSpace2" presStyleCnt="0"/>
      <dgm:spPr/>
    </dgm:pt>
    <dgm:pt modelId="{21CEC3D8-9E8F-4BEB-829A-B8C3D2235961}" type="pres">
      <dgm:prSet presAssocID="{CDC415C5-3127-4CB1-A975-718065AD4487}" presName="tx2" presStyleLbl="revTx" presStyleIdx="8" presStyleCnt="9"/>
      <dgm:spPr/>
    </dgm:pt>
    <dgm:pt modelId="{858AF8F6-1297-47AD-8B3D-BD958CF2035F}" type="pres">
      <dgm:prSet presAssocID="{CDC415C5-3127-4CB1-A975-718065AD4487}" presName="vert2" presStyleCnt="0"/>
      <dgm:spPr/>
    </dgm:pt>
    <dgm:pt modelId="{8BDB8D51-F131-4398-8C0D-78633450DD62}" type="pres">
      <dgm:prSet presAssocID="{CDC415C5-3127-4CB1-A975-718065AD4487}" presName="thinLine2b" presStyleLbl="callout" presStyleIdx="5" presStyleCnt="6"/>
      <dgm:spPr/>
    </dgm:pt>
    <dgm:pt modelId="{03599B0F-EC9E-4DA0-B4AD-EDF4852D631C}" type="pres">
      <dgm:prSet presAssocID="{CDC415C5-3127-4CB1-A975-718065AD4487}" presName="vertSpace2b" presStyleCnt="0"/>
      <dgm:spPr/>
    </dgm:pt>
  </dgm:ptLst>
  <dgm:cxnLst>
    <dgm:cxn modelId="{7C0DED10-CBFA-4010-8169-873D1E724BBA}" type="presOf" srcId="{CDC415C5-3127-4CB1-A975-718065AD4487}" destId="{21CEC3D8-9E8F-4BEB-829A-B8C3D2235961}" srcOrd="0" destOrd="0" presId="urn:microsoft.com/office/officeart/2008/layout/LinedList"/>
    <dgm:cxn modelId="{EA27F525-5D13-43A6-AF71-FD09286709D4}" type="presOf" srcId="{0024D99B-1CCE-4F81-8C0E-9DD44477581C}" destId="{0F6F83AE-8273-44E4-9B9B-35CD6D4C668F}" srcOrd="0" destOrd="0" presId="urn:microsoft.com/office/officeart/2008/layout/LinedList"/>
    <dgm:cxn modelId="{9695C82E-2522-4D8A-891E-AD4C690A504D}" srcId="{0CAF57F6-FBBE-4318-B797-7FB7EADDE6F6}" destId="{EF88C650-F914-4D7E-B70A-36E28539B29B}" srcOrd="0" destOrd="0" parTransId="{624BDBD0-3C58-4401-96D2-F394DD5946DF}" sibTransId="{30CF3B6A-717A-4276-84D3-2C17B9F41B7B}"/>
    <dgm:cxn modelId="{704FCE34-3102-4C53-BC33-B72BF984DC8E}" type="presOf" srcId="{03F0383B-4D3B-4645-803B-E3CB783F913D}" destId="{2A4AC0DC-8AD1-4BFA-BBE3-A6576D26CDC7}" srcOrd="0" destOrd="0" presId="urn:microsoft.com/office/officeart/2008/layout/LinedList"/>
    <dgm:cxn modelId="{FAE7F440-6D92-45B2-A8A0-035FE818FB96}" type="presOf" srcId="{C5AF6DD7-1383-464F-BEB5-A3268FC6A9F1}" destId="{76DB0F02-32A2-4E64-BD02-7B8CD55B8A81}" srcOrd="0" destOrd="0" presId="urn:microsoft.com/office/officeart/2008/layout/LinedList"/>
    <dgm:cxn modelId="{E48F9E5D-F200-461E-B66C-420C76F563F2}" type="presOf" srcId="{7FDDA011-04F5-4C24-ACFF-83B1997952B4}" destId="{D749E2ED-91F2-40F4-B687-C3A6CD03EAF0}" srcOrd="0" destOrd="0" presId="urn:microsoft.com/office/officeart/2008/layout/LinedList"/>
    <dgm:cxn modelId="{56B08945-D74A-4711-8392-0AFD84E3913C}" srcId="{C28C6752-37AD-48F7-AD8B-C9B76ED8F095}" destId="{CDC415C5-3127-4CB1-A975-718065AD4487}" srcOrd="1" destOrd="0" parTransId="{D69B9C45-75D7-4AC6-8048-FC5507EAA913}" sibTransId="{1E03E1EF-9AA5-43F3-81D7-9D595D7E7365}"/>
    <dgm:cxn modelId="{41537F70-4A19-48FD-8A3A-DFCA8FF0AE91}" srcId="{0CAF57F6-FBBE-4318-B797-7FB7EADDE6F6}" destId="{7FDDA011-04F5-4C24-ACFF-83B1997952B4}" srcOrd="1" destOrd="0" parTransId="{47955A23-91CD-493C-A761-C347D3489FB0}" sibTransId="{AEEF19A9-4DC5-4456-A27F-C2FF33D8B0B6}"/>
    <dgm:cxn modelId="{B827EC72-6F47-4319-B052-9BEA69C2993B}" srcId="{16A65AFE-F3A6-4705-9626-2A013DBAF0B0}" destId="{0CAF57F6-FBBE-4318-B797-7FB7EADDE6F6}" srcOrd="0" destOrd="0" parTransId="{001E1F71-314F-4576-BFDE-14481166DADD}" sibTransId="{29E9F7F2-5762-41FA-949F-EF93D550FA4E}"/>
    <dgm:cxn modelId="{FFABC755-E2AC-4418-AAB5-B88FFA7CDE16}" type="presOf" srcId="{EF88C650-F914-4D7E-B70A-36E28539B29B}" destId="{6A0C57B3-E8A6-4726-A8C7-EB34BC012C7E}" srcOrd="0" destOrd="0" presId="urn:microsoft.com/office/officeart/2008/layout/LinedList"/>
    <dgm:cxn modelId="{74C0FB8B-810A-4DE9-86B7-B41E37490F0D}" srcId="{C28C6752-37AD-48F7-AD8B-C9B76ED8F095}" destId="{C5AF6DD7-1383-464F-BEB5-A3268FC6A9F1}" srcOrd="0" destOrd="0" parTransId="{D38A03A5-5DD7-4085-A5AD-F9370026946A}" sibTransId="{6F0D3ABA-7920-46ED-873C-91DF6616752A}"/>
    <dgm:cxn modelId="{EE14D6BA-47FF-4624-A486-7A0945A205ED}" type="presOf" srcId="{0CAF57F6-FBBE-4318-B797-7FB7EADDE6F6}" destId="{AA8673BD-BBC1-470D-8547-609794FC0AEA}" srcOrd="0" destOrd="0" presId="urn:microsoft.com/office/officeart/2008/layout/LinedList"/>
    <dgm:cxn modelId="{505C18C4-19A6-40C4-826E-7BDCA9851C4D}" srcId="{16A65AFE-F3A6-4705-9626-2A013DBAF0B0}" destId="{C28C6752-37AD-48F7-AD8B-C9B76ED8F095}" srcOrd="2" destOrd="0" parTransId="{CB9FDBD3-87FA-40AB-B6CE-59AADFE97C16}" sibTransId="{9D276EBE-8DCA-4BCA-AA43-BA3F3D841C2A}"/>
    <dgm:cxn modelId="{BB1A95C8-B208-4F76-8AA7-E8B1F1643F20}" type="presOf" srcId="{16A65AFE-F3A6-4705-9626-2A013DBAF0B0}" destId="{FBB7E06F-F4C6-456F-9CDA-E3EAB15C8EE3}" srcOrd="0" destOrd="0" presId="urn:microsoft.com/office/officeart/2008/layout/LinedList"/>
    <dgm:cxn modelId="{2A860BD0-5C31-47BE-8A7A-C2D37E5F5B5C}" srcId="{16A65AFE-F3A6-4705-9626-2A013DBAF0B0}" destId="{1217A2EC-9FA2-42FB-BE93-E58A9AD99F45}" srcOrd="1" destOrd="0" parTransId="{7DF14C22-7525-42D2-A2AE-564F01F066D3}" sibTransId="{C7F0A663-E288-4473-9AFE-2B51D7C83916}"/>
    <dgm:cxn modelId="{F41990D1-7A27-49D3-B28A-2623D2BED915}" srcId="{1217A2EC-9FA2-42FB-BE93-E58A9AD99F45}" destId="{0024D99B-1CCE-4F81-8C0E-9DD44477581C}" srcOrd="1" destOrd="0" parTransId="{9FB8318C-917F-4EB3-B8B0-A9B9EE3F9437}" sibTransId="{B017AF5D-1C6C-4EED-A788-6032918FD6E2}"/>
    <dgm:cxn modelId="{3D36EFE4-1EE1-4B00-8C59-558C79832928}" type="presOf" srcId="{1217A2EC-9FA2-42FB-BE93-E58A9AD99F45}" destId="{D7B3E790-33E9-461C-B192-27E6C6DB2F85}" srcOrd="0" destOrd="0" presId="urn:microsoft.com/office/officeart/2008/layout/LinedList"/>
    <dgm:cxn modelId="{37E6E3E8-C4FD-49F5-AB21-4C0231627919}" srcId="{1217A2EC-9FA2-42FB-BE93-E58A9AD99F45}" destId="{03F0383B-4D3B-4645-803B-E3CB783F913D}" srcOrd="0" destOrd="0" parTransId="{9628FEA6-F11D-4A2F-A2F3-9DEBCDC2D8BC}" sibTransId="{FDAE3ED3-0A34-4F0E-A9DA-56008C7669BD}"/>
    <dgm:cxn modelId="{F7664EF1-F461-435A-92AB-B75CCC0DD9FA}" type="presOf" srcId="{C28C6752-37AD-48F7-AD8B-C9B76ED8F095}" destId="{4DB2AF89-D4DF-4B7D-AA86-C6067AAE2BC8}" srcOrd="0" destOrd="0" presId="urn:microsoft.com/office/officeart/2008/layout/LinedList"/>
    <dgm:cxn modelId="{E9E4AF49-DBC1-48A1-8FD3-BAAA3002C0C2}" type="presParOf" srcId="{FBB7E06F-F4C6-456F-9CDA-E3EAB15C8EE3}" destId="{6AF35AE2-5490-4BAF-AE06-D6223C46E607}" srcOrd="0" destOrd="0" presId="urn:microsoft.com/office/officeart/2008/layout/LinedList"/>
    <dgm:cxn modelId="{13B64634-85D4-478D-924F-8028CDC0DFEC}" type="presParOf" srcId="{FBB7E06F-F4C6-456F-9CDA-E3EAB15C8EE3}" destId="{EC231DE9-6678-4D91-AFD0-783C8D5B170D}" srcOrd="1" destOrd="0" presId="urn:microsoft.com/office/officeart/2008/layout/LinedList"/>
    <dgm:cxn modelId="{2EE512AC-F98B-4230-ADD3-8BBEC3D20027}" type="presParOf" srcId="{EC231DE9-6678-4D91-AFD0-783C8D5B170D}" destId="{AA8673BD-BBC1-470D-8547-609794FC0AEA}" srcOrd="0" destOrd="0" presId="urn:microsoft.com/office/officeart/2008/layout/LinedList"/>
    <dgm:cxn modelId="{4E0B2FF6-C871-4FD0-AB62-4D33C9170AB8}" type="presParOf" srcId="{EC231DE9-6678-4D91-AFD0-783C8D5B170D}" destId="{86FADE0B-04D8-4EB1-9A02-704B91167363}" srcOrd="1" destOrd="0" presId="urn:microsoft.com/office/officeart/2008/layout/LinedList"/>
    <dgm:cxn modelId="{599CB3C9-BEEB-4921-BB13-4F26F8AC122C}" type="presParOf" srcId="{86FADE0B-04D8-4EB1-9A02-704B91167363}" destId="{62FBE738-DB4C-41B2-95AE-8C8ED1AC6080}" srcOrd="0" destOrd="0" presId="urn:microsoft.com/office/officeart/2008/layout/LinedList"/>
    <dgm:cxn modelId="{407502CB-ADF7-4B86-AEA3-B13DF8B77578}" type="presParOf" srcId="{86FADE0B-04D8-4EB1-9A02-704B91167363}" destId="{67993EC5-41A2-481E-9C1F-F50BA51768E2}" srcOrd="1" destOrd="0" presId="urn:microsoft.com/office/officeart/2008/layout/LinedList"/>
    <dgm:cxn modelId="{F20F32C0-1D2B-4B62-9328-0CB7FFA2CA01}" type="presParOf" srcId="{67993EC5-41A2-481E-9C1F-F50BA51768E2}" destId="{D57294B5-44DA-46B4-B119-A183959E456C}" srcOrd="0" destOrd="0" presId="urn:microsoft.com/office/officeart/2008/layout/LinedList"/>
    <dgm:cxn modelId="{FA4AC039-7FE9-481E-A2DD-CFCCFD4B9EC2}" type="presParOf" srcId="{67993EC5-41A2-481E-9C1F-F50BA51768E2}" destId="{6A0C57B3-E8A6-4726-A8C7-EB34BC012C7E}" srcOrd="1" destOrd="0" presId="urn:microsoft.com/office/officeart/2008/layout/LinedList"/>
    <dgm:cxn modelId="{B03EF51E-5320-41E9-A64B-09B893A090C7}" type="presParOf" srcId="{67993EC5-41A2-481E-9C1F-F50BA51768E2}" destId="{D544B590-BD72-444C-9DFC-E213B11F624D}" srcOrd="2" destOrd="0" presId="urn:microsoft.com/office/officeart/2008/layout/LinedList"/>
    <dgm:cxn modelId="{47AB752E-2628-4452-BB7B-299E563F13C4}" type="presParOf" srcId="{86FADE0B-04D8-4EB1-9A02-704B91167363}" destId="{BAF7C748-35AF-4EAC-8923-BEDD40908BAC}" srcOrd="2" destOrd="0" presId="urn:microsoft.com/office/officeart/2008/layout/LinedList"/>
    <dgm:cxn modelId="{ABCFB72A-FE42-4493-8757-C8F01C4722FB}" type="presParOf" srcId="{86FADE0B-04D8-4EB1-9A02-704B91167363}" destId="{4CBC5F0B-7773-4473-9327-582F6D5EA575}" srcOrd="3" destOrd="0" presId="urn:microsoft.com/office/officeart/2008/layout/LinedList"/>
    <dgm:cxn modelId="{3982C337-C356-45C9-AADF-2967D567374E}" type="presParOf" srcId="{86FADE0B-04D8-4EB1-9A02-704B91167363}" destId="{D7FF090C-948B-4BF7-9184-EBEBC16C441E}" srcOrd="4" destOrd="0" presId="urn:microsoft.com/office/officeart/2008/layout/LinedList"/>
    <dgm:cxn modelId="{E74C68A3-9EE0-44BE-8BCE-FC33F2E4604B}" type="presParOf" srcId="{D7FF090C-948B-4BF7-9184-EBEBC16C441E}" destId="{4FA48258-FEFA-46F1-8A5C-216F411D0380}" srcOrd="0" destOrd="0" presId="urn:microsoft.com/office/officeart/2008/layout/LinedList"/>
    <dgm:cxn modelId="{EEF95599-7C41-4532-A6E3-079634D563DF}" type="presParOf" srcId="{D7FF090C-948B-4BF7-9184-EBEBC16C441E}" destId="{D749E2ED-91F2-40F4-B687-C3A6CD03EAF0}" srcOrd="1" destOrd="0" presId="urn:microsoft.com/office/officeart/2008/layout/LinedList"/>
    <dgm:cxn modelId="{76D662D4-6152-4B61-B9B7-2F8322A438D3}" type="presParOf" srcId="{D7FF090C-948B-4BF7-9184-EBEBC16C441E}" destId="{2953A7D7-F960-4A3A-9550-4ECE9DD0F418}" srcOrd="2" destOrd="0" presId="urn:microsoft.com/office/officeart/2008/layout/LinedList"/>
    <dgm:cxn modelId="{98638AD2-BD32-43B0-9DA9-67FCF5AD4653}" type="presParOf" srcId="{86FADE0B-04D8-4EB1-9A02-704B91167363}" destId="{86DEC2BA-E02A-4A4C-BD55-CD3D1BCD72CC}" srcOrd="5" destOrd="0" presId="urn:microsoft.com/office/officeart/2008/layout/LinedList"/>
    <dgm:cxn modelId="{4F34BA5C-B5D5-4980-AE3F-A3F8F62A6114}" type="presParOf" srcId="{86FADE0B-04D8-4EB1-9A02-704B91167363}" destId="{6AFF25CB-42A0-4691-8A9D-B8F170C16F54}" srcOrd="6" destOrd="0" presId="urn:microsoft.com/office/officeart/2008/layout/LinedList"/>
    <dgm:cxn modelId="{E581A437-B04E-4DD2-BB8D-9C9C2202F580}" type="presParOf" srcId="{FBB7E06F-F4C6-456F-9CDA-E3EAB15C8EE3}" destId="{DDC54A29-70D3-4F13-B365-1CF3DE76B8E9}" srcOrd="2" destOrd="0" presId="urn:microsoft.com/office/officeart/2008/layout/LinedList"/>
    <dgm:cxn modelId="{31B7DBD4-A76B-4A6E-84A6-31BB6B4757B3}" type="presParOf" srcId="{FBB7E06F-F4C6-456F-9CDA-E3EAB15C8EE3}" destId="{1C493E9C-6745-4012-899D-48E640AECD32}" srcOrd="3" destOrd="0" presId="urn:microsoft.com/office/officeart/2008/layout/LinedList"/>
    <dgm:cxn modelId="{EF4236D1-1CE3-4021-9821-FB11284A88B8}" type="presParOf" srcId="{1C493E9C-6745-4012-899D-48E640AECD32}" destId="{D7B3E790-33E9-461C-B192-27E6C6DB2F85}" srcOrd="0" destOrd="0" presId="urn:microsoft.com/office/officeart/2008/layout/LinedList"/>
    <dgm:cxn modelId="{283347C5-A83D-4412-BBD1-ADC6F7274E7D}" type="presParOf" srcId="{1C493E9C-6745-4012-899D-48E640AECD32}" destId="{2A4FF61D-1BA1-49D5-A708-1EBAD6362C87}" srcOrd="1" destOrd="0" presId="urn:microsoft.com/office/officeart/2008/layout/LinedList"/>
    <dgm:cxn modelId="{1B89F1D0-DF59-48C9-A111-C37DA97FA00A}" type="presParOf" srcId="{2A4FF61D-1BA1-49D5-A708-1EBAD6362C87}" destId="{261C9639-D091-439A-B62C-C9A8DE7B76AF}" srcOrd="0" destOrd="0" presId="urn:microsoft.com/office/officeart/2008/layout/LinedList"/>
    <dgm:cxn modelId="{B264502A-C85E-4B2E-B59B-08AED89F74DE}" type="presParOf" srcId="{2A4FF61D-1BA1-49D5-A708-1EBAD6362C87}" destId="{F4C4556D-13C8-4309-A39A-9286CBDC445B}" srcOrd="1" destOrd="0" presId="urn:microsoft.com/office/officeart/2008/layout/LinedList"/>
    <dgm:cxn modelId="{3D1400A3-797B-4847-81C8-DA73792BDC97}" type="presParOf" srcId="{F4C4556D-13C8-4309-A39A-9286CBDC445B}" destId="{19415117-85CD-46BE-AB97-13F05EB0A9CB}" srcOrd="0" destOrd="0" presId="urn:microsoft.com/office/officeart/2008/layout/LinedList"/>
    <dgm:cxn modelId="{BEDC3D8E-E1E6-44D4-9425-D3DB48736B30}" type="presParOf" srcId="{F4C4556D-13C8-4309-A39A-9286CBDC445B}" destId="{2A4AC0DC-8AD1-4BFA-BBE3-A6576D26CDC7}" srcOrd="1" destOrd="0" presId="urn:microsoft.com/office/officeart/2008/layout/LinedList"/>
    <dgm:cxn modelId="{600372C1-E036-48AC-BF02-2E58039BF7BA}" type="presParOf" srcId="{F4C4556D-13C8-4309-A39A-9286CBDC445B}" destId="{80298D32-EC05-48F8-8823-705FE8226144}" srcOrd="2" destOrd="0" presId="urn:microsoft.com/office/officeart/2008/layout/LinedList"/>
    <dgm:cxn modelId="{959D3CD1-50E4-4C86-AFEA-2B73EFBB2BED}" type="presParOf" srcId="{2A4FF61D-1BA1-49D5-A708-1EBAD6362C87}" destId="{4044446B-76DF-4D73-8538-6DA00CD933AC}" srcOrd="2" destOrd="0" presId="urn:microsoft.com/office/officeart/2008/layout/LinedList"/>
    <dgm:cxn modelId="{9E9D70CF-1F5E-4C8C-9512-4A505B4626FC}" type="presParOf" srcId="{2A4FF61D-1BA1-49D5-A708-1EBAD6362C87}" destId="{C881E77A-E115-4453-A06C-FDC2C112C2B7}" srcOrd="3" destOrd="0" presId="urn:microsoft.com/office/officeart/2008/layout/LinedList"/>
    <dgm:cxn modelId="{1C2F37EA-6BE2-46EE-B316-67359E750792}" type="presParOf" srcId="{2A4FF61D-1BA1-49D5-A708-1EBAD6362C87}" destId="{443D1013-591C-4B7C-B88D-BB630460F407}" srcOrd="4" destOrd="0" presId="urn:microsoft.com/office/officeart/2008/layout/LinedList"/>
    <dgm:cxn modelId="{9FBC62FC-36D1-457E-AD2E-461A16FB4E43}" type="presParOf" srcId="{443D1013-591C-4B7C-B88D-BB630460F407}" destId="{D28DD563-334F-408B-8082-5AA1C6CABA7E}" srcOrd="0" destOrd="0" presId="urn:microsoft.com/office/officeart/2008/layout/LinedList"/>
    <dgm:cxn modelId="{F9DD8959-7230-4229-B8A9-0B7653BC9E7D}" type="presParOf" srcId="{443D1013-591C-4B7C-B88D-BB630460F407}" destId="{0F6F83AE-8273-44E4-9B9B-35CD6D4C668F}" srcOrd="1" destOrd="0" presId="urn:microsoft.com/office/officeart/2008/layout/LinedList"/>
    <dgm:cxn modelId="{D1B0A224-8292-4E29-851F-2BDDD1DFC0F2}" type="presParOf" srcId="{443D1013-591C-4B7C-B88D-BB630460F407}" destId="{640D9393-0B2A-47B8-B4AC-6344E2D08766}" srcOrd="2" destOrd="0" presId="urn:microsoft.com/office/officeart/2008/layout/LinedList"/>
    <dgm:cxn modelId="{D7C3941D-F9B9-45C5-8227-A63C4CB26418}" type="presParOf" srcId="{2A4FF61D-1BA1-49D5-A708-1EBAD6362C87}" destId="{C4212EF7-693D-478A-BADD-79F93E058A7D}" srcOrd="5" destOrd="0" presId="urn:microsoft.com/office/officeart/2008/layout/LinedList"/>
    <dgm:cxn modelId="{9FE20200-18E1-41E4-8FDF-A95FE61B05C0}" type="presParOf" srcId="{2A4FF61D-1BA1-49D5-A708-1EBAD6362C87}" destId="{8882DB1D-152B-46F9-BF55-42D61BA51844}" srcOrd="6" destOrd="0" presId="urn:microsoft.com/office/officeart/2008/layout/LinedList"/>
    <dgm:cxn modelId="{7D8E2FB2-91D5-49DD-8D6F-F6F61FB6C758}" type="presParOf" srcId="{FBB7E06F-F4C6-456F-9CDA-E3EAB15C8EE3}" destId="{669AA4A6-1879-48AA-84D9-6D00A867E9B6}" srcOrd="4" destOrd="0" presId="urn:microsoft.com/office/officeart/2008/layout/LinedList"/>
    <dgm:cxn modelId="{E05FC6D7-736D-4002-AA87-DB9A04C6EEBC}" type="presParOf" srcId="{FBB7E06F-F4C6-456F-9CDA-E3EAB15C8EE3}" destId="{15304C19-7EB7-4B7D-9438-7B5A37416F7A}" srcOrd="5" destOrd="0" presId="urn:microsoft.com/office/officeart/2008/layout/LinedList"/>
    <dgm:cxn modelId="{A871DF5F-0A1C-4598-A1C0-9B6C2FAB624F}" type="presParOf" srcId="{15304C19-7EB7-4B7D-9438-7B5A37416F7A}" destId="{4DB2AF89-D4DF-4B7D-AA86-C6067AAE2BC8}" srcOrd="0" destOrd="0" presId="urn:microsoft.com/office/officeart/2008/layout/LinedList"/>
    <dgm:cxn modelId="{978DC27D-5B04-4842-8528-EFBB26558928}" type="presParOf" srcId="{15304C19-7EB7-4B7D-9438-7B5A37416F7A}" destId="{44A302DF-9137-4DBD-9B27-3253ABD76CC1}" srcOrd="1" destOrd="0" presId="urn:microsoft.com/office/officeart/2008/layout/LinedList"/>
    <dgm:cxn modelId="{4C75238F-C417-4870-B8B8-996E5BE0349D}" type="presParOf" srcId="{44A302DF-9137-4DBD-9B27-3253ABD76CC1}" destId="{9ED88532-B49D-4779-A7DB-F80098BBFA82}" srcOrd="0" destOrd="0" presId="urn:microsoft.com/office/officeart/2008/layout/LinedList"/>
    <dgm:cxn modelId="{E2E7EEA5-A7EF-4ED3-A67D-C8AF2A22B9B2}" type="presParOf" srcId="{44A302DF-9137-4DBD-9B27-3253ABD76CC1}" destId="{BD1DD77E-0D53-4602-BD0B-8DAB2D11D36C}" srcOrd="1" destOrd="0" presId="urn:microsoft.com/office/officeart/2008/layout/LinedList"/>
    <dgm:cxn modelId="{2AF4573F-381D-412B-A202-28204BCCC545}" type="presParOf" srcId="{BD1DD77E-0D53-4602-BD0B-8DAB2D11D36C}" destId="{CB5786D6-0738-4E04-B6CE-4EFB08805E90}" srcOrd="0" destOrd="0" presId="urn:microsoft.com/office/officeart/2008/layout/LinedList"/>
    <dgm:cxn modelId="{86A3D6BD-470C-4FF8-BE26-014BBCF56F7A}" type="presParOf" srcId="{BD1DD77E-0D53-4602-BD0B-8DAB2D11D36C}" destId="{76DB0F02-32A2-4E64-BD02-7B8CD55B8A81}" srcOrd="1" destOrd="0" presId="urn:microsoft.com/office/officeart/2008/layout/LinedList"/>
    <dgm:cxn modelId="{665574DB-184C-4F26-B5B3-5D2DA0BB07C7}" type="presParOf" srcId="{BD1DD77E-0D53-4602-BD0B-8DAB2D11D36C}" destId="{EE354E90-D92B-48B8-837C-9CC2815B2602}" srcOrd="2" destOrd="0" presId="urn:microsoft.com/office/officeart/2008/layout/LinedList"/>
    <dgm:cxn modelId="{303FA47A-3012-4493-AB8C-C761CCF8FD20}" type="presParOf" srcId="{44A302DF-9137-4DBD-9B27-3253ABD76CC1}" destId="{3BE95495-B629-4DA5-BDC8-FC65ABF72348}" srcOrd="2" destOrd="0" presId="urn:microsoft.com/office/officeart/2008/layout/LinedList"/>
    <dgm:cxn modelId="{3FFE84B0-7D37-43A8-8305-2B34A79E010E}" type="presParOf" srcId="{44A302DF-9137-4DBD-9B27-3253ABD76CC1}" destId="{E34EA6F8-31E5-4987-BFB6-1B52F856B9D2}" srcOrd="3" destOrd="0" presId="urn:microsoft.com/office/officeart/2008/layout/LinedList"/>
    <dgm:cxn modelId="{61E413EF-2DB0-4F27-A6E6-141F68335FA8}" type="presParOf" srcId="{44A302DF-9137-4DBD-9B27-3253ABD76CC1}" destId="{ED63DB6C-0120-45D9-9B3E-EB478BA695D8}" srcOrd="4" destOrd="0" presId="urn:microsoft.com/office/officeart/2008/layout/LinedList"/>
    <dgm:cxn modelId="{2A7BB6AF-8704-4B05-8E64-52E6FBC2D664}" type="presParOf" srcId="{ED63DB6C-0120-45D9-9B3E-EB478BA695D8}" destId="{C169052C-5DC3-49B9-B45A-7D93F6C4BC8C}" srcOrd="0" destOrd="0" presId="urn:microsoft.com/office/officeart/2008/layout/LinedList"/>
    <dgm:cxn modelId="{FE9A1A36-41A1-47FF-99CF-A683AA538CAE}" type="presParOf" srcId="{ED63DB6C-0120-45D9-9B3E-EB478BA695D8}" destId="{21CEC3D8-9E8F-4BEB-829A-B8C3D2235961}" srcOrd="1" destOrd="0" presId="urn:microsoft.com/office/officeart/2008/layout/LinedList"/>
    <dgm:cxn modelId="{44B5D1B2-B9E2-45D2-9911-B6CA8C060C0E}" type="presParOf" srcId="{ED63DB6C-0120-45D9-9B3E-EB478BA695D8}" destId="{858AF8F6-1297-47AD-8B3D-BD958CF2035F}" srcOrd="2" destOrd="0" presId="urn:microsoft.com/office/officeart/2008/layout/LinedList"/>
    <dgm:cxn modelId="{31084397-60BC-4467-BE3D-48F9367D5465}" type="presParOf" srcId="{44A302DF-9137-4DBD-9B27-3253ABD76CC1}" destId="{8BDB8D51-F131-4398-8C0D-78633450DD62}" srcOrd="5" destOrd="0" presId="urn:microsoft.com/office/officeart/2008/layout/LinedList"/>
    <dgm:cxn modelId="{0C3EFE80-14A8-454A-89F9-987811E63483}" type="presParOf" srcId="{44A302DF-9137-4DBD-9B27-3253ABD76CC1}" destId="{03599B0F-EC9E-4DA0-B4AD-EDF4852D631C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F7C56-FE9D-46A5-B5AB-B538559706BF}">
      <dsp:nvSpPr>
        <dsp:cNvPr id="0" name=""/>
        <dsp:cNvSpPr/>
      </dsp:nvSpPr>
      <dsp:spPr>
        <a:xfrm>
          <a:off x="2624" y="0"/>
          <a:ext cx="607827" cy="607827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C77BB4E-7FC6-467F-A4C0-54790538807C}">
      <dsp:nvSpPr>
        <dsp:cNvPr id="0" name=""/>
        <dsp:cNvSpPr/>
      </dsp:nvSpPr>
      <dsp:spPr>
        <a:xfrm>
          <a:off x="63407" y="60782"/>
          <a:ext cx="486262" cy="486262"/>
        </a:xfrm>
        <a:prstGeom prst="chord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9311BB-0AE6-4C7F-AF42-3BC0DC4B0F8A}">
      <dsp:nvSpPr>
        <dsp:cNvPr id="0" name=""/>
        <dsp:cNvSpPr/>
      </dsp:nvSpPr>
      <dsp:spPr>
        <a:xfrm>
          <a:off x="737082" y="607827"/>
          <a:ext cx="1798156" cy="255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hiding the details and displaying only required information</a:t>
          </a:r>
          <a:endParaRPr lang="en-IN" sz="2000" kern="1200" dirty="0"/>
        </a:p>
      </dsp:txBody>
      <dsp:txXfrm>
        <a:off x="737082" y="607827"/>
        <a:ext cx="1798156" cy="2557940"/>
      </dsp:txXfrm>
    </dsp:sp>
    <dsp:sp modelId="{E9FC0C41-0953-428F-B0DF-3AE375A86377}">
      <dsp:nvSpPr>
        <dsp:cNvPr id="0" name=""/>
        <dsp:cNvSpPr/>
      </dsp:nvSpPr>
      <dsp:spPr>
        <a:xfrm>
          <a:off x="737082" y="0"/>
          <a:ext cx="1798156" cy="6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Abstraction</a:t>
          </a:r>
          <a:endParaRPr lang="en-IN" sz="2200" kern="1200" dirty="0"/>
        </a:p>
      </dsp:txBody>
      <dsp:txXfrm>
        <a:off x="737082" y="0"/>
        <a:ext cx="1798156" cy="607827"/>
      </dsp:txXfrm>
    </dsp:sp>
    <dsp:sp modelId="{BA6C01C7-2F36-4DB0-AA0B-09A791489EA4}">
      <dsp:nvSpPr>
        <dsp:cNvPr id="0" name=""/>
        <dsp:cNvSpPr/>
      </dsp:nvSpPr>
      <dsp:spPr>
        <a:xfrm>
          <a:off x="2661869" y="0"/>
          <a:ext cx="607827" cy="607827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0D88AA84-2592-4C1F-8003-DF4642ABD5C7}">
      <dsp:nvSpPr>
        <dsp:cNvPr id="0" name=""/>
        <dsp:cNvSpPr/>
      </dsp:nvSpPr>
      <dsp:spPr>
        <a:xfrm>
          <a:off x="2722652" y="60782"/>
          <a:ext cx="486262" cy="486262"/>
        </a:xfrm>
        <a:prstGeom prst="chord">
          <a:avLst>
            <a:gd name="adj1" fmla="val 0"/>
            <a:gd name="adj2" fmla="val 108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CE0EFF-210D-4CBD-9E7F-C19B2D5D84FD}">
      <dsp:nvSpPr>
        <dsp:cNvPr id="0" name=""/>
        <dsp:cNvSpPr/>
      </dsp:nvSpPr>
      <dsp:spPr>
        <a:xfrm>
          <a:off x="3396328" y="607827"/>
          <a:ext cx="1798156" cy="255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collection of different kind of information under a single name</a:t>
          </a:r>
          <a:endParaRPr lang="en-IN" sz="2000" kern="1200" dirty="0"/>
        </a:p>
      </dsp:txBody>
      <dsp:txXfrm>
        <a:off x="3396328" y="607827"/>
        <a:ext cx="1798156" cy="2557940"/>
      </dsp:txXfrm>
    </dsp:sp>
    <dsp:sp modelId="{AFF67143-4EFF-4C18-AD45-4247B739D041}">
      <dsp:nvSpPr>
        <dsp:cNvPr id="0" name=""/>
        <dsp:cNvSpPr/>
      </dsp:nvSpPr>
      <dsp:spPr>
        <a:xfrm>
          <a:off x="3396328" y="0"/>
          <a:ext cx="1798156" cy="6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Encapsulation</a:t>
          </a:r>
          <a:endParaRPr lang="en-IN" sz="2200" kern="1200" dirty="0"/>
        </a:p>
      </dsp:txBody>
      <dsp:txXfrm>
        <a:off x="3396328" y="0"/>
        <a:ext cx="1798156" cy="607827"/>
      </dsp:txXfrm>
    </dsp:sp>
    <dsp:sp modelId="{8F76D810-43A6-4395-BD8F-15FDE5021F31}">
      <dsp:nvSpPr>
        <dsp:cNvPr id="0" name=""/>
        <dsp:cNvSpPr/>
      </dsp:nvSpPr>
      <dsp:spPr>
        <a:xfrm>
          <a:off x="5321115" y="0"/>
          <a:ext cx="607827" cy="607827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C257D74-524C-4B62-A289-4E69976C5AD8}">
      <dsp:nvSpPr>
        <dsp:cNvPr id="0" name=""/>
        <dsp:cNvSpPr/>
      </dsp:nvSpPr>
      <dsp:spPr>
        <a:xfrm>
          <a:off x="5381898" y="60782"/>
          <a:ext cx="486262" cy="486262"/>
        </a:xfrm>
        <a:prstGeom prst="chord">
          <a:avLst>
            <a:gd name="adj1" fmla="val 19800000"/>
            <a:gd name="adj2" fmla="val 126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3A4857-C9A2-4871-8CC5-4BE3BDE87D68}">
      <dsp:nvSpPr>
        <dsp:cNvPr id="0" name=""/>
        <dsp:cNvSpPr/>
      </dsp:nvSpPr>
      <dsp:spPr>
        <a:xfrm>
          <a:off x="6055573" y="607827"/>
          <a:ext cx="1798156" cy="255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inheriting features from base class to derived class</a:t>
          </a:r>
          <a:endParaRPr lang="en-IN" sz="2000" kern="1200" dirty="0"/>
        </a:p>
      </dsp:txBody>
      <dsp:txXfrm>
        <a:off x="6055573" y="607827"/>
        <a:ext cx="1798156" cy="2557940"/>
      </dsp:txXfrm>
    </dsp:sp>
    <dsp:sp modelId="{0DD52D2B-D72F-435D-AD3D-5A51C67D6A6E}">
      <dsp:nvSpPr>
        <dsp:cNvPr id="0" name=""/>
        <dsp:cNvSpPr/>
      </dsp:nvSpPr>
      <dsp:spPr>
        <a:xfrm>
          <a:off x="6055573" y="0"/>
          <a:ext cx="1798156" cy="6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Inheritance</a:t>
          </a:r>
          <a:endParaRPr lang="en-IN" sz="2200" kern="1200" dirty="0"/>
        </a:p>
      </dsp:txBody>
      <dsp:txXfrm>
        <a:off x="6055573" y="0"/>
        <a:ext cx="1798156" cy="607827"/>
      </dsp:txXfrm>
    </dsp:sp>
    <dsp:sp modelId="{B4B4947B-6EAB-4114-807E-BEC53BE9DE81}">
      <dsp:nvSpPr>
        <dsp:cNvPr id="0" name=""/>
        <dsp:cNvSpPr/>
      </dsp:nvSpPr>
      <dsp:spPr>
        <a:xfrm>
          <a:off x="7980360" y="0"/>
          <a:ext cx="607827" cy="607827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CCDCDF5-29DD-486F-84F2-96F1BC2FD1C8}">
      <dsp:nvSpPr>
        <dsp:cNvPr id="0" name=""/>
        <dsp:cNvSpPr/>
      </dsp:nvSpPr>
      <dsp:spPr>
        <a:xfrm>
          <a:off x="8041143" y="60782"/>
          <a:ext cx="486262" cy="486262"/>
        </a:xfrm>
        <a:prstGeom prst="chord">
          <a:avLst>
            <a:gd name="adj1" fmla="val 162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5C740C-6041-40E9-A77A-EF533F889CCD}">
      <dsp:nvSpPr>
        <dsp:cNvPr id="0" name=""/>
        <dsp:cNvSpPr/>
      </dsp:nvSpPr>
      <dsp:spPr>
        <a:xfrm>
          <a:off x="8714819" y="607827"/>
          <a:ext cx="1798156" cy="255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allows functions or methods to behave differently based on the context in which they are called</a:t>
          </a:r>
          <a:endParaRPr lang="en-IN" sz="2000" kern="1200" dirty="0"/>
        </a:p>
      </dsp:txBody>
      <dsp:txXfrm>
        <a:off x="8714819" y="607827"/>
        <a:ext cx="1798156" cy="2557940"/>
      </dsp:txXfrm>
    </dsp:sp>
    <dsp:sp modelId="{40C34618-8795-4715-B96B-CFFCA2FFF58F}">
      <dsp:nvSpPr>
        <dsp:cNvPr id="0" name=""/>
        <dsp:cNvSpPr/>
      </dsp:nvSpPr>
      <dsp:spPr>
        <a:xfrm>
          <a:off x="8714819" y="0"/>
          <a:ext cx="1798156" cy="6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Polymorphism</a:t>
          </a:r>
          <a:endParaRPr lang="en-IN" sz="2200" kern="1200" dirty="0"/>
        </a:p>
      </dsp:txBody>
      <dsp:txXfrm>
        <a:off x="8714819" y="0"/>
        <a:ext cx="1798156" cy="6078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57114-A8EE-4151-B6A8-5187BAF79025}">
      <dsp:nvSpPr>
        <dsp:cNvPr id="0" name=""/>
        <dsp:cNvSpPr/>
      </dsp:nvSpPr>
      <dsp:spPr>
        <a:xfrm>
          <a:off x="4409" y="0"/>
          <a:ext cx="813428" cy="813428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7C54318-C76A-42C5-BF86-728AF101049E}">
      <dsp:nvSpPr>
        <dsp:cNvPr id="0" name=""/>
        <dsp:cNvSpPr/>
      </dsp:nvSpPr>
      <dsp:spPr>
        <a:xfrm>
          <a:off x="85752" y="81342"/>
          <a:ext cx="650742" cy="650742"/>
        </a:xfrm>
        <a:prstGeom prst="chord">
          <a:avLst>
            <a:gd name="adj1" fmla="val 1168272"/>
            <a:gd name="adj2" fmla="val 9631728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4D0013-AD91-481A-AD32-BE3DB9BCC497}">
      <dsp:nvSpPr>
        <dsp:cNvPr id="0" name=""/>
        <dsp:cNvSpPr/>
      </dsp:nvSpPr>
      <dsp:spPr>
        <a:xfrm>
          <a:off x="987301" y="813428"/>
          <a:ext cx="2406391" cy="3423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Accessible directly within member functions of the class.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For other objects, accessed via object name and dot operator.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Not accessible in non-member functions; access only via public methods.</a:t>
          </a:r>
        </a:p>
      </dsp:txBody>
      <dsp:txXfrm>
        <a:off x="987301" y="813428"/>
        <a:ext cx="2406391" cy="3423177"/>
      </dsp:txXfrm>
    </dsp:sp>
    <dsp:sp modelId="{B55CE08B-DD68-48BA-A581-68509785B456}">
      <dsp:nvSpPr>
        <dsp:cNvPr id="0" name=""/>
        <dsp:cNvSpPr/>
      </dsp:nvSpPr>
      <dsp:spPr>
        <a:xfrm>
          <a:off x="987301" y="0"/>
          <a:ext cx="2406391" cy="813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/>
            <a:t>Private</a:t>
          </a:r>
          <a:endParaRPr lang="en-IN" sz="4200" kern="1200" dirty="0"/>
        </a:p>
      </dsp:txBody>
      <dsp:txXfrm>
        <a:off x="987301" y="0"/>
        <a:ext cx="2406391" cy="813428"/>
      </dsp:txXfrm>
    </dsp:sp>
    <dsp:sp modelId="{93E863C3-1905-4148-AA23-A61CC50E19E4}">
      <dsp:nvSpPr>
        <dsp:cNvPr id="0" name=""/>
        <dsp:cNvSpPr/>
      </dsp:nvSpPr>
      <dsp:spPr>
        <a:xfrm>
          <a:off x="3563157" y="0"/>
          <a:ext cx="813428" cy="813428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A21C38E7-C267-43F2-9D27-D3B74CCFC576}">
      <dsp:nvSpPr>
        <dsp:cNvPr id="0" name=""/>
        <dsp:cNvSpPr/>
      </dsp:nvSpPr>
      <dsp:spPr>
        <a:xfrm>
          <a:off x="3644500" y="81342"/>
          <a:ext cx="650742" cy="650742"/>
        </a:xfrm>
        <a:prstGeom prst="chord">
          <a:avLst>
            <a:gd name="adj1" fmla="val 20431728"/>
            <a:gd name="adj2" fmla="val 11968272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C9D776-83B2-4C63-A6C3-AAEED0584A45}">
      <dsp:nvSpPr>
        <dsp:cNvPr id="0" name=""/>
        <dsp:cNvSpPr/>
      </dsp:nvSpPr>
      <dsp:spPr>
        <a:xfrm>
          <a:off x="4546050" y="813428"/>
          <a:ext cx="2406391" cy="3423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Directly accessible outside the class using object name.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Internally accessed in any class function like regular variables.</a:t>
          </a:r>
        </a:p>
      </dsp:txBody>
      <dsp:txXfrm>
        <a:off x="4546050" y="813428"/>
        <a:ext cx="2406391" cy="3423177"/>
      </dsp:txXfrm>
    </dsp:sp>
    <dsp:sp modelId="{DEDB643A-CB74-4993-9412-524463CCAD70}">
      <dsp:nvSpPr>
        <dsp:cNvPr id="0" name=""/>
        <dsp:cNvSpPr/>
      </dsp:nvSpPr>
      <dsp:spPr>
        <a:xfrm>
          <a:off x="4546050" y="0"/>
          <a:ext cx="2406391" cy="813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/>
            <a:t>Public</a:t>
          </a:r>
        </a:p>
      </dsp:txBody>
      <dsp:txXfrm>
        <a:off x="4546050" y="0"/>
        <a:ext cx="2406391" cy="813428"/>
      </dsp:txXfrm>
    </dsp:sp>
    <dsp:sp modelId="{293DBDFF-2AB0-43EF-9FAF-62E2147273A4}">
      <dsp:nvSpPr>
        <dsp:cNvPr id="0" name=""/>
        <dsp:cNvSpPr/>
      </dsp:nvSpPr>
      <dsp:spPr>
        <a:xfrm>
          <a:off x="7121906" y="0"/>
          <a:ext cx="813428" cy="813428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8A7BCBC-970C-42BA-90B2-8609EEB742A6}">
      <dsp:nvSpPr>
        <dsp:cNvPr id="0" name=""/>
        <dsp:cNvSpPr/>
      </dsp:nvSpPr>
      <dsp:spPr>
        <a:xfrm>
          <a:off x="7203249" y="81342"/>
          <a:ext cx="650742" cy="650742"/>
        </a:xfrm>
        <a:prstGeom prst="chord">
          <a:avLst>
            <a:gd name="adj1" fmla="val 162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858B70-AE3A-4622-8142-A54B9BE6F124}">
      <dsp:nvSpPr>
        <dsp:cNvPr id="0" name=""/>
        <dsp:cNvSpPr/>
      </dsp:nvSpPr>
      <dsp:spPr>
        <a:xfrm>
          <a:off x="8104798" y="813428"/>
          <a:ext cx="2406391" cy="3423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Accessible within member functions using object or directly.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Indirect access in non-member functions via class member functions.</a:t>
          </a:r>
        </a:p>
      </dsp:txBody>
      <dsp:txXfrm>
        <a:off x="8104798" y="813428"/>
        <a:ext cx="2406391" cy="3423177"/>
      </dsp:txXfrm>
    </dsp:sp>
    <dsp:sp modelId="{01DB1F2D-139D-45E4-8B87-4D73E2A25558}">
      <dsp:nvSpPr>
        <dsp:cNvPr id="0" name=""/>
        <dsp:cNvSpPr/>
      </dsp:nvSpPr>
      <dsp:spPr>
        <a:xfrm>
          <a:off x="8104798" y="0"/>
          <a:ext cx="2406391" cy="813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/>
            <a:t>Protected</a:t>
          </a:r>
        </a:p>
      </dsp:txBody>
      <dsp:txXfrm>
        <a:off x="8104798" y="0"/>
        <a:ext cx="2406391" cy="8134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D7016-4DED-4C9B-8606-C32C7DC81FDB}">
      <dsp:nvSpPr>
        <dsp:cNvPr id="0" name=""/>
        <dsp:cNvSpPr/>
      </dsp:nvSpPr>
      <dsp:spPr>
        <a:xfrm>
          <a:off x="0" y="638"/>
          <a:ext cx="10515600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Arrays can also be created using </a:t>
          </a:r>
          <a:r>
            <a:rPr lang="en-US" sz="2200" b="1" kern="1200"/>
            <a:t>class types</a:t>
          </a:r>
          <a:r>
            <a:rPr lang="en-US" sz="2200" kern="1200"/>
            <a:t>, just like int or char.</a:t>
          </a:r>
          <a:endParaRPr lang="en-IN" sz="2200" kern="1200" dirty="0"/>
        </a:p>
      </dsp:txBody>
      <dsp:txXfrm>
        <a:off x="25759" y="26397"/>
        <a:ext cx="10464082" cy="476152"/>
      </dsp:txXfrm>
    </dsp:sp>
    <dsp:sp modelId="{A39E9212-0663-4669-8568-1164F13B2EFD}">
      <dsp:nvSpPr>
        <dsp:cNvPr id="0" name=""/>
        <dsp:cNvSpPr/>
      </dsp:nvSpPr>
      <dsp:spPr>
        <a:xfrm>
          <a:off x="0" y="591668"/>
          <a:ext cx="10515600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 </a:t>
          </a:r>
          <a:r>
            <a:rPr lang="en-US" sz="2200" b="1" kern="1200" dirty="0"/>
            <a:t>array of objects</a:t>
          </a:r>
          <a:r>
            <a:rPr lang="en-US" sz="2200" kern="1200" dirty="0"/>
            <a:t> is a list where each element is an object of the class.</a:t>
          </a:r>
        </a:p>
      </dsp:txBody>
      <dsp:txXfrm>
        <a:off x="25759" y="617427"/>
        <a:ext cx="10464082" cy="476152"/>
      </dsp:txXfrm>
    </dsp:sp>
    <dsp:sp modelId="{C309EE58-422F-47CC-82F1-4BF176FD708D}">
      <dsp:nvSpPr>
        <dsp:cNvPr id="0" name=""/>
        <dsp:cNvSpPr/>
      </dsp:nvSpPr>
      <dsp:spPr>
        <a:xfrm>
          <a:off x="0" y="1182698"/>
          <a:ext cx="10515600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Each object in the array holds </a:t>
          </a:r>
          <a:r>
            <a:rPr lang="en-US" sz="2200" b="1" kern="1200" dirty="0"/>
            <a:t>separate memory for all class data members</a:t>
          </a:r>
          <a:r>
            <a:rPr lang="en-US" sz="2200" kern="1200" dirty="0"/>
            <a:t>.</a:t>
          </a:r>
        </a:p>
      </dsp:txBody>
      <dsp:txXfrm>
        <a:off x="25759" y="1208457"/>
        <a:ext cx="10464082" cy="476152"/>
      </dsp:txXfrm>
    </dsp:sp>
    <dsp:sp modelId="{CF9ED4D1-42C0-4D3D-9D07-42BE1F7EE6B6}">
      <dsp:nvSpPr>
        <dsp:cNvPr id="0" name=""/>
        <dsp:cNvSpPr/>
      </dsp:nvSpPr>
      <dsp:spPr>
        <a:xfrm>
          <a:off x="0" y="1773729"/>
          <a:ext cx="10515600" cy="52767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Types of Object Arrays</a:t>
          </a:r>
          <a:endParaRPr lang="en-IN" sz="2200" kern="1200" dirty="0"/>
        </a:p>
      </dsp:txBody>
      <dsp:txXfrm>
        <a:off x="25759" y="1799488"/>
        <a:ext cx="10464082" cy="476152"/>
      </dsp:txXfrm>
    </dsp:sp>
    <dsp:sp modelId="{32349494-905A-4A9F-857A-06B6FC383CF9}">
      <dsp:nvSpPr>
        <dsp:cNvPr id="0" name=""/>
        <dsp:cNvSpPr/>
      </dsp:nvSpPr>
      <dsp:spPr>
        <a:xfrm>
          <a:off x="0" y="2301399"/>
          <a:ext cx="10515600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700" b="1" kern="1200" dirty="0"/>
            <a:t>Global Array of Objects</a:t>
          </a:r>
          <a:endParaRPr lang="en-IN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700" kern="1200" dirty="0"/>
            <a:t>Declared outside all functions.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b="1" kern="1200" dirty="0"/>
            <a:t>Accessible throughout the entire program.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b="1" kern="1200" dirty="0"/>
            <a:t>Local Array of Objects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700" kern="1200"/>
            <a:t>Declared inside a function.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b="1" kern="1200" dirty="0"/>
            <a:t>Accessible only within that function.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Attempting access outside its scope causes </a:t>
          </a:r>
          <a:r>
            <a:rPr lang="en-US" sz="1700" b="1" kern="1200" dirty="0"/>
            <a:t>undefined symbol errors</a:t>
          </a:r>
          <a:r>
            <a:rPr lang="en-US" sz="1700" kern="1200" dirty="0"/>
            <a:t>.</a:t>
          </a:r>
        </a:p>
      </dsp:txBody>
      <dsp:txXfrm>
        <a:off x="0" y="2301399"/>
        <a:ext cx="10515600" cy="2049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FE900-AB81-449E-8779-54A7FFE8D960}">
      <dsp:nvSpPr>
        <dsp:cNvPr id="0" name=""/>
        <dsp:cNvSpPr/>
      </dsp:nvSpPr>
      <dsp:spPr>
        <a:xfrm>
          <a:off x="0" y="231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19037-F2CA-4D13-9399-50A187A7A4F0}">
      <dsp:nvSpPr>
        <dsp:cNvPr id="0" name=""/>
        <dsp:cNvSpPr/>
      </dsp:nvSpPr>
      <dsp:spPr>
        <a:xfrm>
          <a:off x="0" y="2319"/>
          <a:ext cx="2103120" cy="1582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Definition:</a:t>
          </a:r>
          <a:endParaRPr lang="en-IN" sz="2300" kern="1200" dirty="0"/>
        </a:p>
      </dsp:txBody>
      <dsp:txXfrm>
        <a:off x="0" y="2319"/>
        <a:ext cx="2103120" cy="1582014"/>
      </dsp:txXfrm>
    </dsp:sp>
    <dsp:sp modelId="{14106A64-BF42-403F-8EF8-36B3A0130FE6}">
      <dsp:nvSpPr>
        <dsp:cNvPr id="0" name=""/>
        <dsp:cNvSpPr/>
      </dsp:nvSpPr>
      <dsp:spPr>
        <a:xfrm>
          <a:off x="2260854" y="39089"/>
          <a:ext cx="8254746" cy="735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A </a:t>
          </a:r>
          <a:r>
            <a:rPr lang="en-US" sz="1800" b="1" kern="1200" dirty="0"/>
            <a:t>static data member</a:t>
          </a:r>
          <a:r>
            <a:rPr lang="en-US" sz="1800" kern="1200" dirty="0"/>
            <a:t> belongs to the class, not any one object.</a:t>
          </a:r>
        </a:p>
      </dsp:txBody>
      <dsp:txXfrm>
        <a:off x="2260854" y="39089"/>
        <a:ext cx="8254746" cy="735389"/>
      </dsp:txXfrm>
    </dsp:sp>
    <dsp:sp modelId="{1E7827BA-E6A8-4677-B5B8-EB3C853B68CE}">
      <dsp:nvSpPr>
        <dsp:cNvPr id="0" name=""/>
        <dsp:cNvSpPr/>
      </dsp:nvSpPr>
      <dsp:spPr>
        <a:xfrm>
          <a:off x="2103120" y="77447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FEE22-7D96-4F04-B944-A180227208EB}">
      <dsp:nvSpPr>
        <dsp:cNvPr id="0" name=""/>
        <dsp:cNvSpPr/>
      </dsp:nvSpPr>
      <dsp:spPr>
        <a:xfrm>
          <a:off x="2260854" y="811248"/>
          <a:ext cx="8254746" cy="735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Used when all instances should share a common value.</a:t>
          </a:r>
        </a:p>
      </dsp:txBody>
      <dsp:txXfrm>
        <a:off x="2260854" y="811248"/>
        <a:ext cx="8254746" cy="735389"/>
      </dsp:txXfrm>
    </dsp:sp>
    <dsp:sp modelId="{CF2EF24E-0D29-4CEA-84DD-55BA97645ADC}">
      <dsp:nvSpPr>
        <dsp:cNvPr id="0" name=""/>
        <dsp:cNvSpPr/>
      </dsp:nvSpPr>
      <dsp:spPr>
        <a:xfrm>
          <a:off x="2103120" y="154663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F8571-5B5D-4C98-A4EE-67FA151C81E2}">
      <dsp:nvSpPr>
        <dsp:cNvPr id="0" name=""/>
        <dsp:cNvSpPr/>
      </dsp:nvSpPr>
      <dsp:spPr>
        <a:xfrm>
          <a:off x="0" y="158433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47A8B-834D-4EA5-9B31-2411BBAEDCCD}">
      <dsp:nvSpPr>
        <dsp:cNvPr id="0" name=""/>
        <dsp:cNvSpPr/>
      </dsp:nvSpPr>
      <dsp:spPr>
        <a:xfrm>
          <a:off x="0" y="1584333"/>
          <a:ext cx="2103120" cy="1582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Key Characteristics:</a:t>
          </a:r>
          <a:endParaRPr lang="en-IN" sz="2300" kern="1200" dirty="0"/>
        </a:p>
      </dsp:txBody>
      <dsp:txXfrm>
        <a:off x="0" y="1584333"/>
        <a:ext cx="2103120" cy="1582014"/>
      </dsp:txXfrm>
    </dsp:sp>
    <dsp:sp modelId="{DD8900DF-7443-47ED-A6C7-F6ABAF82B13F}">
      <dsp:nvSpPr>
        <dsp:cNvPr id="0" name=""/>
        <dsp:cNvSpPr/>
      </dsp:nvSpPr>
      <dsp:spPr>
        <a:xfrm>
          <a:off x="2260854" y="1599242"/>
          <a:ext cx="8254746" cy="298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Initialized to 0 when the first object is created.</a:t>
          </a:r>
        </a:p>
      </dsp:txBody>
      <dsp:txXfrm>
        <a:off x="2260854" y="1599242"/>
        <a:ext cx="8254746" cy="298172"/>
      </dsp:txXfrm>
    </dsp:sp>
    <dsp:sp modelId="{AF8E919F-5E4A-4038-AB51-0411C6FF0DEF}">
      <dsp:nvSpPr>
        <dsp:cNvPr id="0" name=""/>
        <dsp:cNvSpPr/>
      </dsp:nvSpPr>
      <dsp:spPr>
        <a:xfrm>
          <a:off x="2103120" y="189741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0C751-7C5D-4EB7-B118-87D8B41F2948}">
      <dsp:nvSpPr>
        <dsp:cNvPr id="0" name=""/>
        <dsp:cNvSpPr/>
      </dsp:nvSpPr>
      <dsp:spPr>
        <a:xfrm>
          <a:off x="2260854" y="1912323"/>
          <a:ext cx="8254746" cy="298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Only </a:t>
          </a:r>
          <a:r>
            <a:rPr lang="en-US" sz="1800" b="1" kern="1200" dirty="0"/>
            <a:t>one copy exists</a:t>
          </a:r>
          <a:r>
            <a:rPr lang="en-US" sz="1800" kern="1200" dirty="0"/>
            <a:t>, shared among all objects.</a:t>
          </a:r>
        </a:p>
      </dsp:txBody>
      <dsp:txXfrm>
        <a:off x="2260854" y="1912323"/>
        <a:ext cx="8254746" cy="298172"/>
      </dsp:txXfrm>
    </dsp:sp>
    <dsp:sp modelId="{AFEE3F9F-3514-4BF3-87AC-B63A421AA4B0}">
      <dsp:nvSpPr>
        <dsp:cNvPr id="0" name=""/>
        <dsp:cNvSpPr/>
      </dsp:nvSpPr>
      <dsp:spPr>
        <a:xfrm>
          <a:off x="2103120" y="221049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4B344-E5B5-495F-80B2-F0AF21E60B3C}">
      <dsp:nvSpPr>
        <dsp:cNvPr id="0" name=""/>
        <dsp:cNvSpPr/>
      </dsp:nvSpPr>
      <dsp:spPr>
        <a:xfrm>
          <a:off x="2260854" y="2225404"/>
          <a:ext cx="8254746" cy="298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Accessible </a:t>
          </a:r>
          <a:r>
            <a:rPr lang="en-US" sz="1800" b="1" kern="1200" dirty="0"/>
            <a:t>only within the class</a:t>
          </a:r>
          <a:r>
            <a:rPr lang="en-US" sz="1800" kern="1200" dirty="0"/>
            <a:t>, but </a:t>
          </a:r>
          <a:r>
            <a:rPr lang="en-US" sz="1800" b="1" kern="1200" dirty="0"/>
            <a:t>lifetime lasts entire program</a:t>
          </a:r>
          <a:r>
            <a:rPr lang="en-US" sz="1800" kern="1200" dirty="0"/>
            <a:t>.</a:t>
          </a:r>
        </a:p>
      </dsp:txBody>
      <dsp:txXfrm>
        <a:off x="2260854" y="2225404"/>
        <a:ext cx="8254746" cy="298172"/>
      </dsp:txXfrm>
    </dsp:sp>
    <dsp:sp modelId="{FDF6FB7B-2AE0-4036-B2D5-B6A29DD84113}">
      <dsp:nvSpPr>
        <dsp:cNvPr id="0" name=""/>
        <dsp:cNvSpPr/>
      </dsp:nvSpPr>
      <dsp:spPr>
        <a:xfrm>
          <a:off x="2103120" y="252357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88F32-83FE-4CA0-904E-A2D27B7687E5}">
      <dsp:nvSpPr>
        <dsp:cNvPr id="0" name=""/>
        <dsp:cNvSpPr/>
      </dsp:nvSpPr>
      <dsp:spPr>
        <a:xfrm>
          <a:off x="2260854" y="2538486"/>
          <a:ext cx="8254746" cy="298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Declared with static, and </a:t>
          </a:r>
          <a:r>
            <a:rPr lang="en-US" sz="1800" b="1" kern="1200" dirty="0"/>
            <a:t>defined outside</a:t>
          </a:r>
          <a:r>
            <a:rPr lang="en-US" sz="1800" kern="1200" dirty="0"/>
            <a:t> the class.</a:t>
          </a:r>
        </a:p>
      </dsp:txBody>
      <dsp:txXfrm>
        <a:off x="2260854" y="2538486"/>
        <a:ext cx="8254746" cy="298172"/>
      </dsp:txXfrm>
    </dsp:sp>
    <dsp:sp modelId="{00F550B2-18A7-4F2D-BCCC-8A1600644842}">
      <dsp:nvSpPr>
        <dsp:cNvPr id="0" name=""/>
        <dsp:cNvSpPr/>
      </dsp:nvSpPr>
      <dsp:spPr>
        <a:xfrm>
          <a:off x="2103120" y="283665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8C1F9-A468-4C81-B2F1-3BF3BEC84CE6}">
      <dsp:nvSpPr>
        <dsp:cNvPr id="0" name=""/>
        <dsp:cNvSpPr/>
      </dsp:nvSpPr>
      <dsp:spPr>
        <a:xfrm>
          <a:off x="2260854" y="2851567"/>
          <a:ext cx="8254746" cy="298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Initialization at definition is </a:t>
          </a:r>
          <a:r>
            <a:rPr lang="en-US" sz="1800" b="1" kern="1200" dirty="0"/>
            <a:t>optional</a:t>
          </a:r>
          <a:r>
            <a:rPr lang="en-US" sz="1800" kern="1200" dirty="0"/>
            <a:t>.</a:t>
          </a:r>
        </a:p>
      </dsp:txBody>
      <dsp:txXfrm>
        <a:off x="2260854" y="2851567"/>
        <a:ext cx="8254746" cy="298172"/>
      </dsp:txXfrm>
    </dsp:sp>
    <dsp:sp modelId="{68762BC6-128D-4C7D-93FE-8355E2FD0768}">
      <dsp:nvSpPr>
        <dsp:cNvPr id="0" name=""/>
        <dsp:cNvSpPr/>
      </dsp:nvSpPr>
      <dsp:spPr>
        <a:xfrm>
          <a:off x="2103120" y="314974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72541-3A91-4758-A05C-1C2E0188E9DF}">
      <dsp:nvSpPr>
        <dsp:cNvPr id="0" name=""/>
        <dsp:cNvSpPr/>
      </dsp:nvSpPr>
      <dsp:spPr>
        <a:xfrm>
          <a:off x="0" y="316634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250F1-3C06-484C-B930-9CD9A36EBB1D}">
      <dsp:nvSpPr>
        <dsp:cNvPr id="0" name=""/>
        <dsp:cNvSpPr/>
      </dsp:nvSpPr>
      <dsp:spPr>
        <a:xfrm>
          <a:off x="0" y="3166348"/>
          <a:ext cx="2103120" cy="1582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Uses:</a:t>
          </a:r>
          <a:endParaRPr lang="en-IN" sz="2300" kern="1200" dirty="0"/>
        </a:p>
      </dsp:txBody>
      <dsp:txXfrm>
        <a:off x="0" y="3166348"/>
        <a:ext cx="2103120" cy="1582014"/>
      </dsp:txXfrm>
    </dsp:sp>
    <dsp:sp modelId="{0DCA7D73-BA81-4C1A-BD90-DD4613291C8E}">
      <dsp:nvSpPr>
        <dsp:cNvPr id="0" name=""/>
        <dsp:cNvSpPr/>
      </dsp:nvSpPr>
      <dsp:spPr>
        <a:xfrm>
          <a:off x="2260854" y="3203117"/>
          <a:ext cx="8254746" cy="735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Track </a:t>
          </a:r>
          <a:r>
            <a:rPr lang="en-US" sz="1800" b="1" kern="1200" dirty="0"/>
            <a:t>number of class instances</a:t>
          </a:r>
          <a:r>
            <a:rPr lang="en-US" sz="1800" kern="1200" dirty="0"/>
            <a:t> (e.g., visit counters).</a:t>
          </a:r>
        </a:p>
      </dsp:txBody>
      <dsp:txXfrm>
        <a:off x="2260854" y="3203117"/>
        <a:ext cx="8254746" cy="735389"/>
      </dsp:txXfrm>
    </dsp:sp>
    <dsp:sp modelId="{97962902-E37B-42D7-B970-F11299CDB21E}">
      <dsp:nvSpPr>
        <dsp:cNvPr id="0" name=""/>
        <dsp:cNvSpPr/>
      </dsp:nvSpPr>
      <dsp:spPr>
        <a:xfrm>
          <a:off x="2103120" y="393850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101A9-4BA5-4EDF-83AF-B801BCF2A704}">
      <dsp:nvSpPr>
        <dsp:cNvPr id="0" name=""/>
        <dsp:cNvSpPr/>
      </dsp:nvSpPr>
      <dsp:spPr>
        <a:xfrm>
          <a:off x="2260854" y="3975276"/>
          <a:ext cx="8254746" cy="735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Support for </a:t>
          </a:r>
          <a:r>
            <a:rPr lang="en-US" sz="1800" b="1" kern="1200" dirty="0"/>
            <a:t>dynamic memory management</a:t>
          </a:r>
          <a:r>
            <a:rPr lang="en-US" sz="1800" kern="1200" dirty="0"/>
            <a:t>.</a:t>
          </a:r>
        </a:p>
      </dsp:txBody>
      <dsp:txXfrm>
        <a:off x="2260854" y="3975276"/>
        <a:ext cx="8254746" cy="735389"/>
      </dsp:txXfrm>
    </dsp:sp>
    <dsp:sp modelId="{028B29C3-578A-482A-BA95-4FDA6DDB60AF}">
      <dsp:nvSpPr>
        <dsp:cNvPr id="0" name=""/>
        <dsp:cNvSpPr/>
      </dsp:nvSpPr>
      <dsp:spPr>
        <a:xfrm>
          <a:off x="2103120" y="471066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35AE2-5490-4BAF-AE06-D6223C46E607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673BD-BBC1-470D-8547-609794FC0AEA}">
      <dsp:nvSpPr>
        <dsp:cNvPr id="0" name=""/>
        <dsp:cNvSpPr/>
      </dsp:nvSpPr>
      <dsp:spPr>
        <a:xfrm>
          <a:off x="0" y="2124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Definition:</a:t>
          </a:r>
          <a:endParaRPr lang="en-IN" sz="2300" kern="1200" dirty="0"/>
        </a:p>
      </dsp:txBody>
      <dsp:txXfrm>
        <a:off x="0" y="2124"/>
        <a:ext cx="2103120" cy="1449029"/>
      </dsp:txXfrm>
    </dsp:sp>
    <dsp:sp modelId="{6A0C57B3-E8A6-4726-A8C7-EB34BC012C7E}">
      <dsp:nvSpPr>
        <dsp:cNvPr id="0" name=""/>
        <dsp:cNvSpPr/>
      </dsp:nvSpPr>
      <dsp:spPr>
        <a:xfrm>
          <a:off x="2260854" y="35803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A static function can </a:t>
          </a:r>
          <a:r>
            <a:rPr lang="en-US" sz="1800" b="1" kern="1200" dirty="0"/>
            <a:t>access only static members</a:t>
          </a:r>
          <a:r>
            <a:rPr lang="en-US" sz="1800" kern="1200" dirty="0"/>
            <a:t>.</a:t>
          </a:r>
        </a:p>
      </dsp:txBody>
      <dsp:txXfrm>
        <a:off x="2260854" y="35803"/>
        <a:ext cx="8254746" cy="673572"/>
      </dsp:txXfrm>
    </dsp:sp>
    <dsp:sp modelId="{BAF7C748-35AF-4EAC-8923-BEDD40908BAC}">
      <dsp:nvSpPr>
        <dsp:cNvPr id="0" name=""/>
        <dsp:cNvSpPr/>
      </dsp:nvSpPr>
      <dsp:spPr>
        <a:xfrm>
          <a:off x="2103120" y="70937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9E2ED-91F2-40F4-B687-C3A6CD03EAF0}">
      <dsp:nvSpPr>
        <dsp:cNvPr id="0" name=""/>
        <dsp:cNvSpPr/>
      </dsp:nvSpPr>
      <dsp:spPr>
        <a:xfrm>
          <a:off x="2260854" y="743054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Called using </a:t>
          </a:r>
          <a:r>
            <a:rPr lang="en-US" sz="1800" b="1" kern="1200" dirty="0"/>
            <a:t>class name and scope resolution operator</a:t>
          </a:r>
          <a:r>
            <a:rPr lang="en-US" sz="1800" kern="1200" dirty="0"/>
            <a:t> (</a:t>
          </a:r>
          <a:r>
            <a:rPr lang="en-US" sz="1800" kern="1200" dirty="0" err="1"/>
            <a:t>ClassName</a:t>
          </a:r>
          <a:r>
            <a:rPr lang="en-US" sz="1800" kern="1200" dirty="0"/>
            <a:t>::Function()), no object required.</a:t>
          </a:r>
        </a:p>
      </dsp:txBody>
      <dsp:txXfrm>
        <a:off x="2260854" y="743054"/>
        <a:ext cx="8254746" cy="673572"/>
      </dsp:txXfrm>
    </dsp:sp>
    <dsp:sp modelId="{86DEC2BA-E02A-4A4C-BD55-CD3D1BCD72CC}">
      <dsp:nvSpPr>
        <dsp:cNvPr id="0" name=""/>
        <dsp:cNvSpPr/>
      </dsp:nvSpPr>
      <dsp:spPr>
        <a:xfrm>
          <a:off x="2103120" y="141662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54A29-70D3-4F13-B365-1CF3DE76B8E9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3E790-33E9-461C-B192-27E6C6DB2F85}">
      <dsp:nvSpPr>
        <dsp:cNvPr id="0" name=""/>
        <dsp:cNvSpPr/>
      </dsp:nvSpPr>
      <dsp:spPr>
        <a:xfrm>
          <a:off x="0" y="1451154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Key Characteristics:</a:t>
          </a:r>
          <a:endParaRPr lang="en-IN" sz="2300" kern="1200"/>
        </a:p>
      </dsp:txBody>
      <dsp:txXfrm>
        <a:off x="0" y="1451154"/>
        <a:ext cx="2103120" cy="1449029"/>
      </dsp:txXfrm>
    </dsp:sp>
    <dsp:sp modelId="{2A4AC0DC-8AD1-4BFA-BBE3-A6576D26CDC7}">
      <dsp:nvSpPr>
        <dsp:cNvPr id="0" name=""/>
        <dsp:cNvSpPr/>
      </dsp:nvSpPr>
      <dsp:spPr>
        <a:xfrm>
          <a:off x="2260854" y="1484832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Cannot access </a:t>
          </a:r>
          <a:r>
            <a:rPr lang="en-IN" sz="1800" b="1" kern="1200" dirty="0"/>
            <a:t>non-static</a:t>
          </a:r>
          <a:r>
            <a:rPr lang="en-IN" sz="1800" kern="1200" dirty="0"/>
            <a:t> members.</a:t>
          </a:r>
        </a:p>
      </dsp:txBody>
      <dsp:txXfrm>
        <a:off x="2260854" y="1484832"/>
        <a:ext cx="8254746" cy="673572"/>
      </dsp:txXfrm>
    </dsp:sp>
    <dsp:sp modelId="{4044446B-76DF-4D73-8538-6DA00CD933AC}">
      <dsp:nvSpPr>
        <dsp:cNvPr id="0" name=""/>
        <dsp:cNvSpPr/>
      </dsp:nvSpPr>
      <dsp:spPr>
        <a:xfrm>
          <a:off x="2103120" y="215840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F83AE-8273-44E4-9B9B-35CD6D4C668F}">
      <dsp:nvSpPr>
        <dsp:cNvPr id="0" name=""/>
        <dsp:cNvSpPr/>
      </dsp:nvSpPr>
      <dsp:spPr>
        <a:xfrm>
          <a:off x="2260854" y="2192083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Useful for performing actions common to all instances.</a:t>
          </a:r>
        </a:p>
      </dsp:txBody>
      <dsp:txXfrm>
        <a:off x="2260854" y="2192083"/>
        <a:ext cx="8254746" cy="673572"/>
      </dsp:txXfrm>
    </dsp:sp>
    <dsp:sp modelId="{C4212EF7-693D-478A-BADD-79F93E058A7D}">
      <dsp:nvSpPr>
        <dsp:cNvPr id="0" name=""/>
        <dsp:cNvSpPr/>
      </dsp:nvSpPr>
      <dsp:spPr>
        <a:xfrm>
          <a:off x="2103120" y="286565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AA4A6-1879-48AA-84D9-6D00A867E9B6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2AF89-D4DF-4B7D-AA86-C6067AAE2BC8}">
      <dsp:nvSpPr>
        <dsp:cNvPr id="0" name=""/>
        <dsp:cNvSpPr/>
      </dsp:nvSpPr>
      <dsp:spPr>
        <a:xfrm>
          <a:off x="0" y="2900183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Uses:</a:t>
          </a:r>
          <a:endParaRPr lang="en-IN" sz="2300" kern="1200"/>
        </a:p>
      </dsp:txBody>
      <dsp:txXfrm>
        <a:off x="0" y="2900183"/>
        <a:ext cx="2103120" cy="1449029"/>
      </dsp:txXfrm>
    </dsp:sp>
    <dsp:sp modelId="{76DB0F02-32A2-4E64-BD02-7B8CD55B8A81}">
      <dsp:nvSpPr>
        <dsp:cNvPr id="0" name=""/>
        <dsp:cNvSpPr/>
      </dsp:nvSpPr>
      <dsp:spPr>
        <a:xfrm>
          <a:off x="2260854" y="2933862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Manage </a:t>
          </a:r>
          <a:r>
            <a:rPr lang="en-US" sz="1800" b="1" kern="1200" dirty="0"/>
            <a:t>class-wide data or counters</a:t>
          </a:r>
          <a:r>
            <a:rPr lang="en-US" sz="1800" kern="1200" dirty="0"/>
            <a:t>.</a:t>
          </a:r>
        </a:p>
      </dsp:txBody>
      <dsp:txXfrm>
        <a:off x="2260854" y="2933862"/>
        <a:ext cx="8254746" cy="673572"/>
      </dsp:txXfrm>
    </dsp:sp>
    <dsp:sp modelId="{3BE95495-B629-4DA5-BDC8-FC65ABF72348}">
      <dsp:nvSpPr>
        <dsp:cNvPr id="0" name=""/>
        <dsp:cNvSpPr/>
      </dsp:nvSpPr>
      <dsp:spPr>
        <a:xfrm>
          <a:off x="2103120" y="3607434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CEC3D8-9E8F-4BEB-829A-B8C3D2235961}">
      <dsp:nvSpPr>
        <dsp:cNvPr id="0" name=""/>
        <dsp:cNvSpPr/>
      </dsp:nvSpPr>
      <dsp:spPr>
        <a:xfrm>
          <a:off x="2260854" y="3641113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Frequently used in </a:t>
          </a:r>
          <a:r>
            <a:rPr lang="en-US" sz="1800" b="1" kern="1200" dirty="0"/>
            <a:t>memory management</a:t>
          </a:r>
          <a:r>
            <a:rPr lang="en-US" sz="1800" kern="1200" dirty="0"/>
            <a:t> scenarios.</a:t>
          </a:r>
        </a:p>
      </dsp:txBody>
      <dsp:txXfrm>
        <a:off x="2260854" y="3641113"/>
        <a:ext cx="8254746" cy="673572"/>
      </dsp:txXfrm>
    </dsp:sp>
    <dsp:sp modelId="{8BDB8D51-F131-4398-8C0D-78633450DD62}">
      <dsp:nvSpPr>
        <dsp:cNvPr id="0" name=""/>
        <dsp:cNvSpPr/>
      </dsp:nvSpPr>
      <dsp:spPr>
        <a:xfrm>
          <a:off x="2103120" y="431468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2DE5C-7B03-4659-89AA-40A9BF92DB08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FF29-2EE4-4F41-A5BA-854A50675B30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42900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3815635"/>
            <a:ext cx="8760068" cy="26379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OOP Principles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Classes  &amp; Objects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Data Members &amp; Member Functions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Access Modifiers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Object Pointers &amp; This Pointer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Inline Function and Class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Array &amp; Class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Static Members &amp; Class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Constructor &amp; Destructor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Dynamic Memory Allocation &amp; Class</a:t>
            </a:r>
          </a:p>
        </p:txBody>
      </p:sp>
    </p:spTree>
    <p:extLst>
      <p:ext uri="{BB962C8B-B14F-4D97-AF65-F5344CB8AC3E}">
        <p14:creationId xmlns:p14="http://schemas.microsoft.com/office/powerpoint/2010/main" val="261420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FA58-68C3-4821-B8EC-9877FF0F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CCA8E-CF80-490A-99CF-C3D9CE7A5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5CF07-CC31-4DE2-AAB3-31F25F752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7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5A7D1C-98C4-41B3-B1F7-20C2E4A7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CB1A86-CBBB-4566-8F6F-A4785055E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9048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0EC5-FDC3-4EB8-BAEF-AA26B72F2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76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A966-C3C8-4E19-A2D4-EFE39E0F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&amp; Objects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60889-4E0B-4C33-97D2-3FAEF778D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03D5A-144A-4113-868C-74F13DA0E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2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6520F8-8EE0-4076-A772-EEAF9037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71A21-152D-4B9C-8B14-0865D2C8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collection of different types of data members and member functions</a:t>
            </a:r>
          </a:p>
          <a:p>
            <a:r>
              <a:rPr lang="en-IN" dirty="0"/>
              <a:t>Syntax:</a:t>
            </a: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 &lt;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ClassName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Access Specifier: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//data member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//member functions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31520" lvl="1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};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8023E-7ABC-4D17-AD4D-923E5A7A0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4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4F19-51C3-4E1E-A7E4-4529F1ED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12B4D-5C7E-47F5-A961-7461D2C1E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instance for a class</a:t>
            </a:r>
          </a:p>
          <a:p>
            <a:r>
              <a:rPr lang="en-US" dirty="0"/>
              <a:t>object of the class is created, memory is assigned to object that is collection if memory required for the various elements of the class.</a:t>
            </a:r>
          </a:p>
          <a:p>
            <a:r>
              <a:rPr lang="en-US" dirty="0"/>
              <a:t>Object Creation</a:t>
            </a:r>
          </a:p>
          <a:p>
            <a:pPr lvl="1"/>
            <a:r>
              <a:rPr lang="en-US" dirty="0"/>
              <a:t>Local Object</a:t>
            </a:r>
          </a:p>
          <a:p>
            <a:pPr lvl="1"/>
            <a:r>
              <a:rPr lang="en-US" dirty="0"/>
              <a:t>Global Object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6FCA7-AD87-4189-ACD3-EE0B33675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4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5F5A-4848-460E-8897-7C4FC03D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9616"/>
          </a:xfrm>
        </p:spPr>
        <p:txBody>
          <a:bodyPr/>
          <a:lstStyle/>
          <a:p>
            <a:r>
              <a:rPr lang="en-US" dirty="0"/>
              <a:t>Example Program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03E2-6D21-4DA0-B95C-8ECCE8947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616"/>
            <a:ext cx="10515600" cy="5868785"/>
          </a:xfrm>
        </p:spPr>
        <p:txBody>
          <a:bodyPr>
            <a:normAutofit fontScale="92500" lnSpcReduction="10000"/>
          </a:bodyPr>
          <a:lstStyle/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private: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int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public: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void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{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5;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}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}Obj1;//method 1 of creating global object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Obj2;//method 2 of creating global object</a:t>
            </a: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void function(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Obj1)//method 1 of creating local object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Obj2;//method 2 of creating local object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Obj2.init();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 algn="just">
              <a:buNone/>
            </a:pPr>
            <a:endParaRPr lang="en-IN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563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78023-3716-48E3-A1B7-62266EACF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0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316E-A451-4FC1-9C59-15E702D5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 in Class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0B429-58C0-41D7-BCEF-77A37B1B5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F1378E-57A9-4A67-B98C-3134849A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7529"/>
            <a:ext cx="10184476" cy="475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1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D99E-F63F-456D-BEC0-A8A745D09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Specifiers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201A57-19CE-49A4-98CA-80A72A88B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7140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AC2AC-75A0-421C-84E0-60293F70F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92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3ED6-9C41-44D5-9ECF-AE061C66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 and Class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B173C-24EA-4195-B904-1DC96FCA9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A0DD-38BA-4F39-81A7-6721E7F59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27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4925-312F-4E95-9C6A-1CDB552F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 in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FBAB-8D77-4B83-8286-C8A40791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functions are those functions whose function call is replaced by the function definition at the time of compilation. </a:t>
            </a:r>
          </a:p>
          <a:p>
            <a:r>
              <a:rPr lang="en-US" dirty="0"/>
              <a:t>Member functions of a class can be made inline in two methods:</a:t>
            </a:r>
          </a:p>
          <a:p>
            <a:pPr lvl="1"/>
            <a:r>
              <a:rPr lang="en-US" dirty="0"/>
              <a:t>by giving inside the class definition</a:t>
            </a:r>
          </a:p>
          <a:p>
            <a:pPr lvl="1"/>
            <a:r>
              <a:rPr lang="en-US" dirty="0"/>
              <a:t>by outside the class definition using keyword inline</a:t>
            </a:r>
          </a:p>
          <a:p>
            <a:r>
              <a:rPr lang="en-US" dirty="0"/>
              <a:t>To create an inline function using outside the class definition, keyword inline is appended in the header line of the function definition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73E2-68D7-4A82-A3D8-DF393BBF3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1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3FB844-30C0-41A4-B1B7-DCFB9210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4698076" cy="5703473"/>
          </a:xfrm>
        </p:spPr>
        <p:txBody>
          <a:bodyPr>
            <a:normAutofit/>
          </a:bodyPr>
          <a:lstStyle/>
          <a:p>
            <a:r>
              <a:rPr lang="en-US" dirty="0"/>
              <a:t>Example: Inline Function &amp; Class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84E5E-C5FC-4971-947C-2D6EA4608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3D3C5-B694-40E2-830E-AE9AB27C8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849" y="9534"/>
            <a:ext cx="5030701" cy="688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7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042176-9F6F-4888-B04D-410E396E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&amp; Class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D87D8F-D635-4A11-9A99-9AC9CD05C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5CC72-3633-49FA-93CD-58AE50822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1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6C96A9-5F08-471B-8480-5AF0643D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as data member of Class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01595-20F6-488A-82E7-89801EB71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array can be a created as a data member of a class.</a:t>
            </a:r>
          </a:p>
          <a:p>
            <a:r>
              <a:rPr lang="en-US" dirty="0"/>
              <a:t>When an array is created as a public data member, it can be referenced in the non-member function of the class using the object of the class and the membership operator (.). </a:t>
            </a:r>
          </a:p>
          <a:p>
            <a:r>
              <a:rPr lang="en-US" dirty="0"/>
              <a:t>When accessed in member function of the class, it can be accessed directly without use of any object for the calling object of the member function.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6B224-F2C0-4799-AC9A-7E1DC262E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31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7B32-6197-4B1D-9443-D286B4B7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Objects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41C667D-480D-43B0-8AB6-7F53F84A4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5438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01B9E-0CDE-45F3-8B79-48F3BAACB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07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00FC-4FC2-4D31-AED9-47F0F583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 in Array of Objects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BF115-FD4C-4E99-907A-FC82C0E7E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14B2D8-7291-410D-9806-B4F580418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82" y="1388851"/>
            <a:ext cx="6744691" cy="49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02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A616-029F-406C-BE91-B10566A7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3700549" cy="5703473"/>
          </a:xfrm>
        </p:spPr>
        <p:txBody>
          <a:bodyPr>
            <a:normAutofit/>
          </a:bodyPr>
          <a:lstStyle/>
          <a:p>
            <a:r>
              <a:rPr lang="en-US" dirty="0"/>
              <a:t>Program for Array of Objects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6FCD5-687B-4B69-BD98-71D27915F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5F692-D324-4705-948D-329CA7612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280" y="0"/>
            <a:ext cx="5444636" cy="687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77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111DA6-69C8-4BEB-AEFE-55F9E02DE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 Type &amp; Arrays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D34D18-A397-43FF-84A4-A76F56B88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FD11-F312-4DCA-A806-D62873F05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571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51BF3A-5011-45A3-BDAA-18D2910F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Members in C++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62553-98F6-4272-80FB-CBE9463DD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allows both data members and member functions of a class to be declared as static.</a:t>
            </a:r>
          </a:p>
          <a:p>
            <a:endParaRPr lang="en-US" dirty="0"/>
          </a:p>
          <a:p>
            <a:r>
              <a:rPr lang="en-US" dirty="0"/>
              <a:t>Static members are shared among all instances of a class rather than tied to individual objects.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1FC1D-4658-40DA-88D5-9416861E9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21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2950-78F3-4A57-91D6-7EB30309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Data Members (Class Variables)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9F41EB-B5D6-4A72-9F91-91BC1EA70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707959"/>
              </p:ext>
            </p:extLst>
          </p:nvPr>
        </p:nvGraphicFramePr>
        <p:xfrm>
          <a:off x="838200" y="1825625"/>
          <a:ext cx="10515600" cy="4750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1FA57-613C-4871-84CC-71C95050C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1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AFC2-ADB4-43E0-9C60-904D0783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Member Functions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B0135C-4AB5-4EE0-BF8D-B72A3C0B1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2170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5F46F-6E2A-4867-B19A-E766C5D3A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056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63611E-DCB5-4D96-BD2F-A2920605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Class &amp; its Members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1A5553-C527-49CB-BFB7-965509804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8693D-DFA8-435A-AA49-5F1885323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923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5FD166-86DB-489B-9D2B-E24B1D0A7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73A3F-54F8-45E4-8CAB-2176E220B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-143338"/>
            <a:ext cx="7497179" cy="70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3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2F45-8AE0-4A22-9103-3717FB9F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&amp; Class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CF1AA-DFD1-4F09-8D52-B62ADD32D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FB31-9BD4-467C-B9F6-6C29543B8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242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2F7198-3994-4DB3-B061-C390BEE8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for Class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9CCEB-F6A9-442D-86A1-34702318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 are special member functions of the class which is used for the initialization of the various data members of the class.</a:t>
            </a:r>
          </a:p>
          <a:p>
            <a:endParaRPr lang="en-US" dirty="0"/>
          </a:p>
          <a:p>
            <a:r>
              <a:rPr lang="en-US" dirty="0"/>
              <a:t>Whenever object of any class is created, a constructor of that class is invoked by the compiler. If a constructor of the class is not created during programming, the compiler creates a constructor on its own. This constructor initializes all members by zero/null value.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0678C-0BB0-4E4D-93C3-A034CFC79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62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AFDD-82D5-4C51-94CA-4B169DDE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Constructor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32E2-BA80-40F5-9A1A-12D06CB6A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They should be declared in the public section of the class.</a:t>
            </a:r>
          </a:p>
          <a:p>
            <a:r>
              <a:rPr lang="en-US" dirty="0"/>
              <a:t>They are invoked automatically when the objects are created.</a:t>
            </a:r>
          </a:p>
          <a:p>
            <a:r>
              <a:rPr lang="en-US" dirty="0"/>
              <a:t>The name of the constructor is the same as the name of the class.</a:t>
            </a:r>
          </a:p>
          <a:p>
            <a:r>
              <a:rPr lang="en-US" dirty="0"/>
              <a:t>They do not have any return types, not even void, and so, they don’t return any value.</a:t>
            </a:r>
          </a:p>
          <a:p>
            <a:r>
              <a:rPr lang="en-US" dirty="0"/>
              <a:t>They cannot be inherited, though a derived class can call the base call constructor.</a:t>
            </a:r>
          </a:p>
          <a:p>
            <a:r>
              <a:rPr lang="en-US" dirty="0"/>
              <a:t>They can have default arguments.</a:t>
            </a:r>
          </a:p>
          <a:p>
            <a:r>
              <a:rPr lang="en-US" dirty="0"/>
              <a:t>These cannot be virtual.</a:t>
            </a:r>
          </a:p>
          <a:p>
            <a:r>
              <a:rPr lang="en-US" dirty="0"/>
              <a:t>They make implicit calls to the operators new and delete when memory allocation is required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569BA-B628-402A-B56D-2F19188EA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56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5801-BF2F-4F8A-BD1F-304325DA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7E7F3-DA3E-497A-993C-6C7A0A1BF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 functions used for object initialization.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called when object is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Three main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 Constructor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Parameterized Constructor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Copy Constructor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D0597-BFBF-48D0-A45C-DEA92CE1E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121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BB79-2BAA-443B-9B98-F41557BF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Default Constructor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6854-7188-4B5E-8B46-665CAB1E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constructor with no arguments.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provided if no constructor is defined.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Initializes members to default values (0, NULL).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any constructor is defined, this must be explicitly declared.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41123-5A87-49C6-870C-99675B29C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58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63D4-B51E-44D6-A263-AFEFC54A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Parameterized Constructor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10FC-BEB1-4DBD-B270-C1B13B6AE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with one or more parameters.</a:t>
            </a:r>
          </a:p>
          <a:p>
            <a:r>
              <a:rPr lang="en-US" dirty="0"/>
              <a:t>Used to initialize members with specific values.</a:t>
            </a:r>
          </a:p>
          <a:p>
            <a:r>
              <a:rPr lang="en-US" dirty="0"/>
              <a:t>Calling Styles:</a:t>
            </a:r>
          </a:p>
          <a:p>
            <a:pPr lvl="1"/>
            <a:r>
              <a:rPr lang="en-US" dirty="0"/>
              <a:t>Explicit: </a:t>
            </a:r>
            <a:r>
              <a:rPr lang="en-US" dirty="0" err="1"/>
              <a:t>ClassName</a:t>
            </a:r>
            <a:r>
              <a:rPr lang="en-US" dirty="0"/>
              <a:t> obj = </a:t>
            </a:r>
            <a:r>
              <a:rPr lang="en-US" dirty="0" err="1"/>
              <a:t>ClassName</a:t>
            </a:r>
            <a:r>
              <a:rPr lang="en-US" dirty="0"/>
              <a:t>(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Implicit: </a:t>
            </a:r>
            <a:r>
              <a:rPr lang="en-US" dirty="0" err="1"/>
              <a:t>ClassName</a:t>
            </a:r>
            <a:r>
              <a:rPr lang="en-US" dirty="0"/>
              <a:t> obj(</a:t>
            </a:r>
            <a:r>
              <a:rPr lang="en-US" dirty="0" err="1"/>
              <a:t>val</a:t>
            </a:r>
            <a:r>
              <a:rPr lang="en-US" dirty="0"/>
              <a:t>);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73B7E-5CC0-47B8-8B65-D3AB0B84E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480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0DB6-6DF1-47D5-9A7C-D21D0189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Copy Constructor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49FF-079F-4692-B68F-1BBB3D05B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Initializes an object from another object of the same class.</a:t>
            </a:r>
          </a:p>
          <a:p>
            <a:r>
              <a:rPr lang="en-US" dirty="0"/>
              <a:t>Takes a reference to an object of the same class.</a:t>
            </a:r>
          </a:p>
          <a:p>
            <a:r>
              <a:rPr lang="en-US" dirty="0"/>
              <a:t>Compiler provides one if not explicitly defined.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Copy constructor: </a:t>
            </a:r>
            <a:r>
              <a:rPr lang="en-US" dirty="0" err="1"/>
              <a:t>Cls</a:t>
            </a:r>
            <a:r>
              <a:rPr lang="en-US" dirty="0"/>
              <a:t> C1 = C2; or </a:t>
            </a:r>
            <a:r>
              <a:rPr lang="en-US" dirty="0" err="1"/>
              <a:t>Cls</a:t>
            </a:r>
            <a:r>
              <a:rPr lang="en-US" dirty="0"/>
              <a:t> C1(C2);</a:t>
            </a:r>
          </a:p>
          <a:p>
            <a:pPr lvl="1"/>
            <a:r>
              <a:rPr lang="en-US" dirty="0"/>
              <a:t>Not a copy constructor: C1 = C2; (assignment)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3244C-A85F-4D2C-887F-B4FCDC02B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56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9D072B-76FF-4FDE-A3B3-7237D217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 in Class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57B3A6-55CE-485D-A771-6356E7AA6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0D809-746C-4FF4-AED4-C923FFA15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40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553C-272B-4723-9785-4010A12C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Introduction to Dynamic Memory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97764-A1A6-4C20-B959-D1AAF3AB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can be allocated at runtime using new.</a:t>
            </a:r>
          </a:p>
          <a:p>
            <a:r>
              <a:rPr lang="en-US" dirty="0"/>
              <a:t>Memory can be freed using delete.</a:t>
            </a:r>
          </a:p>
          <a:p>
            <a:r>
              <a:rPr lang="en-US" dirty="0"/>
              <a:t>Used when the size or number of objects is unknown at compile time.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F0D9F-5240-4CDD-ABAC-1CF810BF3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909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CDA2-610E-416C-B61F-A21A65A6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new Operator &amp; delete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77E6-F12D-40FD-991B-85D31FC87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operator allocates memory on the heap.</a:t>
            </a:r>
          </a:p>
          <a:p>
            <a:r>
              <a:rPr lang="en-US" dirty="0"/>
              <a:t>Syntax: </a:t>
            </a:r>
            <a:r>
              <a:rPr lang="en-US" dirty="0" err="1"/>
              <a:t>ClassName</a:t>
            </a:r>
            <a:r>
              <a:rPr lang="en-US" dirty="0"/>
              <a:t>* </a:t>
            </a:r>
            <a:r>
              <a:rPr lang="en-US" dirty="0" err="1"/>
              <a:t>ptr</a:t>
            </a:r>
            <a:r>
              <a:rPr lang="en-US" dirty="0"/>
              <a:t> = new </a:t>
            </a:r>
            <a:r>
              <a:rPr lang="en-US" dirty="0" err="1"/>
              <a:t>ClassName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Delete operator Deallocates memory created with new.</a:t>
            </a:r>
          </a:p>
          <a:p>
            <a:r>
              <a:rPr lang="en-US" dirty="0"/>
              <a:t>Syntax: delete 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15189-9CDA-401B-A193-47214A64F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27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5042-B378-4054-9B22-0BC6B3CE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4355026" cy="5786601"/>
          </a:xfrm>
        </p:spPr>
        <p:txBody>
          <a:bodyPr>
            <a:normAutofit/>
          </a:bodyPr>
          <a:lstStyle/>
          <a:p>
            <a:r>
              <a:rPr lang="en-IN" dirty="0"/>
              <a:t>Program to demonstrate </a:t>
            </a:r>
            <a:br>
              <a:rPr lang="en-IN" dirty="0"/>
            </a:br>
            <a:r>
              <a:rPr lang="en-IN" dirty="0"/>
              <a:t>new &amp; delete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BE674-D920-44B7-AFAF-79A08BF2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10BFB-1A87-4625-9FFE-60ADABBE3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4881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56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C3C7-4D05-4C1B-BCF5-D9BF62CE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92FA1-39BE-4290-8C26-9A7B00B52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1096B-EB73-40F1-8E06-03D2B68D5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02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9A560-E2A2-4F50-974E-757AA8E1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9E5ED-5AE9-401B-8969-7B6CDD5F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Destructors are the special member functions of the class which are automatically invoked whenever the object of the class goes out of scope. </a:t>
            </a:r>
          </a:p>
          <a:p>
            <a:r>
              <a:rPr lang="en-US" dirty="0"/>
              <a:t>The name of the destructor is the same as the name of the class but is preceded with a tilde (~) sign.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1DFEA-53D3-45FD-A389-08AB28B76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86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2A92-5317-4A14-8011-A037F519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973F-D88D-414C-BADD-BFAFCE813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are declared in the public section.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are usually declared after the other member functions.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are invoked automatically when the objects go out of scope.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do not have any return types.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don’t have any arguments.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cannot be inherited. However the derived class can invoke the base class constructor.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cannot be overloaded.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They can be declared as virtual.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ea typeface="Calibri" panose="020F0502020204030204" pitchFamily="34" charset="0"/>
                <a:cs typeface="Courier New" panose="02070309020205020404" pitchFamily="49" charset="0"/>
              </a:rPr>
              <a:t>Destructor can call other member functions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AD638-0CC3-464F-9F89-A43BECA05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33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B102-85F7-4A8F-80F2-1363C145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1718-8708-49AD-B49E-FE47CBD3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During object construction via a constructor, system resources may be allocated (e.g., memory, file handles, network connections).</a:t>
            </a:r>
          </a:p>
          <a:p>
            <a:r>
              <a:rPr lang="en-US" dirty="0"/>
              <a:t>Examples of resources include:</a:t>
            </a:r>
          </a:p>
          <a:p>
            <a:pPr lvl="1"/>
            <a:r>
              <a:rPr lang="en-US" dirty="0"/>
              <a:t>Opened files</a:t>
            </a:r>
          </a:p>
          <a:p>
            <a:pPr lvl="1"/>
            <a:r>
              <a:rPr lang="en-US" dirty="0"/>
              <a:t>Network connections</a:t>
            </a:r>
          </a:p>
          <a:p>
            <a:pPr lvl="1"/>
            <a:r>
              <a:rPr lang="en-US" dirty="0"/>
              <a:t>Dynamically allocated memory</a:t>
            </a:r>
          </a:p>
          <a:p>
            <a:r>
              <a:rPr lang="en-US" dirty="0"/>
              <a:t>These allocated resources must be deallocated before the object is destroyed to avoid resource leaks.</a:t>
            </a:r>
          </a:p>
          <a:p>
            <a:r>
              <a:rPr lang="en-US" dirty="0"/>
              <a:t>A function can be created to manually release resources before destruction, but this requires explicit calling.</a:t>
            </a:r>
          </a:p>
          <a:p>
            <a:r>
              <a:rPr lang="en-US" dirty="0"/>
              <a:t>Destructor offers an automated solution:</a:t>
            </a:r>
          </a:p>
          <a:p>
            <a:pPr lvl="1"/>
            <a:r>
              <a:rPr lang="en-US" dirty="0"/>
              <a:t>It is a special member function invoked automatically when an object is destroyed.</a:t>
            </a:r>
          </a:p>
          <a:p>
            <a:pPr lvl="1"/>
            <a:r>
              <a:rPr lang="en-US" dirty="0"/>
              <a:t>It helps in releasing all acquired resources without requiring manual calls.</a:t>
            </a:r>
          </a:p>
          <a:p>
            <a:pPr lvl="1"/>
            <a:r>
              <a:rPr lang="en-US" dirty="0"/>
              <a:t>Ensures clean-up of resources like memory, files, and network connections.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0318D-F3B2-40F0-8EC5-28A112ED1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2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Template.pptx" id="{872A0908-B4BE-42E9-B974-411477CD13A2}" vid="{74DED970-FDA3-40BF-97D9-3BC76A00F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LectureTemplate</Template>
  <TotalTime>319</TotalTime>
  <Words>1550</Words>
  <Application>Microsoft Office PowerPoint</Application>
  <PresentationFormat>Widescreen</PresentationFormat>
  <Paragraphs>241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Courier New</vt:lpstr>
      <vt:lpstr>Office Theme</vt:lpstr>
      <vt:lpstr>C++ Programming</vt:lpstr>
      <vt:lpstr>Object Oriented Programming</vt:lpstr>
      <vt:lpstr>Object Oriented Programming</vt:lpstr>
      <vt:lpstr>Classes &amp; Objects</vt:lpstr>
      <vt:lpstr>Class</vt:lpstr>
      <vt:lpstr>Objects</vt:lpstr>
      <vt:lpstr>Example Program</vt:lpstr>
      <vt:lpstr>Memory Allocation in Class</vt:lpstr>
      <vt:lpstr>Access Specifiers</vt:lpstr>
      <vt:lpstr>Inline Function and Class</vt:lpstr>
      <vt:lpstr>Inline Function in Class</vt:lpstr>
      <vt:lpstr>Example: Inline Function &amp; Class</vt:lpstr>
      <vt:lpstr>Arrays &amp; Class</vt:lpstr>
      <vt:lpstr>Arrays as data member of Class</vt:lpstr>
      <vt:lpstr>Array of Objects</vt:lpstr>
      <vt:lpstr>Memory Allocation in Array of Objects</vt:lpstr>
      <vt:lpstr>Program for Array of Objects</vt:lpstr>
      <vt:lpstr>Static Member Type &amp; Arrays</vt:lpstr>
      <vt:lpstr>Static Members in C++</vt:lpstr>
      <vt:lpstr>Static Data Members (Class Variables)</vt:lpstr>
      <vt:lpstr>Static Member Functions</vt:lpstr>
      <vt:lpstr>Scope of Class &amp; its Members</vt:lpstr>
      <vt:lpstr>PowerPoint Presentation</vt:lpstr>
      <vt:lpstr>Constructors &amp; Class</vt:lpstr>
      <vt:lpstr>Constructors for Class</vt:lpstr>
      <vt:lpstr>Features of Constructor</vt:lpstr>
      <vt:lpstr>Constructors</vt:lpstr>
      <vt:lpstr>Default Constructor</vt:lpstr>
      <vt:lpstr>Parameterized Constructor </vt:lpstr>
      <vt:lpstr>Copy Constructor</vt:lpstr>
      <vt:lpstr>Dynamic Memory Allocation in Class</vt:lpstr>
      <vt:lpstr>Introduction to Dynamic Memory</vt:lpstr>
      <vt:lpstr>The new Operator &amp; delete operator</vt:lpstr>
      <vt:lpstr>Program to demonstrate  new &amp; delete operator</vt:lpstr>
      <vt:lpstr>Destructor</vt:lpstr>
      <vt:lpstr>Destructor</vt:lpstr>
      <vt:lpstr>Features of Destructor</vt:lpstr>
      <vt:lpstr>Need for Destructor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</dc:title>
  <dc:creator>Priyanka Sinha</dc:creator>
  <cp:lastModifiedBy>Priyanka Sinha</cp:lastModifiedBy>
  <cp:revision>13</cp:revision>
  <dcterms:created xsi:type="dcterms:W3CDTF">2025-05-27T04:29:37Z</dcterms:created>
  <dcterms:modified xsi:type="dcterms:W3CDTF">2025-05-27T09:52:45Z</dcterms:modified>
</cp:coreProperties>
</file>