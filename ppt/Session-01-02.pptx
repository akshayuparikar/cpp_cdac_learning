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257" r:id="rId2"/>
    <p:sldId id="258" r:id="rId3"/>
    <p:sldId id="259" r:id="rId4"/>
    <p:sldId id="260" r:id="rId5"/>
    <p:sldId id="261" r:id="rId6"/>
    <p:sldId id="265" r:id="rId7"/>
    <p:sldId id="262" r:id="rId8"/>
    <p:sldId id="266" r:id="rId9"/>
    <p:sldId id="267" r:id="rId10"/>
    <p:sldId id="263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374" r:id="rId20"/>
    <p:sldId id="276" r:id="rId21"/>
    <p:sldId id="375" r:id="rId22"/>
    <p:sldId id="376" r:id="rId23"/>
    <p:sldId id="377" r:id="rId24"/>
    <p:sldId id="277" r:id="rId25"/>
    <p:sldId id="278" r:id="rId26"/>
    <p:sldId id="279" r:id="rId27"/>
  </p:sldIdLst>
  <p:sldSz cx="12192000" cy="6858000"/>
  <p:notesSz cx="7104063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9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111" d="100"/>
          <a:sy n="111" d="100"/>
        </p:scale>
        <p:origin x="59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diagrams/_rels/data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iagrams/_rels/data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diagrams/_rels/data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diagrams/_rels/drawing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diagrams/_rels/drawing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pn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diagrams/_rels/drawing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4637F29-EE71-4B57-92A9-0BF18F129153}" type="doc">
      <dgm:prSet loTypeId="urn:microsoft.com/office/officeart/2005/8/layout/default" loCatId="list" qsTypeId="urn:microsoft.com/office/officeart/2005/8/quickstyle/simple5" qsCatId="simple" csTypeId="urn:microsoft.com/office/officeart/2005/8/colors/accent1_1" csCatId="accent1" phldr="1"/>
      <dgm:spPr/>
      <dgm:t>
        <a:bodyPr/>
        <a:lstStyle/>
        <a:p>
          <a:endParaRPr lang="en-IN"/>
        </a:p>
      </dgm:t>
    </dgm:pt>
    <dgm:pt modelId="{2F2461AF-FA00-4ACF-9F0E-38127C0DB409}">
      <dgm:prSet phldrT="[Text]"/>
      <dgm:spPr/>
      <dgm:t>
        <a:bodyPr/>
        <a:lstStyle/>
        <a:p>
          <a:r>
            <a:rPr lang="en-US" dirty="0"/>
            <a:t>General Purpose Programming Language</a:t>
          </a:r>
          <a:endParaRPr lang="en-IN" dirty="0"/>
        </a:p>
      </dgm:t>
    </dgm:pt>
    <dgm:pt modelId="{D44592E3-6D2D-4DEA-BDEC-3632A63F37FB}" type="parTrans" cxnId="{C53F1238-EC42-44AD-BA7B-1F9F278D5765}">
      <dgm:prSet/>
      <dgm:spPr/>
      <dgm:t>
        <a:bodyPr/>
        <a:lstStyle/>
        <a:p>
          <a:endParaRPr lang="en-IN"/>
        </a:p>
      </dgm:t>
    </dgm:pt>
    <dgm:pt modelId="{30E0CDE3-F4F5-495D-A4A8-5D1AA2740410}" type="sibTrans" cxnId="{C53F1238-EC42-44AD-BA7B-1F9F278D5765}">
      <dgm:prSet/>
      <dgm:spPr/>
      <dgm:t>
        <a:bodyPr/>
        <a:lstStyle/>
        <a:p>
          <a:endParaRPr lang="en-IN"/>
        </a:p>
      </dgm:t>
    </dgm:pt>
    <dgm:pt modelId="{5A2ACBF6-6E22-4FF3-95D6-E1EB157B33F0}">
      <dgm:prSet phldrT="[Text]"/>
      <dgm:spPr/>
      <dgm:t>
        <a:bodyPr/>
        <a:lstStyle/>
        <a:p>
          <a:r>
            <a:rPr lang="en-US" dirty="0"/>
            <a:t>Superset of C Programming</a:t>
          </a:r>
          <a:endParaRPr lang="en-IN" dirty="0"/>
        </a:p>
      </dgm:t>
    </dgm:pt>
    <dgm:pt modelId="{B66696DC-A377-4078-9BD1-C5118B953DC2}" type="parTrans" cxnId="{BFEF8495-7054-4E93-9A21-8B8262F1F015}">
      <dgm:prSet/>
      <dgm:spPr/>
      <dgm:t>
        <a:bodyPr/>
        <a:lstStyle/>
        <a:p>
          <a:endParaRPr lang="en-IN"/>
        </a:p>
      </dgm:t>
    </dgm:pt>
    <dgm:pt modelId="{20E1002A-BA66-4B64-B566-C721FE3A9488}" type="sibTrans" cxnId="{BFEF8495-7054-4E93-9A21-8B8262F1F015}">
      <dgm:prSet/>
      <dgm:spPr/>
      <dgm:t>
        <a:bodyPr/>
        <a:lstStyle/>
        <a:p>
          <a:endParaRPr lang="en-IN"/>
        </a:p>
      </dgm:t>
    </dgm:pt>
    <dgm:pt modelId="{6BDC697A-348C-4037-8B93-2D3B99253DF2}">
      <dgm:prSet phldrT="[Text]"/>
      <dgm:spPr/>
      <dgm:t>
        <a:bodyPr/>
        <a:lstStyle/>
        <a:p>
          <a:r>
            <a:rPr lang="en-US" dirty="0"/>
            <a:t>Developed by Bjarne </a:t>
          </a:r>
          <a:r>
            <a:rPr lang="en-US" dirty="0" err="1"/>
            <a:t>Stroustrup</a:t>
          </a:r>
          <a:r>
            <a:rPr lang="en-US" dirty="0"/>
            <a:t> at AT&amp;T Bell Laboratory in 1979</a:t>
          </a:r>
          <a:endParaRPr lang="en-IN" dirty="0"/>
        </a:p>
      </dgm:t>
    </dgm:pt>
    <dgm:pt modelId="{E85228F2-DC78-49D5-ACDA-9E10094DACA1}" type="parTrans" cxnId="{8334FB18-5F0F-4D0C-9029-DBA741BBDDEF}">
      <dgm:prSet/>
      <dgm:spPr/>
      <dgm:t>
        <a:bodyPr/>
        <a:lstStyle/>
        <a:p>
          <a:endParaRPr lang="en-IN"/>
        </a:p>
      </dgm:t>
    </dgm:pt>
    <dgm:pt modelId="{3655D47F-2563-4F37-981B-E8B3F51B407F}" type="sibTrans" cxnId="{8334FB18-5F0F-4D0C-9029-DBA741BBDDEF}">
      <dgm:prSet/>
      <dgm:spPr/>
      <dgm:t>
        <a:bodyPr/>
        <a:lstStyle/>
        <a:p>
          <a:endParaRPr lang="en-IN"/>
        </a:p>
      </dgm:t>
    </dgm:pt>
    <dgm:pt modelId="{998C5AE5-34E5-42DB-AE71-8C85AA711D14}">
      <dgm:prSet phldrT="[Text]"/>
      <dgm:spPr/>
      <dgm:t>
        <a:bodyPr/>
        <a:lstStyle/>
        <a:p>
          <a:r>
            <a:rPr lang="en-US" dirty="0"/>
            <a:t>Developed for </a:t>
          </a:r>
          <a:r>
            <a:rPr lang="en-US" b="0" i="0" dirty="0"/>
            <a:t>fast speed, low level memory management</a:t>
          </a:r>
          <a:endParaRPr lang="en-IN" dirty="0"/>
        </a:p>
      </dgm:t>
    </dgm:pt>
    <dgm:pt modelId="{5C2C9CB1-5EF8-42F4-96E5-56527582650F}" type="parTrans" cxnId="{BF2C10BB-0CA9-4F32-9605-F56BB79BF4AF}">
      <dgm:prSet/>
      <dgm:spPr/>
      <dgm:t>
        <a:bodyPr/>
        <a:lstStyle/>
        <a:p>
          <a:endParaRPr lang="en-IN"/>
        </a:p>
      </dgm:t>
    </dgm:pt>
    <dgm:pt modelId="{7F97D62F-1FEC-4FC8-8A50-AEE204D4CFBD}" type="sibTrans" cxnId="{BF2C10BB-0CA9-4F32-9605-F56BB79BF4AF}">
      <dgm:prSet/>
      <dgm:spPr/>
      <dgm:t>
        <a:bodyPr/>
        <a:lstStyle/>
        <a:p>
          <a:endParaRPr lang="en-IN"/>
        </a:p>
      </dgm:t>
    </dgm:pt>
    <dgm:pt modelId="{59A8DA9B-2B52-471C-B1BD-CD442F7CD850}">
      <dgm:prSet phldrT="[Text]"/>
      <dgm:spPr/>
      <dgm:t>
        <a:bodyPr/>
        <a:lstStyle/>
        <a:p>
          <a:r>
            <a:rPr lang="en-US" dirty="0"/>
            <a:t>High Level Programming Language</a:t>
          </a:r>
          <a:endParaRPr lang="en-IN" dirty="0"/>
        </a:p>
      </dgm:t>
    </dgm:pt>
    <dgm:pt modelId="{C96D0C3F-D6F1-4410-98F9-F0862F7FE870}" type="parTrans" cxnId="{6A34A40B-34F6-492A-B1E8-4AE4DA2934F4}">
      <dgm:prSet/>
      <dgm:spPr/>
      <dgm:t>
        <a:bodyPr/>
        <a:lstStyle/>
        <a:p>
          <a:endParaRPr lang="en-IN"/>
        </a:p>
      </dgm:t>
    </dgm:pt>
    <dgm:pt modelId="{3E62E45C-32C7-4758-98EB-837F700574A6}" type="sibTrans" cxnId="{6A34A40B-34F6-492A-B1E8-4AE4DA2934F4}">
      <dgm:prSet/>
      <dgm:spPr/>
      <dgm:t>
        <a:bodyPr/>
        <a:lstStyle/>
        <a:p>
          <a:endParaRPr lang="en-IN"/>
        </a:p>
      </dgm:t>
    </dgm:pt>
    <dgm:pt modelId="{3F6B3D83-5C71-4E17-86B1-A1CB2E5EC1DA}" type="pres">
      <dgm:prSet presAssocID="{24637F29-EE71-4B57-92A9-0BF18F129153}" presName="diagram" presStyleCnt="0">
        <dgm:presLayoutVars>
          <dgm:dir/>
          <dgm:resizeHandles val="exact"/>
        </dgm:presLayoutVars>
      </dgm:prSet>
      <dgm:spPr/>
    </dgm:pt>
    <dgm:pt modelId="{AE0343FC-E35C-4FC9-A73E-704433345580}" type="pres">
      <dgm:prSet presAssocID="{2F2461AF-FA00-4ACF-9F0E-38127C0DB409}" presName="node" presStyleLbl="node1" presStyleIdx="0" presStyleCnt="5">
        <dgm:presLayoutVars>
          <dgm:bulletEnabled val="1"/>
        </dgm:presLayoutVars>
      </dgm:prSet>
      <dgm:spPr/>
    </dgm:pt>
    <dgm:pt modelId="{DEB80048-DC49-4CAF-92A8-1F1C4AB35CE7}" type="pres">
      <dgm:prSet presAssocID="{30E0CDE3-F4F5-495D-A4A8-5D1AA2740410}" presName="sibTrans" presStyleCnt="0"/>
      <dgm:spPr/>
    </dgm:pt>
    <dgm:pt modelId="{A7884B49-348D-403D-B158-8C13172FD524}" type="pres">
      <dgm:prSet presAssocID="{5A2ACBF6-6E22-4FF3-95D6-E1EB157B33F0}" presName="node" presStyleLbl="node1" presStyleIdx="1" presStyleCnt="5">
        <dgm:presLayoutVars>
          <dgm:bulletEnabled val="1"/>
        </dgm:presLayoutVars>
      </dgm:prSet>
      <dgm:spPr/>
    </dgm:pt>
    <dgm:pt modelId="{9CF03D3D-EF73-4100-860C-C91BD7516BBC}" type="pres">
      <dgm:prSet presAssocID="{20E1002A-BA66-4B64-B566-C721FE3A9488}" presName="sibTrans" presStyleCnt="0"/>
      <dgm:spPr/>
    </dgm:pt>
    <dgm:pt modelId="{B498ECEB-3F3A-478D-A95C-B8704E321D40}" type="pres">
      <dgm:prSet presAssocID="{6BDC697A-348C-4037-8B93-2D3B99253DF2}" presName="node" presStyleLbl="node1" presStyleIdx="2" presStyleCnt="5">
        <dgm:presLayoutVars>
          <dgm:bulletEnabled val="1"/>
        </dgm:presLayoutVars>
      </dgm:prSet>
      <dgm:spPr/>
    </dgm:pt>
    <dgm:pt modelId="{6A84637B-928F-41B2-8584-F37F23A48100}" type="pres">
      <dgm:prSet presAssocID="{3655D47F-2563-4F37-981B-E8B3F51B407F}" presName="sibTrans" presStyleCnt="0"/>
      <dgm:spPr/>
    </dgm:pt>
    <dgm:pt modelId="{C9F90D02-39A5-4FD7-9FFE-64A0EA43E89C}" type="pres">
      <dgm:prSet presAssocID="{998C5AE5-34E5-42DB-AE71-8C85AA711D14}" presName="node" presStyleLbl="node1" presStyleIdx="3" presStyleCnt="5">
        <dgm:presLayoutVars>
          <dgm:bulletEnabled val="1"/>
        </dgm:presLayoutVars>
      </dgm:prSet>
      <dgm:spPr/>
    </dgm:pt>
    <dgm:pt modelId="{C29B8213-86F2-4F7D-88ED-45B3E9DDA8F0}" type="pres">
      <dgm:prSet presAssocID="{7F97D62F-1FEC-4FC8-8A50-AEE204D4CFBD}" presName="sibTrans" presStyleCnt="0"/>
      <dgm:spPr/>
    </dgm:pt>
    <dgm:pt modelId="{14F82EA2-80E0-4FD1-8B1E-05CD58180F76}" type="pres">
      <dgm:prSet presAssocID="{59A8DA9B-2B52-471C-B1BD-CD442F7CD850}" presName="node" presStyleLbl="node1" presStyleIdx="4" presStyleCnt="5">
        <dgm:presLayoutVars>
          <dgm:bulletEnabled val="1"/>
        </dgm:presLayoutVars>
      </dgm:prSet>
      <dgm:spPr/>
    </dgm:pt>
  </dgm:ptLst>
  <dgm:cxnLst>
    <dgm:cxn modelId="{6A34A40B-34F6-492A-B1E8-4AE4DA2934F4}" srcId="{24637F29-EE71-4B57-92A9-0BF18F129153}" destId="{59A8DA9B-2B52-471C-B1BD-CD442F7CD850}" srcOrd="4" destOrd="0" parTransId="{C96D0C3F-D6F1-4410-98F9-F0862F7FE870}" sibTransId="{3E62E45C-32C7-4758-98EB-837F700574A6}"/>
    <dgm:cxn modelId="{8334FB18-5F0F-4D0C-9029-DBA741BBDDEF}" srcId="{24637F29-EE71-4B57-92A9-0BF18F129153}" destId="{6BDC697A-348C-4037-8B93-2D3B99253DF2}" srcOrd="2" destOrd="0" parTransId="{E85228F2-DC78-49D5-ACDA-9E10094DACA1}" sibTransId="{3655D47F-2563-4F37-981B-E8B3F51B407F}"/>
    <dgm:cxn modelId="{C53F1238-EC42-44AD-BA7B-1F9F278D5765}" srcId="{24637F29-EE71-4B57-92A9-0BF18F129153}" destId="{2F2461AF-FA00-4ACF-9F0E-38127C0DB409}" srcOrd="0" destOrd="0" parTransId="{D44592E3-6D2D-4DEA-BDEC-3632A63F37FB}" sibTransId="{30E0CDE3-F4F5-495D-A4A8-5D1AA2740410}"/>
    <dgm:cxn modelId="{8FD1B848-B223-4F44-875D-21AD15FAAC21}" type="presOf" srcId="{6BDC697A-348C-4037-8B93-2D3B99253DF2}" destId="{B498ECEB-3F3A-478D-A95C-B8704E321D40}" srcOrd="0" destOrd="0" presId="urn:microsoft.com/office/officeart/2005/8/layout/default"/>
    <dgm:cxn modelId="{45F3BB6A-3E35-4DAE-9DD5-5C69847A5C77}" type="presOf" srcId="{5A2ACBF6-6E22-4FF3-95D6-E1EB157B33F0}" destId="{A7884B49-348D-403D-B158-8C13172FD524}" srcOrd="0" destOrd="0" presId="urn:microsoft.com/office/officeart/2005/8/layout/default"/>
    <dgm:cxn modelId="{12AE945A-9E1B-4E4B-A23D-CF2488B40254}" type="presOf" srcId="{998C5AE5-34E5-42DB-AE71-8C85AA711D14}" destId="{C9F90D02-39A5-4FD7-9FFE-64A0EA43E89C}" srcOrd="0" destOrd="0" presId="urn:microsoft.com/office/officeart/2005/8/layout/default"/>
    <dgm:cxn modelId="{BFEF8495-7054-4E93-9A21-8B8262F1F015}" srcId="{24637F29-EE71-4B57-92A9-0BF18F129153}" destId="{5A2ACBF6-6E22-4FF3-95D6-E1EB157B33F0}" srcOrd="1" destOrd="0" parTransId="{B66696DC-A377-4078-9BD1-C5118B953DC2}" sibTransId="{20E1002A-BA66-4B64-B566-C721FE3A9488}"/>
    <dgm:cxn modelId="{CE86C8A6-0F4A-4F2F-A782-F8F5EA9CFD60}" type="presOf" srcId="{24637F29-EE71-4B57-92A9-0BF18F129153}" destId="{3F6B3D83-5C71-4E17-86B1-A1CB2E5EC1DA}" srcOrd="0" destOrd="0" presId="urn:microsoft.com/office/officeart/2005/8/layout/default"/>
    <dgm:cxn modelId="{1B5A18A9-C3AA-48A6-BF4E-67C949088268}" type="presOf" srcId="{2F2461AF-FA00-4ACF-9F0E-38127C0DB409}" destId="{AE0343FC-E35C-4FC9-A73E-704433345580}" srcOrd="0" destOrd="0" presId="urn:microsoft.com/office/officeart/2005/8/layout/default"/>
    <dgm:cxn modelId="{BF2C10BB-0CA9-4F32-9605-F56BB79BF4AF}" srcId="{24637F29-EE71-4B57-92A9-0BF18F129153}" destId="{998C5AE5-34E5-42DB-AE71-8C85AA711D14}" srcOrd="3" destOrd="0" parTransId="{5C2C9CB1-5EF8-42F4-96E5-56527582650F}" sibTransId="{7F97D62F-1FEC-4FC8-8A50-AEE204D4CFBD}"/>
    <dgm:cxn modelId="{BAB0F5F7-A1D1-400C-9D96-C160C502C50D}" type="presOf" srcId="{59A8DA9B-2B52-471C-B1BD-CD442F7CD850}" destId="{14F82EA2-80E0-4FD1-8B1E-05CD58180F76}" srcOrd="0" destOrd="0" presId="urn:microsoft.com/office/officeart/2005/8/layout/default"/>
    <dgm:cxn modelId="{99E23772-29E4-47EF-A5CF-CC09AE59AC51}" type="presParOf" srcId="{3F6B3D83-5C71-4E17-86B1-A1CB2E5EC1DA}" destId="{AE0343FC-E35C-4FC9-A73E-704433345580}" srcOrd="0" destOrd="0" presId="urn:microsoft.com/office/officeart/2005/8/layout/default"/>
    <dgm:cxn modelId="{C879C5BA-133A-4994-8B00-EBB55182DE58}" type="presParOf" srcId="{3F6B3D83-5C71-4E17-86B1-A1CB2E5EC1DA}" destId="{DEB80048-DC49-4CAF-92A8-1F1C4AB35CE7}" srcOrd="1" destOrd="0" presId="urn:microsoft.com/office/officeart/2005/8/layout/default"/>
    <dgm:cxn modelId="{2BFDD271-6582-49DF-B598-25A05C4A639F}" type="presParOf" srcId="{3F6B3D83-5C71-4E17-86B1-A1CB2E5EC1DA}" destId="{A7884B49-348D-403D-B158-8C13172FD524}" srcOrd="2" destOrd="0" presId="urn:microsoft.com/office/officeart/2005/8/layout/default"/>
    <dgm:cxn modelId="{AEFEFEF7-F21D-4919-9B38-F7FC03B50C02}" type="presParOf" srcId="{3F6B3D83-5C71-4E17-86B1-A1CB2E5EC1DA}" destId="{9CF03D3D-EF73-4100-860C-C91BD7516BBC}" srcOrd="3" destOrd="0" presId="urn:microsoft.com/office/officeart/2005/8/layout/default"/>
    <dgm:cxn modelId="{B9F2FECB-7F1D-43BF-9BAF-42FE76CD39D1}" type="presParOf" srcId="{3F6B3D83-5C71-4E17-86B1-A1CB2E5EC1DA}" destId="{B498ECEB-3F3A-478D-A95C-B8704E321D40}" srcOrd="4" destOrd="0" presId="urn:microsoft.com/office/officeart/2005/8/layout/default"/>
    <dgm:cxn modelId="{31E0DE68-67CA-43BA-BF67-AF998DF7C5E5}" type="presParOf" srcId="{3F6B3D83-5C71-4E17-86B1-A1CB2E5EC1DA}" destId="{6A84637B-928F-41B2-8584-F37F23A48100}" srcOrd="5" destOrd="0" presId="urn:microsoft.com/office/officeart/2005/8/layout/default"/>
    <dgm:cxn modelId="{FB409FA8-24F4-4B5D-9EE8-525DCC7BBE1C}" type="presParOf" srcId="{3F6B3D83-5C71-4E17-86B1-A1CB2E5EC1DA}" destId="{C9F90D02-39A5-4FD7-9FFE-64A0EA43E89C}" srcOrd="6" destOrd="0" presId="urn:microsoft.com/office/officeart/2005/8/layout/default"/>
    <dgm:cxn modelId="{22F5839E-5989-440E-95F5-CBD882BE2998}" type="presParOf" srcId="{3F6B3D83-5C71-4E17-86B1-A1CB2E5EC1DA}" destId="{C29B8213-86F2-4F7D-88ED-45B3E9DDA8F0}" srcOrd="7" destOrd="0" presId="urn:microsoft.com/office/officeart/2005/8/layout/default"/>
    <dgm:cxn modelId="{8984854F-8962-440C-BF45-3894972C6E13}" type="presParOf" srcId="{3F6B3D83-5C71-4E17-86B1-A1CB2E5EC1DA}" destId="{14F82EA2-80E0-4FD1-8B1E-05CD58180F7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E2E9FF6-E655-480B-9CFA-359387E20EC6}" type="doc">
      <dgm:prSet loTypeId="urn:microsoft.com/office/officeart/2005/8/layout/radial3" loCatId="cycle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3F51F5C8-04EC-4EC2-8D36-9E40ACFF2031}">
      <dgm:prSet phldrT="[Text]" custT="1"/>
      <dgm:spPr/>
      <dgm:t>
        <a:bodyPr/>
        <a:lstStyle/>
        <a:p>
          <a:r>
            <a:rPr lang="en-US" sz="4000" dirty="0"/>
            <a:t>Applications of C++</a:t>
          </a:r>
          <a:endParaRPr lang="en-IN" sz="4000" dirty="0"/>
        </a:p>
      </dgm:t>
    </dgm:pt>
    <dgm:pt modelId="{1E877518-CC41-4C37-8D27-1E0598ACE30E}" type="parTrans" cxnId="{2E71A004-281E-438C-B79A-E708F3713956}">
      <dgm:prSet/>
      <dgm:spPr/>
      <dgm:t>
        <a:bodyPr/>
        <a:lstStyle/>
        <a:p>
          <a:endParaRPr lang="en-IN"/>
        </a:p>
      </dgm:t>
    </dgm:pt>
    <dgm:pt modelId="{7F443B6E-346A-493D-97BD-E4A7F20DFFE2}" type="sibTrans" cxnId="{2E71A004-281E-438C-B79A-E708F3713956}">
      <dgm:prSet/>
      <dgm:spPr/>
      <dgm:t>
        <a:bodyPr/>
        <a:lstStyle/>
        <a:p>
          <a:endParaRPr lang="en-IN"/>
        </a:p>
      </dgm:t>
    </dgm:pt>
    <dgm:pt modelId="{22DE7274-3C11-4A92-BD36-57898D11FBEF}">
      <dgm:prSet phldrT="[Text]" custT="1"/>
      <dgm:spPr/>
      <dgm:t>
        <a:bodyPr/>
        <a:lstStyle/>
        <a:p>
          <a:pPr algn="ctr"/>
          <a:r>
            <a:rPr lang="en-US" sz="1600" dirty="0"/>
            <a:t>Operating Systems</a:t>
          </a:r>
          <a:endParaRPr lang="en-IN" sz="1600" dirty="0"/>
        </a:p>
      </dgm:t>
    </dgm:pt>
    <dgm:pt modelId="{790990A5-20B7-4F50-A17B-39839592B8BD}" type="parTrans" cxnId="{8C18572B-C4DD-4D67-8102-A7CD54A1D658}">
      <dgm:prSet/>
      <dgm:spPr/>
      <dgm:t>
        <a:bodyPr/>
        <a:lstStyle/>
        <a:p>
          <a:endParaRPr lang="en-IN"/>
        </a:p>
      </dgm:t>
    </dgm:pt>
    <dgm:pt modelId="{2CAD1614-675A-42C0-91A9-96F0EB72ACAC}" type="sibTrans" cxnId="{8C18572B-C4DD-4D67-8102-A7CD54A1D658}">
      <dgm:prSet/>
      <dgm:spPr/>
      <dgm:t>
        <a:bodyPr/>
        <a:lstStyle/>
        <a:p>
          <a:endParaRPr lang="en-IN"/>
        </a:p>
      </dgm:t>
    </dgm:pt>
    <dgm:pt modelId="{0F860A8C-B57A-41D1-8D2E-4E7917CCE78F}">
      <dgm:prSet phldrT="[Text]" custT="1"/>
      <dgm:spPr/>
      <dgm:t>
        <a:bodyPr/>
        <a:lstStyle/>
        <a:p>
          <a:pPr algn="ctr"/>
          <a:r>
            <a:rPr lang="en-US" sz="1600" dirty="0"/>
            <a:t>Embedded Systems</a:t>
          </a:r>
          <a:endParaRPr lang="en-IN" sz="1600" dirty="0"/>
        </a:p>
      </dgm:t>
    </dgm:pt>
    <dgm:pt modelId="{3989F9E3-5016-43B0-89E1-BE9682D29F6A}" type="parTrans" cxnId="{8D1D0200-6480-4A5B-9776-C05449DD75BD}">
      <dgm:prSet/>
      <dgm:spPr/>
      <dgm:t>
        <a:bodyPr/>
        <a:lstStyle/>
        <a:p>
          <a:endParaRPr lang="en-IN"/>
        </a:p>
      </dgm:t>
    </dgm:pt>
    <dgm:pt modelId="{90563BA9-FFE9-4143-8324-80CA6B04D26E}" type="sibTrans" cxnId="{8D1D0200-6480-4A5B-9776-C05449DD75BD}">
      <dgm:prSet/>
      <dgm:spPr/>
      <dgm:t>
        <a:bodyPr/>
        <a:lstStyle/>
        <a:p>
          <a:endParaRPr lang="en-IN"/>
        </a:p>
      </dgm:t>
    </dgm:pt>
    <dgm:pt modelId="{87CBD9BF-F5B6-44BE-BDEA-C1B2E1CBB9D1}">
      <dgm:prSet phldrT="[Text]" custT="1"/>
      <dgm:spPr/>
      <dgm:t>
        <a:bodyPr/>
        <a:lstStyle/>
        <a:p>
          <a:pPr algn="ctr"/>
          <a:r>
            <a:rPr lang="en-US" sz="1600" dirty="0"/>
            <a:t>Application </a:t>
          </a:r>
          <a:r>
            <a:rPr lang="en-US" sz="1600" dirty="0" err="1"/>
            <a:t>Softwares</a:t>
          </a:r>
          <a:endParaRPr lang="en-IN" sz="1600" dirty="0"/>
        </a:p>
      </dgm:t>
    </dgm:pt>
    <dgm:pt modelId="{ED325EF4-4D09-4D21-B5AD-72D25AF93195}" type="parTrans" cxnId="{42568479-F6B8-40EC-B11E-E2A82C2E069D}">
      <dgm:prSet/>
      <dgm:spPr/>
      <dgm:t>
        <a:bodyPr/>
        <a:lstStyle/>
        <a:p>
          <a:endParaRPr lang="en-IN"/>
        </a:p>
      </dgm:t>
    </dgm:pt>
    <dgm:pt modelId="{25A94B07-BE06-4CE1-903F-2A7F2C38E13F}" type="sibTrans" cxnId="{42568479-F6B8-40EC-B11E-E2A82C2E069D}">
      <dgm:prSet/>
      <dgm:spPr/>
      <dgm:t>
        <a:bodyPr/>
        <a:lstStyle/>
        <a:p>
          <a:endParaRPr lang="en-IN"/>
        </a:p>
      </dgm:t>
    </dgm:pt>
    <dgm:pt modelId="{935E6EB6-7156-4287-A351-DD795869AB1B}">
      <dgm:prSet phldrT="[Text]" custT="1"/>
      <dgm:spPr/>
      <dgm:t>
        <a:bodyPr/>
        <a:lstStyle/>
        <a:p>
          <a:pPr algn="ctr"/>
          <a:r>
            <a:rPr lang="en-US" sz="1600" dirty="0"/>
            <a:t>Real Time Systems</a:t>
          </a:r>
          <a:endParaRPr lang="en-IN" sz="1600" dirty="0"/>
        </a:p>
      </dgm:t>
    </dgm:pt>
    <dgm:pt modelId="{E1877669-28D8-4189-B781-B1BB9FEDB49B}" type="parTrans" cxnId="{3E13DB5A-84D4-4620-8946-025317D5546E}">
      <dgm:prSet/>
      <dgm:spPr/>
      <dgm:t>
        <a:bodyPr/>
        <a:lstStyle/>
        <a:p>
          <a:endParaRPr lang="en-IN"/>
        </a:p>
      </dgm:t>
    </dgm:pt>
    <dgm:pt modelId="{A76D10A3-0F04-40DF-A33E-72ACF20AC6AE}" type="sibTrans" cxnId="{3E13DB5A-84D4-4620-8946-025317D5546E}">
      <dgm:prSet/>
      <dgm:spPr/>
      <dgm:t>
        <a:bodyPr/>
        <a:lstStyle/>
        <a:p>
          <a:endParaRPr lang="en-IN"/>
        </a:p>
      </dgm:t>
    </dgm:pt>
    <dgm:pt modelId="{3D5B6D33-C965-4BA6-8F4A-D1AA4CEC16DC}">
      <dgm:prSet phldrT="[Text]" custT="1"/>
      <dgm:spPr/>
      <dgm:t>
        <a:bodyPr/>
        <a:lstStyle/>
        <a:p>
          <a:pPr algn="ctr"/>
          <a:r>
            <a:rPr lang="en-US" sz="1600" dirty="0"/>
            <a:t>Gaming Engines</a:t>
          </a:r>
          <a:endParaRPr lang="en-IN" sz="1600" dirty="0"/>
        </a:p>
      </dgm:t>
    </dgm:pt>
    <dgm:pt modelId="{94E45305-09E7-46E0-A603-5E68BAC639D6}" type="parTrans" cxnId="{AA144158-047F-4B54-9DFB-0C0DEE94056C}">
      <dgm:prSet/>
      <dgm:spPr/>
      <dgm:t>
        <a:bodyPr/>
        <a:lstStyle/>
        <a:p>
          <a:endParaRPr lang="en-IN"/>
        </a:p>
      </dgm:t>
    </dgm:pt>
    <dgm:pt modelId="{FF6E6F53-ED5E-4824-8C9E-0F9E2438F779}" type="sibTrans" cxnId="{AA144158-047F-4B54-9DFB-0C0DEE94056C}">
      <dgm:prSet/>
      <dgm:spPr/>
      <dgm:t>
        <a:bodyPr/>
        <a:lstStyle/>
        <a:p>
          <a:endParaRPr lang="en-IN"/>
        </a:p>
      </dgm:t>
    </dgm:pt>
    <dgm:pt modelId="{DA50FD96-99B7-4A3D-867F-2932AB1A9F08}">
      <dgm:prSet phldrT="[Text]" custT="1"/>
      <dgm:spPr/>
      <dgm:t>
        <a:bodyPr/>
        <a:lstStyle/>
        <a:p>
          <a:pPr algn="l"/>
          <a:r>
            <a:rPr lang="en-US" sz="1200" dirty="0"/>
            <a:t>PUBG</a:t>
          </a:r>
          <a:endParaRPr lang="en-IN" sz="1200" dirty="0"/>
        </a:p>
      </dgm:t>
    </dgm:pt>
    <dgm:pt modelId="{A2B28BB8-59B5-4B9B-AA8B-AC4DE55B2437}" type="parTrans" cxnId="{BB1B83DD-BDB0-41DA-9EEC-57FE8EB47E0B}">
      <dgm:prSet/>
      <dgm:spPr/>
      <dgm:t>
        <a:bodyPr/>
        <a:lstStyle/>
        <a:p>
          <a:endParaRPr lang="en-IN"/>
        </a:p>
      </dgm:t>
    </dgm:pt>
    <dgm:pt modelId="{CC452728-DDFF-47FF-ABEC-05A98E033F93}" type="sibTrans" cxnId="{BB1B83DD-BDB0-41DA-9EEC-57FE8EB47E0B}">
      <dgm:prSet/>
      <dgm:spPr/>
      <dgm:t>
        <a:bodyPr/>
        <a:lstStyle/>
        <a:p>
          <a:endParaRPr lang="en-IN"/>
        </a:p>
      </dgm:t>
    </dgm:pt>
    <dgm:pt modelId="{5CEF5945-04B5-4377-B12E-F25F5210957E}">
      <dgm:prSet phldrT="[Text]" custT="1"/>
      <dgm:spPr/>
      <dgm:t>
        <a:bodyPr/>
        <a:lstStyle/>
        <a:p>
          <a:pPr algn="l"/>
          <a:r>
            <a:rPr lang="en-US" sz="1200" dirty="0"/>
            <a:t>CS2</a:t>
          </a:r>
          <a:endParaRPr lang="en-IN" sz="1200" dirty="0"/>
        </a:p>
      </dgm:t>
    </dgm:pt>
    <dgm:pt modelId="{DF25AD5E-3731-4EBC-AAE0-FDD35A4401F3}" type="parTrans" cxnId="{E4D4996B-4409-4374-8DD7-D082BBC1F81A}">
      <dgm:prSet/>
      <dgm:spPr/>
      <dgm:t>
        <a:bodyPr/>
        <a:lstStyle/>
        <a:p>
          <a:endParaRPr lang="en-IN"/>
        </a:p>
      </dgm:t>
    </dgm:pt>
    <dgm:pt modelId="{E4FA9987-37BB-4162-B589-63D6EDF2D5C4}" type="sibTrans" cxnId="{E4D4996B-4409-4374-8DD7-D082BBC1F81A}">
      <dgm:prSet/>
      <dgm:spPr/>
      <dgm:t>
        <a:bodyPr/>
        <a:lstStyle/>
        <a:p>
          <a:endParaRPr lang="en-IN"/>
        </a:p>
      </dgm:t>
    </dgm:pt>
    <dgm:pt modelId="{52D0CD78-198F-45E2-97EF-7417E5A8B3DE}">
      <dgm:prSet phldrT="[Text]" custT="1"/>
      <dgm:spPr/>
      <dgm:t>
        <a:bodyPr/>
        <a:lstStyle/>
        <a:p>
          <a:pPr algn="l"/>
          <a:r>
            <a:rPr lang="en-US" sz="1200" dirty="0"/>
            <a:t>Linux</a:t>
          </a:r>
          <a:endParaRPr lang="en-IN" sz="1200" dirty="0"/>
        </a:p>
      </dgm:t>
    </dgm:pt>
    <dgm:pt modelId="{F09319C8-6E33-416A-8FFC-93316F341399}" type="parTrans" cxnId="{73E30245-2189-4DC8-AE1A-C05AD5EE5417}">
      <dgm:prSet/>
      <dgm:spPr/>
      <dgm:t>
        <a:bodyPr/>
        <a:lstStyle/>
        <a:p>
          <a:endParaRPr lang="en-IN"/>
        </a:p>
      </dgm:t>
    </dgm:pt>
    <dgm:pt modelId="{4E155886-C189-4DA6-927E-C47D3F37A1C9}" type="sibTrans" cxnId="{73E30245-2189-4DC8-AE1A-C05AD5EE5417}">
      <dgm:prSet/>
      <dgm:spPr/>
      <dgm:t>
        <a:bodyPr/>
        <a:lstStyle/>
        <a:p>
          <a:endParaRPr lang="en-IN"/>
        </a:p>
      </dgm:t>
    </dgm:pt>
    <dgm:pt modelId="{D0873F1C-8E0F-4D3D-8D49-D96BF6128166}">
      <dgm:prSet phldrT="[Text]" custT="1"/>
      <dgm:spPr/>
      <dgm:t>
        <a:bodyPr/>
        <a:lstStyle/>
        <a:p>
          <a:pPr algn="l"/>
          <a:r>
            <a:rPr lang="en-US" sz="1200" dirty="0"/>
            <a:t>Windows GUI Based OS Core</a:t>
          </a:r>
          <a:endParaRPr lang="en-IN" sz="1200" dirty="0"/>
        </a:p>
      </dgm:t>
    </dgm:pt>
    <dgm:pt modelId="{39B35AA8-0633-48CB-AB87-365B789901B8}" type="parTrans" cxnId="{964F2BC8-AD06-4F2A-A467-7746CDCF6928}">
      <dgm:prSet/>
      <dgm:spPr/>
      <dgm:t>
        <a:bodyPr/>
        <a:lstStyle/>
        <a:p>
          <a:endParaRPr lang="en-IN"/>
        </a:p>
      </dgm:t>
    </dgm:pt>
    <dgm:pt modelId="{A3AC063B-1AD9-4018-9946-32799602018E}" type="sibTrans" cxnId="{964F2BC8-AD06-4F2A-A467-7746CDCF6928}">
      <dgm:prSet/>
      <dgm:spPr/>
      <dgm:t>
        <a:bodyPr/>
        <a:lstStyle/>
        <a:p>
          <a:endParaRPr lang="en-IN"/>
        </a:p>
      </dgm:t>
    </dgm:pt>
    <dgm:pt modelId="{261BDBCF-F178-4927-B4FC-53553930309D}">
      <dgm:prSet phldrT="[Text]" custT="1"/>
      <dgm:spPr/>
      <dgm:t>
        <a:bodyPr/>
        <a:lstStyle/>
        <a:p>
          <a:pPr algn="l"/>
          <a:r>
            <a:rPr lang="en-US" sz="1200" dirty="0"/>
            <a:t>Arduino for hardware interaction</a:t>
          </a:r>
          <a:endParaRPr lang="en-IN" sz="1200" dirty="0"/>
        </a:p>
      </dgm:t>
    </dgm:pt>
    <dgm:pt modelId="{41841C50-A1E6-4B68-BDE6-5B2EA2089A65}" type="parTrans" cxnId="{A7A988BA-4FAC-4225-8252-20C9B6962CA1}">
      <dgm:prSet/>
      <dgm:spPr/>
      <dgm:t>
        <a:bodyPr/>
        <a:lstStyle/>
        <a:p>
          <a:endParaRPr lang="en-IN"/>
        </a:p>
      </dgm:t>
    </dgm:pt>
    <dgm:pt modelId="{6F9E8D6F-BAA0-4D37-BF74-29A335487944}" type="sibTrans" cxnId="{A7A988BA-4FAC-4225-8252-20C9B6962CA1}">
      <dgm:prSet/>
      <dgm:spPr/>
      <dgm:t>
        <a:bodyPr/>
        <a:lstStyle/>
        <a:p>
          <a:endParaRPr lang="en-IN"/>
        </a:p>
      </dgm:t>
    </dgm:pt>
    <dgm:pt modelId="{79FAB935-44AB-430F-8F66-78DB83A5E847}">
      <dgm:prSet phldrT="[Text]" custT="1"/>
      <dgm:spPr/>
      <dgm:t>
        <a:bodyPr/>
        <a:lstStyle/>
        <a:p>
          <a:pPr algn="l"/>
          <a:r>
            <a:rPr lang="en-US" sz="1200" dirty="0"/>
            <a:t>Raspberry Pi for hardware interaction</a:t>
          </a:r>
          <a:endParaRPr lang="en-IN" sz="1200" dirty="0"/>
        </a:p>
      </dgm:t>
    </dgm:pt>
    <dgm:pt modelId="{368DDD9C-454A-49C6-ACAE-CBE531BE1691}" type="parTrans" cxnId="{87A19255-58AA-4C23-BAE1-DC81CD1ED3A2}">
      <dgm:prSet/>
      <dgm:spPr/>
      <dgm:t>
        <a:bodyPr/>
        <a:lstStyle/>
        <a:p>
          <a:endParaRPr lang="en-IN"/>
        </a:p>
      </dgm:t>
    </dgm:pt>
    <dgm:pt modelId="{97E44703-84C1-4665-8C15-F1D3C6E2797F}" type="sibTrans" cxnId="{87A19255-58AA-4C23-BAE1-DC81CD1ED3A2}">
      <dgm:prSet/>
      <dgm:spPr/>
      <dgm:t>
        <a:bodyPr/>
        <a:lstStyle/>
        <a:p>
          <a:endParaRPr lang="en-IN"/>
        </a:p>
      </dgm:t>
    </dgm:pt>
    <dgm:pt modelId="{251D7DEC-6D80-433A-9D4E-A97FD7AAF4A0}">
      <dgm:prSet phldrT="[Text]" custT="1"/>
      <dgm:spPr/>
      <dgm:t>
        <a:bodyPr/>
        <a:lstStyle/>
        <a:p>
          <a:pPr algn="l"/>
          <a:r>
            <a:rPr lang="en-US" sz="1200" dirty="0"/>
            <a:t>MS Office</a:t>
          </a:r>
          <a:endParaRPr lang="en-IN" sz="1200" dirty="0"/>
        </a:p>
      </dgm:t>
    </dgm:pt>
    <dgm:pt modelId="{B92BCD24-9BC1-4C1D-A0B4-75641B24A7BC}" type="parTrans" cxnId="{F89A7CC9-5FC7-486F-BFEE-177D710BA468}">
      <dgm:prSet/>
      <dgm:spPr/>
      <dgm:t>
        <a:bodyPr/>
        <a:lstStyle/>
        <a:p>
          <a:endParaRPr lang="en-IN"/>
        </a:p>
      </dgm:t>
    </dgm:pt>
    <dgm:pt modelId="{3CE61673-0E14-4369-B8C2-F81E4652824E}" type="sibTrans" cxnId="{F89A7CC9-5FC7-486F-BFEE-177D710BA468}">
      <dgm:prSet/>
      <dgm:spPr/>
      <dgm:t>
        <a:bodyPr/>
        <a:lstStyle/>
        <a:p>
          <a:endParaRPr lang="en-IN"/>
        </a:p>
      </dgm:t>
    </dgm:pt>
    <dgm:pt modelId="{A6FAAF54-FF89-4B34-BC1B-A709F314770A}">
      <dgm:prSet phldrT="[Text]" custT="1"/>
      <dgm:spPr/>
      <dgm:t>
        <a:bodyPr/>
        <a:lstStyle/>
        <a:p>
          <a:pPr algn="l"/>
          <a:r>
            <a:rPr lang="en-US" sz="1200" dirty="0"/>
            <a:t>Adobe Photoshop</a:t>
          </a:r>
          <a:endParaRPr lang="en-IN" sz="1200" dirty="0"/>
        </a:p>
      </dgm:t>
    </dgm:pt>
    <dgm:pt modelId="{5C366C07-3B83-47EA-B202-F1DB1F44EF64}" type="parTrans" cxnId="{59B87F57-4165-4196-B043-9DBB646E2AE1}">
      <dgm:prSet/>
      <dgm:spPr/>
      <dgm:t>
        <a:bodyPr/>
        <a:lstStyle/>
        <a:p>
          <a:endParaRPr lang="en-IN"/>
        </a:p>
      </dgm:t>
    </dgm:pt>
    <dgm:pt modelId="{C66AE6A5-1125-4CC6-8798-8573E995805E}" type="sibTrans" cxnId="{59B87F57-4165-4196-B043-9DBB646E2AE1}">
      <dgm:prSet/>
      <dgm:spPr/>
      <dgm:t>
        <a:bodyPr/>
        <a:lstStyle/>
        <a:p>
          <a:endParaRPr lang="en-IN"/>
        </a:p>
      </dgm:t>
    </dgm:pt>
    <dgm:pt modelId="{23D312D5-A06D-447F-A98B-E80CCF5A256B}">
      <dgm:prSet phldrT="[Text]" custT="1"/>
      <dgm:spPr/>
      <dgm:t>
        <a:bodyPr/>
        <a:lstStyle/>
        <a:p>
          <a:pPr algn="l"/>
          <a:r>
            <a:rPr lang="en-US" sz="1200" dirty="0"/>
            <a:t>RTOS</a:t>
          </a:r>
          <a:endParaRPr lang="en-IN" sz="1200" dirty="0"/>
        </a:p>
      </dgm:t>
    </dgm:pt>
    <dgm:pt modelId="{8B90D90B-2EBE-4EF6-AC12-1E60E0EB5915}" type="parTrans" cxnId="{822528DD-7E8C-443E-9537-0A12E5CA1677}">
      <dgm:prSet/>
      <dgm:spPr/>
      <dgm:t>
        <a:bodyPr/>
        <a:lstStyle/>
        <a:p>
          <a:endParaRPr lang="en-IN"/>
        </a:p>
      </dgm:t>
    </dgm:pt>
    <dgm:pt modelId="{834B09E9-2802-40AB-AE26-7363E18EBFA9}" type="sibTrans" cxnId="{822528DD-7E8C-443E-9537-0A12E5CA1677}">
      <dgm:prSet/>
      <dgm:spPr/>
      <dgm:t>
        <a:bodyPr/>
        <a:lstStyle/>
        <a:p>
          <a:endParaRPr lang="en-IN"/>
        </a:p>
      </dgm:t>
    </dgm:pt>
    <dgm:pt modelId="{FAD92B6C-A617-4491-BA4E-4F3873DAC168}" type="pres">
      <dgm:prSet presAssocID="{BE2E9FF6-E655-480B-9CFA-359387E20EC6}" presName="composite" presStyleCnt="0">
        <dgm:presLayoutVars>
          <dgm:chMax val="1"/>
          <dgm:dir/>
          <dgm:resizeHandles val="exact"/>
        </dgm:presLayoutVars>
      </dgm:prSet>
      <dgm:spPr/>
    </dgm:pt>
    <dgm:pt modelId="{2B045889-4A4A-494E-8979-5ACDDB3327D3}" type="pres">
      <dgm:prSet presAssocID="{BE2E9FF6-E655-480B-9CFA-359387E20EC6}" presName="radial" presStyleCnt="0">
        <dgm:presLayoutVars>
          <dgm:animLvl val="ctr"/>
        </dgm:presLayoutVars>
      </dgm:prSet>
      <dgm:spPr/>
    </dgm:pt>
    <dgm:pt modelId="{02D08AEB-CBA3-425F-90A2-FA046DC2C927}" type="pres">
      <dgm:prSet presAssocID="{3F51F5C8-04EC-4EC2-8D36-9E40ACFF2031}" presName="centerShape" presStyleLbl="vennNode1" presStyleIdx="0" presStyleCnt="6" custScaleX="101806" custScaleY="100328"/>
      <dgm:spPr/>
    </dgm:pt>
    <dgm:pt modelId="{34FA9144-AAC0-4A22-A1E7-F5E8E577E94A}" type="pres">
      <dgm:prSet presAssocID="{22DE7274-3C11-4A92-BD36-57898D11FBEF}" presName="node" presStyleLbl="vennNode1" presStyleIdx="1" presStyleCnt="6" custScaleX="125458" custScaleY="118933">
        <dgm:presLayoutVars>
          <dgm:bulletEnabled val="1"/>
        </dgm:presLayoutVars>
      </dgm:prSet>
      <dgm:spPr/>
    </dgm:pt>
    <dgm:pt modelId="{126F18F1-337E-454B-887B-2EE242DED01B}" type="pres">
      <dgm:prSet presAssocID="{0F860A8C-B57A-41D1-8D2E-4E7917CCE78F}" presName="node" presStyleLbl="vennNode1" presStyleIdx="2" presStyleCnt="6" custScaleX="125458" custScaleY="118933" custRadScaleRad="103388" custRadScaleInc="845">
        <dgm:presLayoutVars>
          <dgm:bulletEnabled val="1"/>
        </dgm:presLayoutVars>
      </dgm:prSet>
      <dgm:spPr/>
    </dgm:pt>
    <dgm:pt modelId="{2B0D372E-C5BD-41C2-8EB3-85F7E11012C9}" type="pres">
      <dgm:prSet presAssocID="{87CBD9BF-F5B6-44BE-BDEA-C1B2E1CBB9D1}" presName="node" presStyleLbl="vennNode1" presStyleIdx="3" presStyleCnt="6" custScaleX="125458" custScaleY="118933">
        <dgm:presLayoutVars>
          <dgm:bulletEnabled val="1"/>
        </dgm:presLayoutVars>
      </dgm:prSet>
      <dgm:spPr/>
    </dgm:pt>
    <dgm:pt modelId="{7D26E9C6-7A86-43B3-855D-F85AC717ACBF}" type="pres">
      <dgm:prSet presAssocID="{935E6EB6-7156-4287-A351-DD795869AB1B}" presName="node" presStyleLbl="vennNode1" presStyleIdx="4" presStyleCnt="6" custScaleX="125458" custScaleY="118933">
        <dgm:presLayoutVars>
          <dgm:bulletEnabled val="1"/>
        </dgm:presLayoutVars>
      </dgm:prSet>
      <dgm:spPr/>
    </dgm:pt>
    <dgm:pt modelId="{536F1EFD-39CC-4211-98A0-5ECF4D63A9CF}" type="pres">
      <dgm:prSet presAssocID="{3D5B6D33-C965-4BA6-8F4A-D1AA4CEC16DC}" presName="node" presStyleLbl="vennNode1" presStyleIdx="5" presStyleCnt="6" custScaleX="125458" custScaleY="118933" custRadScaleRad="102539" custRadScaleInc="-639">
        <dgm:presLayoutVars>
          <dgm:bulletEnabled val="1"/>
        </dgm:presLayoutVars>
      </dgm:prSet>
      <dgm:spPr/>
    </dgm:pt>
  </dgm:ptLst>
  <dgm:cxnLst>
    <dgm:cxn modelId="{8D1D0200-6480-4A5B-9776-C05449DD75BD}" srcId="{3F51F5C8-04EC-4EC2-8D36-9E40ACFF2031}" destId="{0F860A8C-B57A-41D1-8D2E-4E7917CCE78F}" srcOrd="1" destOrd="0" parTransId="{3989F9E3-5016-43B0-89E1-BE9682D29F6A}" sibTransId="{90563BA9-FFE9-4143-8324-80CA6B04D26E}"/>
    <dgm:cxn modelId="{2E71A004-281E-438C-B79A-E708F3713956}" srcId="{BE2E9FF6-E655-480B-9CFA-359387E20EC6}" destId="{3F51F5C8-04EC-4EC2-8D36-9E40ACFF2031}" srcOrd="0" destOrd="0" parTransId="{1E877518-CC41-4C37-8D27-1E0598ACE30E}" sibTransId="{7F443B6E-346A-493D-97BD-E4A7F20DFFE2}"/>
    <dgm:cxn modelId="{F3A2F108-33A1-4464-A520-81886A40CBE9}" type="presOf" srcId="{BE2E9FF6-E655-480B-9CFA-359387E20EC6}" destId="{FAD92B6C-A617-4491-BA4E-4F3873DAC168}" srcOrd="0" destOrd="0" presId="urn:microsoft.com/office/officeart/2005/8/layout/radial3"/>
    <dgm:cxn modelId="{8C18572B-C4DD-4D67-8102-A7CD54A1D658}" srcId="{3F51F5C8-04EC-4EC2-8D36-9E40ACFF2031}" destId="{22DE7274-3C11-4A92-BD36-57898D11FBEF}" srcOrd="0" destOrd="0" parTransId="{790990A5-20B7-4F50-A17B-39839592B8BD}" sibTransId="{2CAD1614-675A-42C0-91A9-96F0EB72ACAC}"/>
    <dgm:cxn modelId="{1031852C-DF5B-4E30-B8F8-E04BAD1DDFB8}" type="presOf" srcId="{935E6EB6-7156-4287-A351-DD795869AB1B}" destId="{7D26E9C6-7A86-43B3-855D-F85AC717ACBF}" srcOrd="0" destOrd="0" presId="urn:microsoft.com/office/officeart/2005/8/layout/radial3"/>
    <dgm:cxn modelId="{B3D6DB32-89BC-4792-9DE1-1CDCA0478671}" type="presOf" srcId="{23D312D5-A06D-447F-A98B-E80CCF5A256B}" destId="{7D26E9C6-7A86-43B3-855D-F85AC717ACBF}" srcOrd="0" destOrd="1" presId="urn:microsoft.com/office/officeart/2005/8/layout/radial3"/>
    <dgm:cxn modelId="{2FABEA34-E2C8-4C7A-A5DF-033EE57B50B2}" type="presOf" srcId="{D0873F1C-8E0F-4D3D-8D49-D96BF6128166}" destId="{34FA9144-AAC0-4A22-A1E7-F5E8E577E94A}" srcOrd="0" destOrd="2" presId="urn:microsoft.com/office/officeart/2005/8/layout/radial3"/>
    <dgm:cxn modelId="{8BEFD23C-4F00-4E02-9515-4797EA7B304B}" type="presOf" srcId="{251D7DEC-6D80-433A-9D4E-A97FD7AAF4A0}" destId="{2B0D372E-C5BD-41C2-8EB3-85F7E11012C9}" srcOrd="0" destOrd="1" presId="urn:microsoft.com/office/officeart/2005/8/layout/radial3"/>
    <dgm:cxn modelId="{B8790A5F-3855-4D6D-988A-8D8D330D4B99}" type="presOf" srcId="{22DE7274-3C11-4A92-BD36-57898D11FBEF}" destId="{34FA9144-AAC0-4A22-A1E7-F5E8E577E94A}" srcOrd="0" destOrd="0" presId="urn:microsoft.com/office/officeart/2005/8/layout/radial3"/>
    <dgm:cxn modelId="{73E30245-2189-4DC8-AE1A-C05AD5EE5417}" srcId="{22DE7274-3C11-4A92-BD36-57898D11FBEF}" destId="{52D0CD78-198F-45E2-97EF-7417E5A8B3DE}" srcOrd="0" destOrd="0" parTransId="{F09319C8-6E33-416A-8FFC-93316F341399}" sibTransId="{4E155886-C189-4DA6-927E-C47D3F37A1C9}"/>
    <dgm:cxn modelId="{E4D4996B-4409-4374-8DD7-D082BBC1F81A}" srcId="{3D5B6D33-C965-4BA6-8F4A-D1AA4CEC16DC}" destId="{5CEF5945-04B5-4377-B12E-F25F5210957E}" srcOrd="1" destOrd="0" parTransId="{DF25AD5E-3731-4EBC-AAE0-FDD35A4401F3}" sibTransId="{E4FA9987-37BB-4162-B589-63D6EDF2D5C4}"/>
    <dgm:cxn modelId="{2C053050-03A0-444B-8282-6D06857C7728}" type="presOf" srcId="{DA50FD96-99B7-4A3D-867F-2932AB1A9F08}" destId="{536F1EFD-39CC-4211-98A0-5ECF4D63A9CF}" srcOrd="0" destOrd="1" presId="urn:microsoft.com/office/officeart/2005/8/layout/radial3"/>
    <dgm:cxn modelId="{87A19255-58AA-4C23-BAE1-DC81CD1ED3A2}" srcId="{0F860A8C-B57A-41D1-8D2E-4E7917CCE78F}" destId="{79FAB935-44AB-430F-8F66-78DB83A5E847}" srcOrd="1" destOrd="0" parTransId="{368DDD9C-454A-49C6-ACAE-CBE531BE1691}" sibTransId="{97E44703-84C1-4665-8C15-F1D3C6E2797F}"/>
    <dgm:cxn modelId="{59B87F57-4165-4196-B043-9DBB646E2AE1}" srcId="{87CBD9BF-F5B6-44BE-BDEA-C1B2E1CBB9D1}" destId="{A6FAAF54-FF89-4B34-BC1B-A709F314770A}" srcOrd="1" destOrd="0" parTransId="{5C366C07-3B83-47EA-B202-F1DB1F44EF64}" sibTransId="{C66AE6A5-1125-4CC6-8798-8573E995805E}"/>
    <dgm:cxn modelId="{AA144158-047F-4B54-9DFB-0C0DEE94056C}" srcId="{3F51F5C8-04EC-4EC2-8D36-9E40ACFF2031}" destId="{3D5B6D33-C965-4BA6-8F4A-D1AA4CEC16DC}" srcOrd="4" destOrd="0" parTransId="{94E45305-09E7-46E0-A603-5E68BAC639D6}" sibTransId="{FF6E6F53-ED5E-4824-8C9E-0F9E2438F779}"/>
    <dgm:cxn modelId="{42568479-F6B8-40EC-B11E-E2A82C2E069D}" srcId="{3F51F5C8-04EC-4EC2-8D36-9E40ACFF2031}" destId="{87CBD9BF-F5B6-44BE-BDEA-C1B2E1CBB9D1}" srcOrd="2" destOrd="0" parTransId="{ED325EF4-4D09-4D21-B5AD-72D25AF93195}" sibTransId="{25A94B07-BE06-4CE1-903F-2A7F2C38E13F}"/>
    <dgm:cxn modelId="{3FF52E5A-D70D-4D96-9A2D-F7D52A994005}" type="presOf" srcId="{A6FAAF54-FF89-4B34-BC1B-A709F314770A}" destId="{2B0D372E-C5BD-41C2-8EB3-85F7E11012C9}" srcOrd="0" destOrd="2" presId="urn:microsoft.com/office/officeart/2005/8/layout/radial3"/>
    <dgm:cxn modelId="{3E13DB5A-84D4-4620-8946-025317D5546E}" srcId="{3F51F5C8-04EC-4EC2-8D36-9E40ACFF2031}" destId="{935E6EB6-7156-4287-A351-DD795869AB1B}" srcOrd="3" destOrd="0" parTransId="{E1877669-28D8-4189-B781-B1BB9FEDB49B}" sibTransId="{A76D10A3-0F04-40DF-A33E-72ACF20AC6AE}"/>
    <dgm:cxn modelId="{8C4B338B-86E8-4EC3-BE04-F85D8C5948B2}" type="presOf" srcId="{79FAB935-44AB-430F-8F66-78DB83A5E847}" destId="{126F18F1-337E-454B-887B-2EE242DED01B}" srcOrd="0" destOrd="2" presId="urn:microsoft.com/office/officeart/2005/8/layout/radial3"/>
    <dgm:cxn modelId="{EFF8489C-AC6D-457A-8605-4739AC8E8AFD}" type="presOf" srcId="{5CEF5945-04B5-4377-B12E-F25F5210957E}" destId="{536F1EFD-39CC-4211-98A0-5ECF4D63A9CF}" srcOrd="0" destOrd="2" presId="urn:microsoft.com/office/officeart/2005/8/layout/radial3"/>
    <dgm:cxn modelId="{BA8D80A8-1A9F-4504-9353-333E5C54BAE2}" type="presOf" srcId="{3F51F5C8-04EC-4EC2-8D36-9E40ACFF2031}" destId="{02D08AEB-CBA3-425F-90A2-FA046DC2C927}" srcOrd="0" destOrd="0" presId="urn:microsoft.com/office/officeart/2005/8/layout/radial3"/>
    <dgm:cxn modelId="{CB9DB7AA-451E-41E6-8899-E41D7923EB7A}" type="presOf" srcId="{87CBD9BF-F5B6-44BE-BDEA-C1B2E1CBB9D1}" destId="{2B0D372E-C5BD-41C2-8EB3-85F7E11012C9}" srcOrd="0" destOrd="0" presId="urn:microsoft.com/office/officeart/2005/8/layout/radial3"/>
    <dgm:cxn modelId="{95F883AC-1A2A-49A0-9163-469BB0F58B4C}" type="presOf" srcId="{0F860A8C-B57A-41D1-8D2E-4E7917CCE78F}" destId="{126F18F1-337E-454B-887B-2EE242DED01B}" srcOrd="0" destOrd="0" presId="urn:microsoft.com/office/officeart/2005/8/layout/radial3"/>
    <dgm:cxn modelId="{913F54B9-626F-45B5-9A78-80CB41CA369C}" type="presOf" srcId="{261BDBCF-F178-4927-B4FC-53553930309D}" destId="{126F18F1-337E-454B-887B-2EE242DED01B}" srcOrd="0" destOrd="1" presId="urn:microsoft.com/office/officeart/2005/8/layout/radial3"/>
    <dgm:cxn modelId="{A7A988BA-4FAC-4225-8252-20C9B6962CA1}" srcId="{0F860A8C-B57A-41D1-8D2E-4E7917CCE78F}" destId="{261BDBCF-F178-4927-B4FC-53553930309D}" srcOrd="0" destOrd="0" parTransId="{41841C50-A1E6-4B68-BDE6-5B2EA2089A65}" sibTransId="{6F9E8D6F-BAA0-4D37-BF74-29A335487944}"/>
    <dgm:cxn modelId="{964F2BC8-AD06-4F2A-A467-7746CDCF6928}" srcId="{22DE7274-3C11-4A92-BD36-57898D11FBEF}" destId="{D0873F1C-8E0F-4D3D-8D49-D96BF6128166}" srcOrd="1" destOrd="0" parTransId="{39B35AA8-0633-48CB-AB87-365B789901B8}" sibTransId="{A3AC063B-1AD9-4018-9946-32799602018E}"/>
    <dgm:cxn modelId="{F89A7CC9-5FC7-486F-BFEE-177D710BA468}" srcId="{87CBD9BF-F5B6-44BE-BDEA-C1B2E1CBB9D1}" destId="{251D7DEC-6D80-433A-9D4E-A97FD7AAF4A0}" srcOrd="0" destOrd="0" parTransId="{B92BCD24-9BC1-4C1D-A0B4-75641B24A7BC}" sibTransId="{3CE61673-0E14-4369-B8C2-F81E4652824E}"/>
    <dgm:cxn modelId="{822528DD-7E8C-443E-9537-0A12E5CA1677}" srcId="{935E6EB6-7156-4287-A351-DD795869AB1B}" destId="{23D312D5-A06D-447F-A98B-E80CCF5A256B}" srcOrd="0" destOrd="0" parTransId="{8B90D90B-2EBE-4EF6-AC12-1E60E0EB5915}" sibTransId="{834B09E9-2802-40AB-AE26-7363E18EBFA9}"/>
    <dgm:cxn modelId="{BB1B83DD-BDB0-41DA-9EEC-57FE8EB47E0B}" srcId="{3D5B6D33-C965-4BA6-8F4A-D1AA4CEC16DC}" destId="{DA50FD96-99B7-4A3D-867F-2932AB1A9F08}" srcOrd="0" destOrd="0" parTransId="{A2B28BB8-59B5-4B9B-AA8B-AC4DE55B2437}" sibTransId="{CC452728-DDFF-47FF-ABEC-05A98E033F93}"/>
    <dgm:cxn modelId="{3ECEF1E4-215C-4666-9ED5-4FD7A4221740}" type="presOf" srcId="{3D5B6D33-C965-4BA6-8F4A-D1AA4CEC16DC}" destId="{536F1EFD-39CC-4211-98A0-5ECF4D63A9CF}" srcOrd="0" destOrd="0" presId="urn:microsoft.com/office/officeart/2005/8/layout/radial3"/>
    <dgm:cxn modelId="{A88318F3-34C7-4FBE-B0A0-D5C56A803558}" type="presOf" srcId="{52D0CD78-198F-45E2-97EF-7417E5A8B3DE}" destId="{34FA9144-AAC0-4A22-A1E7-F5E8E577E94A}" srcOrd="0" destOrd="1" presId="urn:microsoft.com/office/officeart/2005/8/layout/radial3"/>
    <dgm:cxn modelId="{21358628-B518-4BDE-A83A-052572B046F5}" type="presParOf" srcId="{FAD92B6C-A617-4491-BA4E-4F3873DAC168}" destId="{2B045889-4A4A-494E-8979-5ACDDB3327D3}" srcOrd="0" destOrd="0" presId="urn:microsoft.com/office/officeart/2005/8/layout/radial3"/>
    <dgm:cxn modelId="{EA176BA2-93B9-4BC1-AC55-BC051A34FD2F}" type="presParOf" srcId="{2B045889-4A4A-494E-8979-5ACDDB3327D3}" destId="{02D08AEB-CBA3-425F-90A2-FA046DC2C927}" srcOrd="0" destOrd="0" presId="urn:microsoft.com/office/officeart/2005/8/layout/radial3"/>
    <dgm:cxn modelId="{0CAEA50D-0F71-4B8E-BC89-EE300C3D1BB7}" type="presParOf" srcId="{2B045889-4A4A-494E-8979-5ACDDB3327D3}" destId="{34FA9144-AAC0-4A22-A1E7-F5E8E577E94A}" srcOrd="1" destOrd="0" presId="urn:microsoft.com/office/officeart/2005/8/layout/radial3"/>
    <dgm:cxn modelId="{0C61D715-B4C1-41A9-A79D-26734BED7DF1}" type="presParOf" srcId="{2B045889-4A4A-494E-8979-5ACDDB3327D3}" destId="{126F18F1-337E-454B-887B-2EE242DED01B}" srcOrd="2" destOrd="0" presId="urn:microsoft.com/office/officeart/2005/8/layout/radial3"/>
    <dgm:cxn modelId="{8A475AEC-CEF2-48B3-AD87-178C9C947BF1}" type="presParOf" srcId="{2B045889-4A4A-494E-8979-5ACDDB3327D3}" destId="{2B0D372E-C5BD-41C2-8EB3-85F7E11012C9}" srcOrd="3" destOrd="0" presId="urn:microsoft.com/office/officeart/2005/8/layout/radial3"/>
    <dgm:cxn modelId="{CB69E1E2-CC25-42B6-8E33-2542E14B544A}" type="presParOf" srcId="{2B045889-4A4A-494E-8979-5ACDDB3327D3}" destId="{7D26E9C6-7A86-43B3-855D-F85AC717ACBF}" srcOrd="4" destOrd="0" presId="urn:microsoft.com/office/officeart/2005/8/layout/radial3"/>
    <dgm:cxn modelId="{081D037A-2D3E-48BE-A82F-416B563F5EC8}" type="presParOf" srcId="{2B045889-4A4A-494E-8979-5ACDDB3327D3}" destId="{536F1EFD-39CC-4211-98A0-5ECF4D63A9CF}" srcOrd="5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C9F89E-A16E-4979-BE78-EDC7548E7924}" type="doc">
      <dgm:prSet loTypeId="urn:microsoft.com/office/officeart/2009/3/layout/PieProcess" loCatId="list" qsTypeId="urn:microsoft.com/office/officeart/2005/8/quickstyle/3d2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9F1DEDDB-F43D-4B38-AD56-F45277001217}">
      <dgm:prSet phldrT="[Text]" custT="1"/>
      <dgm:spPr/>
      <dgm:t>
        <a:bodyPr/>
        <a:lstStyle/>
        <a:p>
          <a:r>
            <a:rPr lang="en-IN" sz="1800" b="1" u="sng" dirty="0"/>
            <a:t>Simple</a:t>
          </a:r>
          <a:endParaRPr lang="en-IN" sz="1800" u="sng" dirty="0"/>
        </a:p>
      </dgm:t>
    </dgm:pt>
    <dgm:pt modelId="{C839ED7B-919D-42EA-9C88-B33D4EA3DEF3}" type="parTrans" cxnId="{922AB66E-6387-4DC3-B71D-CAB7A56169F8}">
      <dgm:prSet/>
      <dgm:spPr/>
      <dgm:t>
        <a:bodyPr/>
        <a:lstStyle/>
        <a:p>
          <a:endParaRPr lang="en-IN"/>
        </a:p>
      </dgm:t>
    </dgm:pt>
    <dgm:pt modelId="{07F5540E-9431-4038-B920-8B274AC5E908}" type="sibTrans" cxnId="{922AB66E-6387-4DC3-B71D-CAB7A56169F8}">
      <dgm:prSet/>
      <dgm:spPr/>
      <dgm:t>
        <a:bodyPr/>
        <a:lstStyle/>
        <a:p>
          <a:endParaRPr lang="en-IN"/>
        </a:p>
      </dgm:t>
    </dgm:pt>
    <dgm:pt modelId="{62E8C357-F57D-4F23-AEA2-A9CB2BED49E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Programs can be broken down into logical parts</a:t>
          </a:r>
        </a:p>
      </dgm:t>
    </dgm:pt>
    <dgm:pt modelId="{DAEBA143-EB17-4291-8D10-9C7467E34984}" type="parTrans" cxnId="{5A154199-DAC2-4799-AA2A-6F4B70C146D1}">
      <dgm:prSet/>
      <dgm:spPr/>
      <dgm:t>
        <a:bodyPr/>
        <a:lstStyle/>
        <a:p>
          <a:endParaRPr lang="en-IN"/>
        </a:p>
      </dgm:t>
    </dgm:pt>
    <dgm:pt modelId="{C74B2A7E-D402-4E56-9B1C-EDEF71EDD212}" type="sibTrans" cxnId="{5A154199-DAC2-4799-AA2A-6F4B70C146D1}">
      <dgm:prSet/>
      <dgm:spPr/>
      <dgm:t>
        <a:bodyPr/>
        <a:lstStyle/>
        <a:p>
          <a:endParaRPr lang="en-IN"/>
        </a:p>
      </dgm:t>
    </dgm:pt>
    <dgm:pt modelId="{4F4BEF24-9C5D-48F6-BD07-0649236ACAA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Rich library support</a:t>
          </a:r>
        </a:p>
      </dgm:t>
    </dgm:pt>
    <dgm:pt modelId="{31C0FD7B-14C5-4882-A073-DA5310D20B9C}" type="parTrans" cxnId="{9B8AE14A-F496-4478-910B-8877853F142A}">
      <dgm:prSet/>
      <dgm:spPr/>
      <dgm:t>
        <a:bodyPr/>
        <a:lstStyle/>
        <a:p>
          <a:endParaRPr lang="en-IN"/>
        </a:p>
      </dgm:t>
    </dgm:pt>
    <dgm:pt modelId="{D5FB3F6D-ECD6-441D-8E72-0B1EBE7C6ED1}" type="sibTrans" cxnId="{9B8AE14A-F496-4478-910B-8877853F142A}">
      <dgm:prSet/>
      <dgm:spPr/>
      <dgm:t>
        <a:bodyPr/>
        <a:lstStyle/>
        <a:p>
          <a:endParaRPr lang="en-IN"/>
        </a:p>
      </dgm:t>
    </dgm:pt>
    <dgm:pt modelId="{56271EC2-308A-4AC9-B723-13F58BF1300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Variety of data types</a:t>
          </a:r>
        </a:p>
      </dgm:t>
    </dgm:pt>
    <dgm:pt modelId="{9D3D2811-79E9-4894-A81F-379E2ED4BC41}" type="parTrans" cxnId="{8C420603-A9BE-4773-9D28-B426CFBB8C14}">
      <dgm:prSet/>
      <dgm:spPr/>
      <dgm:t>
        <a:bodyPr/>
        <a:lstStyle/>
        <a:p>
          <a:endParaRPr lang="en-IN"/>
        </a:p>
      </dgm:t>
    </dgm:pt>
    <dgm:pt modelId="{84FB88A3-5195-4BF9-B2E8-47EBE3A3FDD1}" type="sibTrans" cxnId="{8C420603-A9BE-4773-9D28-B426CFBB8C14}">
      <dgm:prSet/>
      <dgm:spPr/>
      <dgm:t>
        <a:bodyPr/>
        <a:lstStyle/>
        <a:p>
          <a:endParaRPr lang="en-IN"/>
        </a:p>
      </dgm:t>
    </dgm:pt>
    <dgm:pt modelId="{BBEF8105-2D19-4675-926E-7A032DB0F659}">
      <dgm:prSet custT="1"/>
      <dgm:spPr/>
      <dgm:t>
        <a:bodyPr/>
        <a:lstStyle/>
        <a:p>
          <a:r>
            <a:rPr lang="en-IN" sz="1800" b="1" u="sng" dirty="0"/>
            <a:t>Machine Independent</a:t>
          </a:r>
        </a:p>
      </dgm:t>
    </dgm:pt>
    <dgm:pt modelId="{9028421F-BFB2-45E9-85F7-F04BF37652A4}" type="parTrans" cxnId="{B1427BE5-9EAD-4796-8264-6270AA4DA45F}">
      <dgm:prSet/>
      <dgm:spPr/>
      <dgm:t>
        <a:bodyPr/>
        <a:lstStyle/>
        <a:p>
          <a:endParaRPr lang="en-IN"/>
        </a:p>
      </dgm:t>
    </dgm:pt>
    <dgm:pt modelId="{E3BC2E84-D693-4FC9-BB44-16BC3B252EBC}" type="sibTrans" cxnId="{B1427BE5-9EAD-4796-8264-6270AA4DA45F}">
      <dgm:prSet/>
      <dgm:spPr/>
      <dgm:t>
        <a:bodyPr/>
        <a:lstStyle/>
        <a:p>
          <a:endParaRPr lang="en-IN"/>
        </a:p>
      </dgm:t>
    </dgm:pt>
    <dgm:pt modelId="{45A89BF3-5F34-4D3D-9D8F-1B5E53232CC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Can run on any machine</a:t>
          </a:r>
        </a:p>
      </dgm:t>
    </dgm:pt>
    <dgm:pt modelId="{73BE6F2B-544A-47BD-AE1C-31C06286300E}" type="parTrans" cxnId="{EE3BAF45-9DF0-422E-9667-A505C143A590}">
      <dgm:prSet/>
      <dgm:spPr/>
      <dgm:t>
        <a:bodyPr/>
        <a:lstStyle/>
        <a:p>
          <a:endParaRPr lang="en-IN"/>
        </a:p>
      </dgm:t>
    </dgm:pt>
    <dgm:pt modelId="{05A6ECB7-4EF5-4E60-97A6-CA85462E3FFD}" type="sibTrans" cxnId="{EE3BAF45-9DF0-422E-9667-A505C143A590}">
      <dgm:prSet/>
      <dgm:spPr/>
      <dgm:t>
        <a:bodyPr/>
        <a:lstStyle/>
        <a:p>
          <a:endParaRPr lang="en-IN"/>
        </a:p>
      </dgm:t>
    </dgm:pt>
    <dgm:pt modelId="{C5748167-41CE-4EEA-8581-EAA358F4A95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Requires only a suitable compiler</a:t>
          </a:r>
        </a:p>
      </dgm:t>
    </dgm:pt>
    <dgm:pt modelId="{27950D1F-B2BD-4161-BF73-91A03D108447}" type="parTrans" cxnId="{6FB6EBE4-2286-4A9C-BAF4-51F20E5EAC72}">
      <dgm:prSet/>
      <dgm:spPr/>
      <dgm:t>
        <a:bodyPr/>
        <a:lstStyle/>
        <a:p>
          <a:endParaRPr lang="en-IN"/>
        </a:p>
      </dgm:t>
    </dgm:pt>
    <dgm:pt modelId="{2D110E5C-7BA1-48D4-9B47-E78DF661A685}" type="sibTrans" cxnId="{6FB6EBE4-2286-4A9C-BAF4-51F20E5EAC72}">
      <dgm:prSet/>
      <dgm:spPr/>
      <dgm:t>
        <a:bodyPr/>
        <a:lstStyle/>
        <a:p>
          <a:endParaRPr lang="en-IN"/>
        </a:p>
      </dgm:t>
    </dgm:pt>
    <dgm:pt modelId="{062947B3-7F64-420B-8E28-F12A111141EA}">
      <dgm:prSet custT="1"/>
      <dgm:spPr/>
      <dgm:t>
        <a:bodyPr/>
        <a:lstStyle/>
        <a:p>
          <a:r>
            <a:rPr lang="en-IN" sz="1800" b="1" u="sng" dirty="0"/>
            <a:t>Low-level Access</a:t>
          </a:r>
        </a:p>
      </dgm:t>
    </dgm:pt>
    <dgm:pt modelId="{F81A45D6-34AE-42B5-9F31-1D31DC5B1401}" type="parTrans" cxnId="{C886F932-0EAC-41B3-B84A-1EBEF0B8C6C0}">
      <dgm:prSet/>
      <dgm:spPr/>
      <dgm:t>
        <a:bodyPr/>
        <a:lstStyle/>
        <a:p>
          <a:endParaRPr lang="en-IN"/>
        </a:p>
      </dgm:t>
    </dgm:pt>
    <dgm:pt modelId="{3A71E60C-058F-4BB8-95CB-7E922DAA0143}" type="sibTrans" cxnId="{C886F932-0EAC-41B3-B84A-1EBEF0B8C6C0}">
      <dgm:prSet/>
      <dgm:spPr/>
      <dgm:t>
        <a:bodyPr/>
        <a:lstStyle/>
        <a:p>
          <a:endParaRPr lang="en-IN"/>
        </a:p>
      </dgm:t>
    </dgm:pt>
    <dgm:pt modelId="{BBE15510-59FE-45C6-B258-03EFD46511E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Access to system resources</a:t>
          </a:r>
        </a:p>
      </dgm:t>
    </dgm:pt>
    <dgm:pt modelId="{707E7854-45FB-401A-A73A-AF3C87C9CB87}" type="parTrans" cxnId="{5979AE7A-2296-4738-8D9E-B21998E3F1B6}">
      <dgm:prSet/>
      <dgm:spPr/>
      <dgm:t>
        <a:bodyPr/>
        <a:lstStyle/>
        <a:p>
          <a:endParaRPr lang="en-IN"/>
        </a:p>
      </dgm:t>
    </dgm:pt>
    <dgm:pt modelId="{FA859FCD-19E7-409F-A22B-B1B74C429959}" type="sibTrans" cxnId="{5979AE7A-2296-4738-8D9E-B21998E3F1B6}">
      <dgm:prSet/>
      <dgm:spPr/>
      <dgm:t>
        <a:bodyPr/>
        <a:lstStyle/>
        <a:p>
          <a:endParaRPr lang="en-IN"/>
        </a:p>
      </dgm:t>
    </dgm:pt>
    <dgm:pt modelId="{A4DE0A88-8F6E-4FA6-BC38-1AEB7DB78F0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Ideal for system-level programming</a:t>
          </a:r>
        </a:p>
      </dgm:t>
    </dgm:pt>
    <dgm:pt modelId="{327B71CA-7CCA-4D59-BBEF-6A5BD8048808}" type="parTrans" cxnId="{0D1CE836-D564-4BDA-AAE1-6C301DCF4D4F}">
      <dgm:prSet/>
      <dgm:spPr/>
      <dgm:t>
        <a:bodyPr/>
        <a:lstStyle/>
        <a:p>
          <a:endParaRPr lang="en-IN"/>
        </a:p>
      </dgm:t>
    </dgm:pt>
    <dgm:pt modelId="{5DA5A13F-10AC-4BB7-A72A-7D9F24CE176B}" type="sibTrans" cxnId="{0D1CE836-D564-4BDA-AAE1-6C301DCF4D4F}">
      <dgm:prSet/>
      <dgm:spPr/>
      <dgm:t>
        <a:bodyPr/>
        <a:lstStyle/>
        <a:p>
          <a:endParaRPr lang="en-IN"/>
        </a:p>
      </dgm:t>
    </dgm:pt>
    <dgm:pt modelId="{4935F946-349D-48E0-9166-608DEB36611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Enables writing highly efficient code</a:t>
          </a:r>
        </a:p>
      </dgm:t>
    </dgm:pt>
    <dgm:pt modelId="{A7C15F6E-59CA-4063-93A7-7698C73244C5}" type="parTrans" cxnId="{20A8D5A7-CD4B-47F3-B683-F250CE776E01}">
      <dgm:prSet/>
      <dgm:spPr/>
      <dgm:t>
        <a:bodyPr/>
        <a:lstStyle/>
        <a:p>
          <a:endParaRPr lang="en-IN"/>
        </a:p>
      </dgm:t>
    </dgm:pt>
    <dgm:pt modelId="{9BD5EA35-2781-4C2B-99D6-15221C154FF3}" type="sibTrans" cxnId="{20A8D5A7-CD4B-47F3-B683-F250CE776E01}">
      <dgm:prSet/>
      <dgm:spPr/>
      <dgm:t>
        <a:bodyPr/>
        <a:lstStyle/>
        <a:p>
          <a:endParaRPr lang="en-IN"/>
        </a:p>
      </dgm:t>
    </dgm:pt>
    <dgm:pt modelId="{C3AD86F8-235C-41FE-8444-CD27ED2F6B2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Minimal processing overhead</a:t>
          </a:r>
        </a:p>
      </dgm:t>
    </dgm:pt>
    <dgm:pt modelId="{2E64B36E-93C7-4ACA-AF2D-4B2DCC5C508F}" type="parTrans" cxnId="{6C082DAE-18A0-4ADD-91D9-C20FA7A0C148}">
      <dgm:prSet/>
      <dgm:spPr/>
      <dgm:t>
        <a:bodyPr/>
        <a:lstStyle/>
        <a:p>
          <a:endParaRPr lang="en-IN"/>
        </a:p>
      </dgm:t>
    </dgm:pt>
    <dgm:pt modelId="{44466FFE-93A2-46AD-B745-46C7AFC287B8}" type="sibTrans" cxnId="{6C082DAE-18A0-4ADD-91D9-C20FA7A0C148}">
      <dgm:prSet/>
      <dgm:spPr/>
      <dgm:t>
        <a:bodyPr/>
        <a:lstStyle/>
        <a:p>
          <a:endParaRPr lang="en-IN"/>
        </a:p>
      </dgm:t>
    </dgm:pt>
    <dgm:pt modelId="{3DAD7299-4EBE-4237-8605-5FBF3783D54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One of the fastest high-level languages</a:t>
          </a:r>
        </a:p>
      </dgm:t>
    </dgm:pt>
    <dgm:pt modelId="{45B5D46D-252F-4D44-8771-40799E5C3EBE}" type="parTrans" cxnId="{FF433E70-13AF-4DE6-BFD6-A8AD9CEA1D95}">
      <dgm:prSet/>
      <dgm:spPr/>
      <dgm:t>
        <a:bodyPr/>
        <a:lstStyle/>
        <a:p>
          <a:endParaRPr lang="en-IN"/>
        </a:p>
      </dgm:t>
    </dgm:pt>
    <dgm:pt modelId="{E5E76BD6-70F1-415A-B766-30B00EEA7F64}" type="sibTrans" cxnId="{FF433E70-13AF-4DE6-BFD6-A8AD9CEA1D95}">
      <dgm:prSet/>
      <dgm:spPr/>
      <dgm:t>
        <a:bodyPr/>
        <a:lstStyle/>
        <a:p>
          <a:endParaRPr lang="en-IN"/>
        </a:p>
      </dgm:t>
    </dgm:pt>
    <dgm:pt modelId="{66AE5713-379A-4E58-A809-DD9EEBCC82A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Suitable for performance-critical applications</a:t>
          </a:r>
        </a:p>
      </dgm:t>
    </dgm:pt>
    <dgm:pt modelId="{CA9E92C0-8EE7-4D09-B642-FB01E9B06847}" type="parTrans" cxnId="{EE82A8C0-78F8-4FA5-B8FF-A255202E1568}">
      <dgm:prSet/>
      <dgm:spPr/>
      <dgm:t>
        <a:bodyPr/>
        <a:lstStyle/>
        <a:p>
          <a:endParaRPr lang="en-IN"/>
        </a:p>
      </dgm:t>
    </dgm:pt>
    <dgm:pt modelId="{AC30047E-8C38-4BD6-BF45-3EE5454935E9}" type="sibTrans" cxnId="{EE82A8C0-78F8-4FA5-B8FF-A255202E1568}">
      <dgm:prSet/>
      <dgm:spPr/>
      <dgm:t>
        <a:bodyPr/>
        <a:lstStyle/>
        <a:p>
          <a:endParaRPr lang="en-IN"/>
        </a:p>
      </dgm:t>
    </dgm:pt>
    <dgm:pt modelId="{2C12CB24-D729-427C-9255-396C441A3746}">
      <dgm:prSet custT="1"/>
      <dgm:spPr/>
      <dgm:t>
        <a:bodyPr/>
        <a:lstStyle/>
        <a:p>
          <a:r>
            <a:rPr lang="en-IN" sz="1800" b="1" u="sng" dirty="0"/>
            <a:t>Object-Oriented</a:t>
          </a:r>
        </a:p>
      </dgm:t>
    </dgm:pt>
    <dgm:pt modelId="{41D4D703-9120-446D-A989-E560AB55119C}" type="parTrans" cxnId="{B60520CC-A5D2-40E9-ABDE-3F9EE3B6B0D7}">
      <dgm:prSet/>
      <dgm:spPr/>
      <dgm:t>
        <a:bodyPr/>
        <a:lstStyle/>
        <a:p>
          <a:endParaRPr lang="en-IN"/>
        </a:p>
      </dgm:t>
    </dgm:pt>
    <dgm:pt modelId="{9E60D254-141C-4173-97E8-D7DA4FA560DE}" type="sibTrans" cxnId="{B60520CC-A5D2-40E9-ABDE-3F9EE3B6B0D7}">
      <dgm:prSet/>
      <dgm:spPr/>
      <dgm:t>
        <a:bodyPr/>
        <a:lstStyle/>
        <a:p>
          <a:endParaRPr lang="en-IN"/>
        </a:p>
      </dgm:t>
    </dgm:pt>
    <dgm:pt modelId="{ED92F431-2041-425A-8124-19CBA3ED8D7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Supports OOP features like classes, inheritance, polymorphism</a:t>
          </a:r>
        </a:p>
      </dgm:t>
    </dgm:pt>
    <dgm:pt modelId="{AE8E049B-63B9-40E5-928D-0728B7C29257}" type="parTrans" cxnId="{B8EEACF7-916D-48B6-AC23-D801A82CF745}">
      <dgm:prSet/>
      <dgm:spPr/>
      <dgm:t>
        <a:bodyPr/>
        <a:lstStyle/>
        <a:p>
          <a:endParaRPr lang="en-IN"/>
        </a:p>
      </dgm:t>
    </dgm:pt>
    <dgm:pt modelId="{01E1CAF7-8AEC-4A56-855E-EDEE7E52E7E2}" type="sibTrans" cxnId="{B8EEACF7-916D-48B6-AC23-D801A82CF745}">
      <dgm:prSet/>
      <dgm:spPr/>
      <dgm:t>
        <a:bodyPr/>
        <a:lstStyle/>
        <a:p>
          <a:endParaRPr lang="en-IN"/>
        </a:p>
      </dgm:t>
    </dgm:pt>
    <dgm:pt modelId="{7943F339-FC2E-490C-9463-017D26259E1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Makes code </a:t>
          </a:r>
          <a:r>
            <a:rPr lang="en-IN" b="1" dirty="0"/>
            <a:t>maintainable</a:t>
          </a:r>
          <a:r>
            <a:rPr lang="en-IN" dirty="0"/>
            <a:t> and </a:t>
          </a:r>
          <a:r>
            <a:rPr lang="en-IN" b="1" dirty="0"/>
            <a:t>extensible</a:t>
          </a:r>
          <a:endParaRPr lang="en-IN" dirty="0"/>
        </a:p>
      </dgm:t>
    </dgm:pt>
    <dgm:pt modelId="{A201550B-92EF-4F6C-902D-916D6058755E}" type="parTrans" cxnId="{BFB64DC4-DB56-42A2-9BE1-393FA48AEB24}">
      <dgm:prSet/>
      <dgm:spPr/>
      <dgm:t>
        <a:bodyPr/>
        <a:lstStyle/>
        <a:p>
          <a:endParaRPr lang="en-IN"/>
        </a:p>
      </dgm:t>
    </dgm:pt>
    <dgm:pt modelId="{8C443A7B-2CD3-4FDF-8CF3-B2900B98AFCB}" type="sibTrans" cxnId="{BFB64DC4-DB56-42A2-9BE1-393FA48AEB24}">
      <dgm:prSet/>
      <dgm:spPr/>
      <dgm:t>
        <a:bodyPr/>
        <a:lstStyle/>
        <a:p>
          <a:endParaRPr lang="en-IN"/>
        </a:p>
      </dgm:t>
    </dgm:pt>
    <dgm:pt modelId="{58CAE9F8-36F8-4866-9F6E-AA59915CEE1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Well-suited for building large-scale applications</a:t>
          </a:r>
        </a:p>
      </dgm:t>
    </dgm:pt>
    <dgm:pt modelId="{E34C0EB2-B80E-44A8-8E78-77BC65442AF7}" type="parTrans" cxnId="{D8D1CF2A-6F6F-4F03-92C5-35BC8D1F4179}">
      <dgm:prSet/>
      <dgm:spPr/>
      <dgm:t>
        <a:bodyPr/>
        <a:lstStyle/>
        <a:p>
          <a:endParaRPr lang="en-IN"/>
        </a:p>
      </dgm:t>
    </dgm:pt>
    <dgm:pt modelId="{1F4AF0DF-EB43-44EC-95D4-79C7E219259C}" type="sibTrans" cxnId="{D8D1CF2A-6F6F-4F03-92C5-35BC8D1F4179}">
      <dgm:prSet/>
      <dgm:spPr/>
      <dgm:t>
        <a:bodyPr/>
        <a:lstStyle/>
        <a:p>
          <a:endParaRPr lang="en-IN"/>
        </a:p>
      </dgm:t>
    </dgm:pt>
    <dgm:pt modelId="{91AA2058-DA86-48CA-9286-6509096AF36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800" b="1" u="sng" dirty="0"/>
            <a:t>Fast Execution Speed</a:t>
          </a:r>
          <a:endParaRPr lang="en-US" sz="1800" u="sng" dirty="0"/>
        </a:p>
      </dgm:t>
    </dgm:pt>
    <dgm:pt modelId="{368B84A2-EA73-47F3-9AC2-ADE613158B96}" type="parTrans" cxnId="{860C0B9B-7F4A-4487-BE83-4072CAF6EB5C}">
      <dgm:prSet/>
      <dgm:spPr/>
      <dgm:t>
        <a:bodyPr/>
        <a:lstStyle/>
        <a:p>
          <a:endParaRPr lang="en-IN"/>
        </a:p>
      </dgm:t>
    </dgm:pt>
    <dgm:pt modelId="{5CF048AE-2ECB-40AB-9E6A-D81B419C7E7B}" type="sibTrans" cxnId="{860C0B9B-7F4A-4487-BE83-4072CAF6EB5C}">
      <dgm:prSet/>
      <dgm:spPr/>
      <dgm:t>
        <a:bodyPr/>
        <a:lstStyle/>
        <a:p>
          <a:endParaRPr lang="en-IN"/>
        </a:p>
      </dgm:t>
    </dgm:pt>
    <dgm:pt modelId="{57A5834F-30E6-42C2-8FE0-11B2071066CF}" type="pres">
      <dgm:prSet presAssocID="{63C9F89E-A16E-4979-BE78-EDC7548E7924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185E1B3C-0934-4C9D-9292-6CDE7C2DB36D}" type="pres">
      <dgm:prSet presAssocID="{9F1DEDDB-F43D-4B38-AD56-F45277001217}" presName="ParentComposite" presStyleCnt="0"/>
      <dgm:spPr/>
    </dgm:pt>
    <dgm:pt modelId="{1AC0C803-2FB4-478D-921A-6F79D4758880}" type="pres">
      <dgm:prSet presAssocID="{9F1DEDDB-F43D-4B38-AD56-F45277001217}" presName="Chord" presStyleLbl="bgShp" presStyleIdx="0" presStyleCnt="5"/>
      <dgm:spPr/>
    </dgm:pt>
    <dgm:pt modelId="{82AD3AD9-942F-410F-873A-A86C7E5AA5DA}" type="pres">
      <dgm:prSet presAssocID="{9F1DEDDB-F43D-4B38-AD56-F45277001217}" presName="Pie" presStyleLbl="alignNode1" presStyleIdx="0" presStyleCnt="5"/>
      <dgm:spPr/>
    </dgm:pt>
    <dgm:pt modelId="{0F8BC729-E460-464C-8652-17BB7319076D}" type="pres">
      <dgm:prSet presAssocID="{9F1DEDDB-F43D-4B38-AD56-F45277001217}" presName="Parent" presStyleLbl="revTx" presStyleIdx="0" presStyleCnt="10" custScaleY="149583" custLinFactNeighborX="-2002" custLinFactNeighborY="25359">
        <dgm:presLayoutVars>
          <dgm:chMax val="1"/>
          <dgm:chPref val="1"/>
          <dgm:bulletEnabled val="1"/>
        </dgm:presLayoutVars>
      </dgm:prSet>
      <dgm:spPr/>
    </dgm:pt>
    <dgm:pt modelId="{ADD86A4C-7F9F-4877-A316-50E37E6B48DF}" type="pres">
      <dgm:prSet presAssocID="{C74B2A7E-D402-4E56-9B1C-EDEF71EDD212}" presName="negSibTrans" presStyleCnt="0"/>
      <dgm:spPr/>
    </dgm:pt>
    <dgm:pt modelId="{6E0D3378-032C-41CB-B67A-CF4692962403}" type="pres">
      <dgm:prSet presAssocID="{9F1DEDDB-F43D-4B38-AD56-F45277001217}" presName="composite" presStyleCnt="0"/>
      <dgm:spPr/>
    </dgm:pt>
    <dgm:pt modelId="{21A32C40-8EEF-42B6-8165-A515387BB82A}" type="pres">
      <dgm:prSet presAssocID="{9F1DEDDB-F43D-4B38-AD56-F45277001217}" presName="Child" presStyleLbl="revTx" presStyleIdx="1" presStyleCnt="10">
        <dgm:presLayoutVars>
          <dgm:chMax val="0"/>
          <dgm:chPref val="0"/>
          <dgm:bulletEnabled val="1"/>
        </dgm:presLayoutVars>
      </dgm:prSet>
      <dgm:spPr/>
    </dgm:pt>
    <dgm:pt modelId="{4338FAA1-8FE5-4F61-B151-90F46FA93707}" type="pres">
      <dgm:prSet presAssocID="{07F5540E-9431-4038-B920-8B274AC5E908}" presName="sibTrans" presStyleCnt="0"/>
      <dgm:spPr/>
    </dgm:pt>
    <dgm:pt modelId="{189C350F-EA9F-4931-BE22-58C31B30FA11}" type="pres">
      <dgm:prSet presAssocID="{BBEF8105-2D19-4675-926E-7A032DB0F659}" presName="ParentComposite" presStyleCnt="0"/>
      <dgm:spPr/>
    </dgm:pt>
    <dgm:pt modelId="{88821544-A52E-402C-A813-12DA7DB8BF17}" type="pres">
      <dgm:prSet presAssocID="{BBEF8105-2D19-4675-926E-7A032DB0F659}" presName="Chord" presStyleLbl="bgShp" presStyleIdx="1" presStyleCnt="5"/>
      <dgm:spPr/>
    </dgm:pt>
    <dgm:pt modelId="{EA443CF2-2952-4E3E-AC88-A39A8455266F}" type="pres">
      <dgm:prSet presAssocID="{BBEF8105-2D19-4675-926E-7A032DB0F659}" presName="Pie" presStyleLbl="alignNode1" presStyleIdx="1" presStyleCnt="5"/>
      <dgm:spPr/>
    </dgm:pt>
    <dgm:pt modelId="{2B5FED47-D0BC-4090-B50F-F3C1453C5119}" type="pres">
      <dgm:prSet presAssocID="{BBEF8105-2D19-4675-926E-7A032DB0F659}" presName="Parent" presStyleLbl="revTx" presStyleIdx="2" presStyleCnt="10" custScaleY="149583" custLinFactNeighborX="-2002" custLinFactNeighborY="25359">
        <dgm:presLayoutVars>
          <dgm:chMax val="1"/>
          <dgm:chPref val="1"/>
          <dgm:bulletEnabled val="1"/>
        </dgm:presLayoutVars>
      </dgm:prSet>
      <dgm:spPr/>
    </dgm:pt>
    <dgm:pt modelId="{6BC94B11-46C4-491B-8CF7-9E62AF8B63C8}" type="pres">
      <dgm:prSet presAssocID="{05A6ECB7-4EF5-4E60-97A6-CA85462E3FFD}" presName="negSibTrans" presStyleCnt="0"/>
      <dgm:spPr/>
    </dgm:pt>
    <dgm:pt modelId="{EA79D781-D8F8-45BF-8C1A-D4897B61DA9F}" type="pres">
      <dgm:prSet presAssocID="{BBEF8105-2D19-4675-926E-7A032DB0F659}" presName="composite" presStyleCnt="0"/>
      <dgm:spPr/>
    </dgm:pt>
    <dgm:pt modelId="{312D67BA-37C5-4CB3-91F1-AA4F71D5535A}" type="pres">
      <dgm:prSet presAssocID="{BBEF8105-2D19-4675-926E-7A032DB0F659}" presName="Child" presStyleLbl="revTx" presStyleIdx="3" presStyleCnt="10">
        <dgm:presLayoutVars>
          <dgm:chMax val="0"/>
          <dgm:chPref val="0"/>
          <dgm:bulletEnabled val="1"/>
        </dgm:presLayoutVars>
      </dgm:prSet>
      <dgm:spPr/>
    </dgm:pt>
    <dgm:pt modelId="{82809296-A13E-43EE-BA0A-843F2C067912}" type="pres">
      <dgm:prSet presAssocID="{E3BC2E84-D693-4FC9-BB44-16BC3B252EBC}" presName="sibTrans" presStyleCnt="0"/>
      <dgm:spPr/>
    </dgm:pt>
    <dgm:pt modelId="{AA460436-C649-4633-A94A-5D03E2038F41}" type="pres">
      <dgm:prSet presAssocID="{062947B3-7F64-420B-8E28-F12A111141EA}" presName="ParentComposite" presStyleCnt="0"/>
      <dgm:spPr/>
    </dgm:pt>
    <dgm:pt modelId="{868FC43A-EE37-4CAD-8342-05AD88D5DFE3}" type="pres">
      <dgm:prSet presAssocID="{062947B3-7F64-420B-8E28-F12A111141EA}" presName="Chord" presStyleLbl="bgShp" presStyleIdx="2" presStyleCnt="5"/>
      <dgm:spPr/>
    </dgm:pt>
    <dgm:pt modelId="{6F1D1290-48E2-43B7-B9FF-13B558593985}" type="pres">
      <dgm:prSet presAssocID="{062947B3-7F64-420B-8E28-F12A111141EA}" presName="Pie" presStyleLbl="alignNode1" presStyleIdx="2" presStyleCnt="5"/>
      <dgm:spPr/>
    </dgm:pt>
    <dgm:pt modelId="{FFEC2C32-61F0-439A-8BFA-A8C4525AD9B4}" type="pres">
      <dgm:prSet presAssocID="{062947B3-7F64-420B-8E28-F12A111141EA}" presName="Parent" presStyleLbl="revTx" presStyleIdx="4" presStyleCnt="10" custScaleY="149583" custLinFactNeighborX="-2002" custLinFactNeighborY="25359">
        <dgm:presLayoutVars>
          <dgm:chMax val="1"/>
          <dgm:chPref val="1"/>
          <dgm:bulletEnabled val="1"/>
        </dgm:presLayoutVars>
      </dgm:prSet>
      <dgm:spPr/>
    </dgm:pt>
    <dgm:pt modelId="{075220A6-C388-4CA7-9B4F-C56C6D04E36B}" type="pres">
      <dgm:prSet presAssocID="{FA859FCD-19E7-409F-A22B-B1B74C429959}" presName="negSibTrans" presStyleCnt="0"/>
      <dgm:spPr/>
    </dgm:pt>
    <dgm:pt modelId="{A7796A2B-7BC2-4C67-9BA7-D20DC43CFF01}" type="pres">
      <dgm:prSet presAssocID="{062947B3-7F64-420B-8E28-F12A111141EA}" presName="composite" presStyleCnt="0"/>
      <dgm:spPr/>
    </dgm:pt>
    <dgm:pt modelId="{B93D4B10-24E2-4D93-8E0D-666B54360FCA}" type="pres">
      <dgm:prSet presAssocID="{062947B3-7F64-420B-8E28-F12A111141EA}" presName="Child" presStyleLbl="revTx" presStyleIdx="5" presStyleCnt="10">
        <dgm:presLayoutVars>
          <dgm:chMax val="0"/>
          <dgm:chPref val="0"/>
          <dgm:bulletEnabled val="1"/>
        </dgm:presLayoutVars>
      </dgm:prSet>
      <dgm:spPr/>
    </dgm:pt>
    <dgm:pt modelId="{C5589636-5D3A-4A95-82BB-016F89E3421E}" type="pres">
      <dgm:prSet presAssocID="{3A71E60C-058F-4BB8-95CB-7E922DAA0143}" presName="sibTrans" presStyleCnt="0"/>
      <dgm:spPr/>
    </dgm:pt>
    <dgm:pt modelId="{729E438D-5182-408E-81BD-CF125665A312}" type="pres">
      <dgm:prSet presAssocID="{91AA2058-DA86-48CA-9286-6509096AF368}" presName="ParentComposite" presStyleCnt="0"/>
      <dgm:spPr/>
    </dgm:pt>
    <dgm:pt modelId="{1C5D1002-FABA-43AD-96E3-B1BBF1337EE9}" type="pres">
      <dgm:prSet presAssocID="{91AA2058-DA86-48CA-9286-6509096AF368}" presName="Chord" presStyleLbl="bgShp" presStyleIdx="3" presStyleCnt="5"/>
      <dgm:spPr/>
    </dgm:pt>
    <dgm:pt modelId="{2CB74AE7-CD99-41EB-840A-3F61FB9F5D7B}" type="pres">
      <dgm:prSet presAssocID="{91AA2058-DA86-48CA-9286-6509096AF368}" presName="Pie" presStyleLbl="alignNode1" presStyleIdx="3" presStyleCnt="5"/>
      <dgm:spPr/>
    </dgm:pt>
    <dgm:pt modelId="{CBEB964A-CB7E-4628-B1BC-76932AF3F738}" type="pres">
      <dgm:prSet presAssocID="{91AA2058-DA86-48CA-9286-6509096AF368}" presName="Parent" presStyleLbl="revTx" presStyleIdx="6" presStyleCnt="10" custScaleY="149583" custLinFactNeighborX="-2002" custLinFactNeighborY="25359">
        <dgm:presLayoutVars>
          <dgm:chMax val="1"/>
          <dgm:chPref val="1"/>
          <dgm:bulletEnabled val="1"/>
        </dgm:presLayoutVars>
      </dgm:prSet>
      <dgm:spPr/>
    </dgm:pt>
    <dgm:pt modelId="{7AEBD33D-D5A7-4C92-BD48-6B377D3132E1}" type="pres">
      <dgm:prSet presAssocID="{44466FFE-93A2-46AD-B745-46C7AFC287B8}" presName="negSibTrans" presStyleCnt="0"/>
      <dgm:spPr/>
    </dgm:pt>
    <dgm:pt modelId="{731D2799-6C81-4357-954B-D8F8BCCD65B8}" type="pres">
      <dgm:prSet presAssocID="{91AA2058-DA86-48CA-9286-6509096AF368}" presName="composite" presStyleCnt="0"/>
      <dgm:spPr/>
    </dgm:pt>
    <dgm:pt modelId="{0AA8684A-E21E-493A-8277-456D38D20E75}" type="pres">
      <dgm:prSet presAssocID="{91AA2058-DA86-48CA-9286-6509096AF368}" presName="Child" presStyleLbl="revTx" presStyleIdx="7" presStyleCnt="10">
        <dgm:presLayoutVars>
          <dgm:chMax val="0"/>
          <dgm:chPref val="0"/>
          <dgm:bulletEnabled val="1"/>
        </dgm:presLayoutVars>
      </dgm:prSet>
      <dgm:spPr/>
    </dgm:pt>
    <dgm:pt modelId="{D478A43A-09D2-49DD-B07D-574E0ABF0462}" type="pres">
      <dgm:prSet presAssocID="{5CF048AE-2ECB-40AB-9E6A-D81B419C7E7B}" presName="sibTrans" presStyleCnt="0"/>
      <dgm:spPr/>
    </dgm:pt>
    <dgm:pt modelId="{AEC0E225-F0D1-402B-94D0-F077BA6196A2}" type="pres">
      <dgm:prSet presAssocID="{2C12CB24-D729-427C-9255-396C441A3746}" presName="ParentComposite" presStyleCnt="0"/>
      <dgm:spPr/>
    </dgm:pt>
    <dgm:pt modelId="{956B1EE8-95A7-4EF5-9680-1DAD8672EAB6}" type="pres">
      <dgm:prSet presAssocID="{2C12CB24-D729-427C-9255-396C441A3746}" presName="Chord" presStyleLbl="bgShp" presStyleIdx="4" presStyleCnt="5"/>
      <dgm:spPr/>
    </dgm:pt>
    <dgm:pt modelId="{26B88C70-0583-45DC-B13D-A6A8479F7286}" type="pres">
      <dgm:prSet presAssocID="{2C12CB24-D729-427C-9255-396C441A3746}" presName="Pie" presStyleLbl="alignNode1" presStyleIdx="4" presStyleCnt="5"/>
      <dgm:spPr/>
    </dgm:pt>
    <dgm:pt modelId="{4BEB03C0-C5EF-4879-BAA9-7450E03DD6CB}" type="pres">
      <dgm:prSet presAssocID="{2C12CB24-D729-427C-9255-396C441A3746}" presName="Parent" presStyleLbl="revTx" presStyleIdx="8" presStyleCnt="10" custScaleY="149583" custLinFactNeighborX="-2002" custLinFactNeighborY="25359">
        <dgm:presLayoutVars>
          <dgm:chMax val="1"/>
          <dgm:chPref val="1"/>
          <dgm:bulletEnabled val="1"/>
        </dgm:presLayoutVars>
      </dgm:prSet>
      <dgm:spPr/>
    </dgm:pt>
    <dgm:pt modelId="{0D3439FF-56E3-48A4-8547-EEF8A6132784}" type="pres">
      <dgm:prSet presAssocID="{01E1CAF7-8AEC-4A56-855E-EDEE7E52E7E2}" presName="negSibTrans" presStyleCnt="0"/>
      <dgm:spPr/>
    </dgm:pt>
    <dgm:pt modelId="{B9CDC201-D788-476C-AE0C-5E6E7083622C}" type="pres">
      <dgm:prSet presAssocID="{2C12CB24-D729-427C-9255-396C441A3746}" presName="composite" presStyleCnt="0"/>
      <dgm:spPr/>
    </dgm:pt>
    <dgm:pt modelId="{BC885DEA-3301-42AC-B943-8652B319FD56}" type="pres">
      <dgm:prSet presAssocID="{2C12CB24-D729-427C-9255-396C441A3746}" presName="Child" presStyleLbl="revTx" presStyleIdx="9" presStyleCnt="10">
        <dgm:presLayoutVars>
          <dgm:chMax val="0"/>
          <dgm:chPref val="0"/>
          <dgm:bulletEnabled val="1"/>
        </dgm:presLayoutVars>
      </dgm:prSet>
      <dgm:spPr/>
    </dgm:pt>
  </dgm:ptLst>
  <dgm:cxnLst>
    <dgm:cxn modelId="{3496C100-ED37-4927-87A3-29ACD03BEB15}" type="presOf" srcId="{2C12CB24-D729-427C-9255-396C441A3746}" destId="{4BEB03C0-C5EF-4879-BAA9-7450E03DD6CB}" srcOrd="0" destOrd="0" presId="urn:microsoft.com/office/officeart/2009/3/layout/PieProcess"/>
    <dgm:cxn modelId="{8C420603-A9BE-4773-9D28-B426CFBB8C14}" srcId="{9F1DEDDB-F43D-4B38-AD56-F45277001217}" destId="{56271EC2-308A-4AC9-B723-13F58BF13006}" srcOrd="2" destOrd="0" parTransId="{9D3D2811-79E9-4894-A81F-379E2ED4BC41}" sibTransId="{84FB88A3-5195-4BF9-B2E8-47EBE3A3FDD1}"/>
    <dgm:cxn modelId="{88985B08-07C9-431D-8D32-97F73873F326}" type="presOf" srcId="{062947B3-7F64-420B-8E28-F12A111141EA}" destId="{FFEC2C32-61F0-439A-8BFA-A8C4525AD9B4}" srcOrd="0" destOrd="0" presId="urn:microsoft.com/office/officeart/2009/3/layout/PieProcess"/>
    <dgm:cxn modelId="{E8599A0A-1861-49A7-AA56-5C2C4BDE943F}" type="presOf" srcId="{BBEF8105-2D19-4675-926E-7A032DB0F659}" destId="{2B5FED47-D0BC-4090-B50F-F3C1453C5119}" srcOrd="0" destOrd="0" presId="urn:microsoft.com/office/officeart/2009/3/layout/PieProcess"/>
    <dgm:cxn modelId="{C802E90A-D1BD-4E9D-B79D-52C117C85937}" type="presOf" srcId="{ED92F431-2041-425A-8124-19CBA3ED8D78}" destId="{BC885DEA-3301-42AC-B943-8652B319FD56}" srcOrd="0" destOrd="0" presId="urn:microsoft.com/office/officeart/2009/3/layout/PieProcess"/>
    <dgm:cxn modelId="{D8D1CF2A-6F6F-4F03-92C5-35BC8D1F4179}" srcId="{2C12CB24-D729-427C-9255-396C441A3746}" destId="{58CAE9F8-36F8-4866-9F6E-AA59915CEE15}" srcOrd="2" destOrd="0" parTransId="{E34C0EB2-B80E-44A8-8E78-77BC65442AF7}" sibTransId="{1F4AF0DF-EB43-44EC-95D4-79C7E219259C}"/>
    <dgm:cxn modelId="{C886F932-0EAC-41B3-B84A-1EBEF0B8C6C0}" srcId="{63C9F89E-A16E-4979-BE78-EDC7548E7924}" destId="{062947B3-7F64-420B-8E28-F12A111141EA}" srcOrd="2" destOrd="0" parTransId="{F81A45D6-34AE-42B5-9F31-1D31DC5B1401}" sibTransId="{3A71E60C-058F-4BB8-95CB-7E922DAA0143}"/>
    <dgm:cxn modelId="{0D1CE836-D564-4BDA-AAE1-6C301DCF4D4F}" srcId="{062947B3-7F64-420B-8E28-F12A111141EA}" destId="{A4DE0A88-8F6E-4FA6-BC38-1AEB7DB78F05}" srcOrd="1" destOrd="0" parTransId="{327B71CA-7CCA-4D59-BBEF-6A5BD8048808}" sibTransId="{5DA5A13F-10AC-4BB7-A72A-7D9F24CE176B}"/>
    <dgm:cxn modelId="{EE3BAF45-9DF0-422E-9667-A505C143A590}" srcId="{BBEF8105-2D19-4675-926E-7A032DB0F659}" destId="{45A89BF3-5F34-4D3D-9D8F-1B5E53232CC7}" srcOrd="0" destOrd="0" parTransId="{73BE6F2B-544A-47BD-AE1C-31C06286300E}" sibTransId="{05A6ECB7-4EF5-4E60-97A6-CA85462E3FFD}"/>
    <dgm:cxn modelId="{9B8AE14A-F496-4478-910B-8877853F142A}" srcId="{9F1DEDDB-F43D-4B38-AD56-F45277001217}" destId="{4F4BEF24-9C5D-48F6-BD07-0649236ACAA6}" srcOrd="1" destOrd="0" parTransId="{31C0FD7B-14C5-4882-A073-DA5310D20B9C}" sibTransId="{D5FB3F6D-ECD6-441D-8E72-0B1EBE7C6ED1}"/>
    <dgm:cxn modelId="{4F83544D-3FDC-4BA4-84A8-03AFA38EABE3}" type="presOf" srcId="{45A89BF3-5F34-4D3D-9D8F-1B5E53232CC7}" destId="{312D67BA-37C5-4CB3-91F1-AA4F71D5535A}" srcOrd="0" destOrd="0" presId="urn:microsoft.com/office/officeart/2009/3/layout/PieProcess"/>
    <dgm:cxn modelId="{922AB66E-6387-4DC3-B71D-CAB7A56169F8}" srcId="{63C9F89E-A16E-4979-BE78-EDC7548E7924}" destId="{9F1DEDDB-F43D-4B38-AD56-F45277001217}" srcOrd="0" destOrd="0" parTransId="{C839ED7B-919D-42EA-9C88-B33D4EA3DEF3}" sibTransId="{07F5540E-9431-4038-B920-8B274AC5E908}"/>
    <dgm:cxn modelId="{FF433E70-13AF-4DE6-BFD6-A8AD9CEA1D95}" srcId="{91AA2058-DA86-48CA-9286-6509096AF368}" destId="{3DAD7299-4EBE-4237-8605-5FBF3783D54B}" srcOrd="1" destOrd="0" parTransId="{45B5D46D-252F-4D44-8771-40799E5C3EBE}" sibTransId="{E5E76BD6-70F1-415A-B766-30B00EEA7F64}"/>
    <dgm:cxn modelId="{EE502E51-BEF6-4BE1-9683-1A4DE00697BE}" type="presOf" srcId="{63C9F89E-A16E-4979-BE78-EDC7548E7924}" destId="{57A5834F-30E6-42C2-8FE0-11B2071066CF}" srcOrd="0" destOrd="0" presId="urn:microsoft.com/office/officeart/2009/3/layout/PieProcess"/>
    <dgm:cxn modelId="{ABE61E55-4419-43D0-B10F-CA7D74BE6869}" type="presOf" srcId="{C5748167-41CE-4EEA-8581-EAA358F4A95E}" destId="{312D67BA-37C5-4CB3-91F1-AA4F71D5535A}" srcOrd="0" destOrd="1" presId="urn:microsoft.com/office/officeart/2009/3/layout/PieProcess"/>
    <dgm:cxn modelId="{5979AE7A-2296-4738-8D9E-B21998E3F1B6}" srcId="{062947B3-7F64-420B-8E28-F12A111141EA}" destId="{BBE15510-59FE-45C6-B258-03EFD46511E6}" srcOrd="0" destOrd="0" parTransId="{707E7854-45FB-401A-A73A-AF3C87C9CB87}" sibTransId="{FA859FCD-19E7-409F-A22B-B1B74C429959}"/>
    <dgm:cxn modelId="{464E158C-B5FC-4F82-9FCF-7D97D4458243}" type="presOf" srcId="{A4DE0A88-8F6E-4FA6-BC38-1AEB7DB78F05}" destId="{B93D4B10-24E2-4D93-8E0D-666B54360FCA}" srcOrd="0" destOrd="1" presId="urn:microsoft.com/office/officeart/2009/3/layout/PieProcess"/>
    <dgm:cxn modelId="{A618328D-FC1C-4A04-BB5F-CDE31F8DAA44}" type="presOf" srcId="{62E8C357-F57D-4F23-AEA2-A9CB2BED49EE}" destId="{21A32C40-8EEF-42B6-8165-A515387BB82A}" srcOrd="0" destOrd="0" presId="urn:microsoft.com/office/officeart/2009/3/layout/PieProcess"/>
    <dgm:cxn modelId="{14017190-A895-4F59-9BA5-FB45A26F5E61}" type="presOf" srcId="{BBE15510-59FE-45C6-B258-03EFD46511E6}" destId="{B93D4B10-24E2-4D93-8E0D-666B54360FCA}" srcOrd="0" destOrd="0" presId="urn:microsoft.com/office/officeart/2009/3/layout/PieProcess"/>
    <dgm:cxn modelId="{5A154199-DAC2-4799-AA2A-6F4B70C146D1}" srcId="{9F1DEDDB-F43D-4B38-AD56-F45277001217}" destId="{62E8C357-F57D-4F23-AEA2-A9CB2BED49EE}" srcOrd="0" destOrd="0" parTransId="{DAEBA143-EB17-4291-8D10-9C7467E34984}" sibTransId="{C74B2A7E-D402-4E56-9B1C-EDEF71EDD212}"/>
    <dgm:cxn modelId="{860C0B9B-7F4A-4487-BE83-4072CAF6EB5C}" srcId="{63C9F89E-A16E-4979-BE78-EDC7548E7924}" destId="{91AA2058-DA86-48CA-9286-6509096AF368}" srcOrd="3" destOrd="0" parTransId="{368B84A2-EA73-47F3-9AC2-ADE613158B96}" sibTransId="{5CF048AE-2ECB-40AB-9E6A-D81B419C7E7B}"/>
    <dgm:cxn modelId="{FF1DCAA4-6503-42A7-8224-A60333AB4E63}" type="presOf" srcId="{58CAE9F8-36F8-4866-9F6E-AA59915CEE15}" destId="{BC885DEA-3301-42AC-B943-8652B319FD56}" srcOrd="0" destOrd="2" presId="urn:microsoft.com/office/officeart/2009/3/layout/PieProcess"/>
    <dgm:cxn modelId="{20A8D5A7-CD4B-47F3-B683-F250CE776E01}" srcId="{062947B3-7F64-420B-8E28-F12A111141EA}" destId="{4935F946-349D-48E0-9166-608DEB366115}" srcOrd="2" destOrd="0" parTransId="{A7C15F6E-59CA-4063-93A7-7698C73244C5}" sibTransId="{9BD5EA35-2781-4C2B-99D6-15221C154FF3}"/>
    <dgm:cxn modelId="{6C082DAE-18A0-4ADD-91D9-C20FA7A0C148}" srcId="{91AA2058-DA86-48CA-9286-6509096AF368}" destId="{C3AD86F8-235C-41FE-8444-CD27ED2F6B23}" srcOrd="0" destOrd="0" parTransId="{2E64B36E-93C7-4ACA-AF2D-4B2DCC5C508F}" sibTransId="{44466FFE-93A2-46AD-B745-46C7AFC287B8}"/>
    <dgm:cxn modelId="{EDEC9BAE-1D71-4A4E-B754-49E4C048F5BC}" type="presOf" srcId="{4F4BEF24-9C5D-48F6-BD07-0649236ACAA6}" destId="{21A32C40-8EEF-42B6-8165-A515387BB82A}" srcOrd="0" destOrd="1" presId="urn:microsoft.com/office/officeart/2009/3/layout/PieProcess"/>
    <dgm:cxn modelId="{0D234CB0-F448-48BB-B48E-79B07EC840B0}" type="presOf" srcId="{66AE5713-379A-4E58-A809-DD9EEBCC82A9}" destId="{0AA8684A-E21E-493A-8277-456D38D20E75}" srcOrd="0" destOrd="2" presId="urn:microsoft.com/office/officeart/2009/3/layout/PieProcess"/>
    <dgm:cxn modelId="{EE82A8C0-78F8-4FA5-B8FF-A255202E1568}" srcId="{91AA2058-DA86-48CA-9286-6509096AF368}" destId="{66AE5713-379A-4E58-A809-DD9EEBCC82A9}" srcOrd="2" destOrd="0" parTransId="{CA9E92C0-8EE7-4D09-B642-FB01E9B06847}" sibTransId="{AC30047E-8C38-4BD6-BF45-3EE5454935E9}"/>
    <dgm:cxn modelId="{2755FFC2-D4D7-42ED-8321-17057FA9C21B}" type="presOf" srcId="{4935F946-349D-48E0-9166-608DEB366115}" destId="{B93D4B10-24E2-4D93-8E0D-666B54360FCA}" srcOrd="0" destOrd="2" presId="urn:microsoft.com/office/officeart/2009/3/layout/PieProcess"/>
    <dgm:cxn modelId="{BFB64DC4-DB56-42A2-9BE1-393FA48AEB24}" srcId="{2C12CB24-D729-427C-9255-396C441A3746}" destId="{7943F339-FC2E-490C-9463-017D26259E1B}" srcOrd="1" destOrd="0" parTransId="{A201550B-92EF-4F6C-902D-916D6058755E}" sibTransId="{8C443A7B-2CD3-4FDF-8CF3-B2900B98AFCB}"/>
    <dgm:cxn modelId="{287A62C6-D045-4737-A25E-39818D714968}" type="presOf" srcId="{C3AD86F8-235C-41FE-8444-CD27ED2F6B23}" destId="{0AA8684A-E21E-493A-8277-456D38D20E75}" srcOrd="0" destOrd="0" presId="urn:microsoft.com/office/officeart/2009/3/layout/PieProcess"/>
    <dgm:cxn modelId="{A70F80C8-E8B0-4E66-9A36-B775F7A55ECE}" type="presOf" srcId="{3DAD7299-4EBE-4237-8605-5FBF3783D54B}" destId="{0AA8684A-E21E-493A-8277-456D38D20E75}" srcOrd="0" destOrd="1" presId="urn:microsoft.com/office/officeart/2009/3/layout/PieProcess"/>
    <dgm:cxn modelId="{B60520CC-A5D2-40E9-ABDE-3F9EE3B6B0D7}" srcId="{63C9F89E-A16E-4979-BE78-EDC7548E7924}" destId="{2C12CB24-D729-427C-9255-396C441A3746}" srcOrd="4" destOrd="0" parTransId="{41D4D703-9120-446D-A989-E560AB55119C}" sibTransId="{9E60D254-141C-4173-97E8-D7DA4FA560DE}"/>
    <dgm:cxn modelId="{7C6197D8-95D8-4C54-BDCE-E3877C98A110}" type="presOf" srcId="{7943F339-FC2E-490C-9463-017D26259E1B}" destId="{BC885DEA-3301-42AC-B943-8652B319FD56}" srcOrd="0" destOrd="1" presId="urn:microsoft.com/office/officeart/2009/3/layout/PieProcess"/>
    <dgm:cxn modelId="{9FA010DA-0D99-4059-AA89-DF8745D04BDC}" type="presOf" srcId="{56271EC2-308A-4AC9-B723-13F58BF13006}" destId="{21A32C40-8EEF-42B6-8165-A515387BB82A}" srcOrd="0" destOrd="2" presId="urn:microsoft.com/office/officeart/2009/3/layout/PieProcess"/>
    <dgm:cxn modelId="{CDB0B3E1-863F-4D92-9CED-E46C450ADF0F}" type="presOf" srcId="{9F1DEDDB-F43D-4B38-AD56-F45277001217}" destId="{0F8BC729-E460-464C-8652-17BB7319076D}" srcOrd="0" destOrd="0" presId="urn:microsoft.com/office/officeart/2009/3/layout/PieProcess"/>
    <dgm:cxn modelId="{6FB6EBE4-2286-4A9C-BAF4-51F20E5EAC72}" srcId="{BBEF8105-2D19-4675-926E-7A032DB0F659}" destId="{C5748167-41CE-4EEA-8581-EAA358F4A95E}" srcOrd="1" destOrd="0" parTransId="{27950D1F-B2BD-4161-BF73-91A03D108447}" sibTransId="{2D110E5C-7BA1-48D4-9B47-E78DF661A685}"/>
    <dgm:cxn modelId="{B1427BE5-9EAD-4796-8264-6270AA4DA45F}" srcId="{63C9F89E-A16E-4979-BE78-EDC7548E7924}" destId="{BBEF8105-2D19-4675-926E-7A032DB0F659}" srcOrd="1" destOrd="0" parTransId="{9028421F-BFB2-45E9-85F7-F04BF37652A4}" sibTransId="{E3BC2E84-D693-4FC9-BB44-16BC3B252EBC}"/>
    <dgm:cxn modelId="{84ACB2EF-606A-42E3-941D-B992651A2D25}" type="presOf" srcId="{91AA2058-DA86-48CA-9286-6509096AF368}" destId="{CBEB964A-CB7E-4628-B1BC-76932AF3F738}" srcOrd="0" destOrd="0" presId="urn:microsoft.com/office/officeart/2009/3/layout/PieProcess"/>
    <dgm:cxn modelId="{B8EEACF7-916D-48B6-AC23-D801A82CF745}" srcId="{2C12CB24-D729-427C-9255-396C441A3746}" destId="{ED92F431-2041-425A-8124-19CBA3ED8D78}" srcOrd="0" destOrd="0" parTransId="{AE8E049B-63B9-40E5-928D-0728B7C29257}" sibTransId="{01E1CAF7-8AEC-4A56-855E-EDEE7E52E7E2}"/>
    <dgm:cxn modelId="{80F2F162-AABD-4E7A-9730-83914A965B7F}" type="presParOf" srcId="{57A5834F-30E6-42C2-8FE0-11B2071066CF}" destId="{185E1B3C-0934-4C9D-9292-6CDE7C2DB36D}" srcOrd="0" destOrd="0" presId="urn:microsoft.com/office/officeart/2009/3/layout/PieProcess"/>
    <dgm:cxn modelId="{C79CFAEB-EA1B-4444-AF26-B21599DDB36E}" type="presParOf" srcId="{185E1B3C-0934-4C9D-9292-6CDE7C2DB36D}" destId="{1AC0C803-2FB4-478D-921A-6F79D4758880}" srcOrd="0" destOrd="0" presId="urn:microsoft.com/office/officeart/2009/3/layout/PieProcess"/>
    <dgm:cxn modelId="{1B3C6E7B-5D27-4225-A1A3-7B5C93AA2EF6}" type="presParOf" srcId="{185E1B3C-0934-4C9D-9292-6CDE7C2DB36D}" destId="{82AD3AD9-942F-410F-873A-A86C7E5AA5DA}" srcOrd="1" destOrd="0" presId="urn:microsoft.com/office/officeart/2009/3/layout/PieProcess"/>
    <dgm:cxn modelId="{FCB087AF-C51C-4A3B-835B-5E40BD82568F}" type="presParOf" srcId="{185E1B3C-0934-4C9D-9292-6CDE7C2DB36D}" destId="{0F8BC729-E460-464C-8652-17BB7319076D}" srcOrd="2" destOrd="0" presId="urn:microsoft.com/office/officeart/2009/3/layout/PieProcess"/>
    <dgm:cxn modelId="{E9A15B24-8630-430B-B7A9-306B125111A8}" type="presParOf" srcId="{57A5834F-30E6-42C2-8FE0-11B2071066CF}" destId="{ADD86A4C-7F9F-4877-A316-50E37E6B48DF}" srcOrd="1" destOrd="0" presId="urn:microsoft.com/office/officeart/2009/3/layout/PieProcess"/>
    <dgm:cxn modelId="{36032DAF-85E9-4AE2-BAAC-57FEE6E8BC78}" type="presParOf" srcId="{57A5834F-30E6-42C2-8FE0-11B2071066CF}" destId="{6E0D3378-032C-41CB-B67A-CF4692962403}" srcOrd="2" destOrd="0" presId="urn:microsoft.com/office/officeart/2009/3/layout/PieProcess"/>
    <dgm:cxn modelId="{86616D35-C64D-4687-B8EA-77FEC9545CD3}" type="presParOf" srcId="{6E0D3378-032C-41CB-B67A-CF4692962403}" destId="{21A32C40-8EEF-42B6-8165-A515387BB82A}" srcOrd="0" destOrd="0" presId="urn:microsoft.com/office/officeart/2009/3/layout/PieProcess"/>
    <dgm:cxn modelId="{B8D82CA0-2F82-4E17-8FCC-A2FB19672B65}" type="presParOf" srcId="{57A5834F-30E6-42C2-8FE0-11B2071066CF}" destId="{4338FAA1-8FE5-4F61-B151-90F46FA93707}" srcOrd="3" destOrd="0" presId="urn:microsoft.com/office/officeart/2009/3/layout/PieProcess"/>
    <dgm:cxn modelId="{5EDA4599-6EBA-4468-A9A2-D9D9DC6F6715}" type="presParOf" srcId="{57A5834F-30E6-42C2-8FE0-11B2071066CF}" destId="{189C350F-EA9F-4931-BE22-58C31B30FA11}" srcOrd="4" destOrd="0" presId="urn:microsoft.com/office/officeart/2009/3/layout/PieProcess"/>
    <dgm:cxn modelId="{F5AE37B5-87E0-4A20-9840-E0E842CD8EC7}" type="presParOf" srcId="{189C350F-EA9F-4931-BE22-58C31B30FA11}" destId="{88821544-A52E-402C-A813-12DA7DB8BF17}" srcOrd="0" destOrd="0" presId="urn:microsoft.com/office/officeart/2009/3/layout/PieProcess"/>
    <dgm:cxn modelId="{19FEA50A-6A6C-48A0-84A7-9D25C90167A0}" type="presParOf" srcId="{189C350F-EA9F-4931-BE22-58C31B30FA11}" destId="{EA443CF2-2952-4E3E-AC88-A39A8455266F}" srcOrd="1" destOrd="0" presId="urn:microsoft.com/office/officeart/2009/3/layout/PieProcess"/>
    <dgm:cxn modelId="{242C9D3F-9D84-42B0-BB02-AAEF1F586C2A}" type="presParOf" srcId="{189C350F-EA9F-4931-BE22-58C31B30FA11}" destId="{2B5FED47-D0BC-4090-B50F-F3C1453C5119}" srcOrd="2" destOrd="0" presId="urn:microsoft.com/office/officeart/2009/3/layout/PieProcess"/>
    <dgm:cxn modelId="{CC9B7B10-E75B-45B8-88FA-8D7881EAF778}" type="presParOf" srcId="{57A5834F-30E6-42C2-8FE0-11B2071066CF}" destId="{6BC94B11-46C4-491B-8CF7-9E62AF8B63C8}" srcOrd="5" destOrd="0" presId="urn:microsoft.com/office/officeart/2009/3/layout/PieProcess"/>
    <dgm:cxn modelId="{20A3D97E-04C5-4127-B37B-22577937A25E}" type="presParOf" srcId="{57A5834F-30E6-42C2-8FE0-11B2071066CF}" destId="{EA79D781-D8F8-45BF-8C1A-D4897B61DA9F}" srcOrd="6" destOrd="0" presId="urn:microsoft.com/office/officeart/2009/3/layout/PieProcess"/>
    <dgm:cxn modelId="{92ACFE3C-D5CD-4C1F-9A14-D35A7BDB0CC6}" type="presParOf" srcId="{EA79D781-D8F8-45BF-8C1A-D4897B61DA9F}" destId="{312D67BA-37C5-4CB3-91F1-AA4F71D5535A}" srcOrd="0" destOrd="0" presId="urn:microsoft.com/office/officeart/2009/3/layout/PieProcess"/>
    <dgm:cxn modelId="{C2F6FC63-1DD7-4E61-A91B-8F5E4DB48747}" type="presParOf" srcId="{57A5834F-30E6-42C2-8FE0-11B2071066CF}" destId="{82809296-A13E-43EE-BA0A-843F2C067912}" srcOrd="7" destOrd="0" presId="urn:microsoft.com/office/officeart/2009/3/layout/PieProcess"/>
    <dgm:cxn modelId="{9A339FD3-CBEB-434F-8B7B-3A7D945F25D3}" type="presParOf" srcId="{57A5834F-30E6-42C2-8FE0-11B2071066CF}" destId="{AA460436-C649-4633-A94A-5D03E2038F41}" srcOrd="8" destOrd="0" presId="urn:microsoft.com/office/officeart/2009/3/layout/PieProcess"/>
    <dgm:cxn modelId="{5DCF12C3-479D-4318-B709-CE2F1B04719F}" type="presParOf" srcId="{AA460436-C649-4633-A94A-5D03E2038F41}" destId="{868FC43A-EE37-4CAD-8342-05AD88D5DFE3}" srcOrd="0" destOrd="0" presId="urn:microsoft.com/office/officeart/2009/3/layout/PieProcess"/>
    <dgm:cxn modelId="{424D7E8C-1715-4715-8A13-968C05D9EBFF}" type="presParOf" srcId="{AA460436-C649-4633-A94A-5D03E2038F41}" destId="{6F1D1290-48E2-43B7-B9FF-13B558593985}" srcOrd="1" destOrd="0" presId="urn:microsoft.com/office/officeart/2009/3/layout/PieProcess"/>
    <dgm:cxn modelId="{4D4473A9-CB8C-4F02-9341-DD621E6A8230}" type="presParOf" srcId="{AA460436-C649-4633-A94A-5D03E2038F41}" destId="{FFEC2C32-61F0-439A-8BFA-A8C4525AD9B4}" srcOrd="2" destOrd="0" presId="urn:microsoft.com/office/officeart/2009/3/layout/PieProcess"/>
    <dgm:cxn modelId="{8FBDA2EB-2FB5-43D5-BD03-F81DFB873FBD}" type="presParOf" srcId="{57A5834F-30E6-42C2-8FE0-11B2071066CF}" destId="{075220A6-C388-4CA7-9B4F-C56C6D04E36B}" srcOrd="9" destOrd="0" presId="urn:microsoft.com/office/officeart/2009/3/layout/PieProcess"/>
    <dgm:cxn modelId="{0A8D0F51-CD5E-4E8F-BFC8-19B2313A2E0B}" type="presParOf" srcId="{57A5834F-30E6-42C2-8FE0-11B2071066CF}" destId="{A7796A2B-7BC2-4C67-9BA7-D20DC43CFF01}" srcOrd="10" destOrd="0" presId="urn:microsoft.com/office/officeart/2009/3/layout/PieProcess"/>
    <dgm:cxn modelId="{7CF2E54A-51AF-4498-A4A5-EA58727CD802}" type="presParOf" srcId="{A7796A2B-7BC2-4C67-9BA7-D20DC43CFF01}" destId="{B93D4B10-24E2-4D93-8E0D-666B54360FCA}" srcOrd="0" destOrd="0" presId="urn:microsoft.com/office/officeart/2009/3/layout/PieProcess"/>
    <dgm:cxn modelId="{0B97A479-8189-483C-B56E-7DC82ABFD9DF}" type="presParOf" srcId="{57A5834F-30E6-42C2-8FE0-11B2071066CF}" destId="{C5589636-5D3A-4A95-82BB-016F89E3421E}" srcOrd="11" destOrd="0" presId="urn:microsoft.com/office/officeart/2009/3/layout/PieProcess"/>
    <dgm:cxn modelId="{AD77DE58-E524-4FB2-A9AE-7D375FCCE075}" type="presParOf" srcId="{57A5834F-30E6-42C2-8FE0-11B2071066CF}" destId="{729E438D-5182-408E-81BD-CF125665A312}" srcOrd="12" destOrd="0" presId="urn:microsoft.com/office/officeart/2009/3/layout/PieProcess"/>
    <dgm:cxn modelId="{1B9FD11D-B3AA-4BC2-8582-BF2BDE5C92DE}" type="presParOf" srcId="{729E438D-5182-408E-81BD-CF125665A312}" destId="{1C5D1002-FABA-43AD-96E3-B1BBF1337EE9}" srcOrd="0" destOrd="0" presId="urn:microsoft.com/office/officeart/2009/3/layout/PieProcess"/>
    <dgm:cxn modelId="{55F64B41-0DAF-46D4-A9CD-834DB7217BD6}" type="presParOf" srcId="{729E438D-5182-408E-81BD-CF125665A312}" destId="{2CB74AE7-CD99-41EB-840A-3F61FB9F5D7B}" srcOrd="1" destOrd="0" presId="urn:microsoft.com/office/officeart/2009/3/layout/PieProcess"/>
    <dgm:cxn modelId="{944AC0B0-2B92-4B85-936C-38EE81DB9C13}" type="presParOf" srcId="{729E438D-5182-408E-81BD-CF125665A312}" destId="{CBEB964A-CB7E-4628-B1BC-76932AF3F738}" srcOrd="2" destOrd="0" presId="urn:microsoft.com/office/officeart/2009/3/layout/PieProcess"/>
    <dgm:cxn modelId="{1785C1AC-5D16-46EA-B6D1-2C937FA2EBA2}" type="presParOf" srcId="{57A5834F-30E6-42C2-8FE0-11B2071066CF}" destId="{7AEBD33D-D5A7-4C92-BD48-6B377D3132E1}" srcOrd="13" destOrd="0" presId="urn:microsoft.com/office/officeart/2009/3/layout/PieProcess"/>
    <dgm:cxn modelId="{A4196DCC-D59F-4DE3-B44A-01C67CBA954A}" type="presParOf" srcId="{57A5834F-30E6-42C2-8FE0-11B2071066CF}" destId="{731D2799-6C81-4357-954B-D8F8BCCD65B8}" srcOrd="14" destOrd="0" presId="urn:microsoft.com/office/officeart/2009/3/layout/PieProcess"/>
    <dgm:cxn modelId="{7032D328-29D9-4F1A-94E0-B6633508193B}" type="presParOf" srcId="{731D2799-6C81-4357-954B-D8F8BCCD65B8}" destId="{0AA8684A-E21E-493A-8277-456D38D20E75}" srcOrd="0" destOrd="0" presId="urn:microsoft.com/office/officeart/2009/3/layout/PieProcess"/>
    <dgm:cxn modelId="{E4B8082A-E527-4829-93A5-CF5E2DBB03AE}" type="presParOf" srcId="{57A5834F-30E6-42C2-8FE0-11B2071066CF}" destId="{D478A43A-09D2-49DD-B07D-574E0ABF0462}" srcOrd="15" destOrd="0" presId="urn:microsoft.com/office/officeart/2009/3/layout/PieProcess"/>
    <dgm:cxn modelId="{D3940376-FE72-4BA9-9E18-663F3D2FF5A7}" type="presParOf" srcId="{57A5834F-30E6-42C2-8FE0-11B2071066CF}" destId="{AEC0E225-F0D1-402B-94D0-F077BA6196A2}" srcOrd="16" destOrd="0" presId="urn:microsoft.com/office/officeart/2009/3/layout/PieProcess"/>
    <dgm:cxn modelId="{7254863B-CC6E-4A44-AA0C-E458BF00FCE3}" type="presParOf" srcId="{AEC0E225-F0D1-402B-94D0-F077BA6196A2}" destId="{956B1EE8-95A7-4EF5-9680-1DAD8672EAB6}" srcOrd="0" destOrd="0" presId="urn:microsoft.com/office/officeart/2009/3/layout/PieProcess"/>
    <dgm:cxn modelId="{032358C6-96FB-4EF0-A965-7ACA1B90C126}" type="presParOf" srcId="{AEC0E225-F0D1-402B-94D0-F077BA6196A2}" destId="{26B88C70-0583-45DC-B13D-A6A8479F7286}" srcOrd="1" destOrd="0" presId="urn:microsoft.com/office/officeart/2009/3/layout/PieProcess"/>
    <dgm:cxn modelId="{FF80D782-CB16-4B7E-AA23-E0060408F1D3}" type="presParOf" srcId="{AEC0E225-F0D1-402B-94D0-F077BA6196A2}" destId="{4BEB03C0-C5EF-4879-BAA9-7450E03DD6CB}" srcOrd="2" destOrd="0" presId="urn:microsoft.com/office/officeart/2009/3/layout/PieProcess"/>
    <dgm:cxn modelId="{AA672506-F0B1-4844-B80C-4F2D5FF94AAF}" type="presParOf" srcId="{57A5834F-30E6-42C2-8FE0-11B2071066CF}" destId="{0D3439FF-56E3-48A4-8547-EEF8A6132784}" srcOrd="17" destOrd="0" presId="urn:microsoft.com/office/officeart/2009/3/layout/PieProcess"/>
    <dgm:cxn modelId="{4A4E77F0-689D-404E-A77F-DC89B4A54A0C}" type="presParOf" srcId="{57A5834F-30E6-42C2-8FE0-11B2071066CF}" destId="{B9CDC201-D788-476C-AE0C-5E6E7083622C}" srcOrd="18" destOrd="0" presId="urn:microsoft.com/office/officeart/2009/3/layout/PieProcess"/>
    <dgm:cxn modelId="{4DFA948C-B7C1-4588-979E-714F0E951246}" type="presParOf" srcId="{B9CDC201-D788-476C-AE0C-5E6E7083622C}" destId="{BC885DEA-3301-42AC-B943-8652B319FD56}" srcOrd="0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C3A8DFE-B9A5-4ED9-AB88-C34E6D6D39F6}" type="doc">
      <dgm:prSet loTypeId="urn:microsoft.com/office/officeart/2009/3/layout/OpposingIdeas" loCatId="relationship" qsTypeId="urn:microsoft.com/office/officeart/2005/8/quickstyle/3d1" qsCatId="3D" csTypeId="urn:microsoft.com/office/officeart/2005/8/colors/accent0_1" csCatId="mainScheme" phldr="1"/>
      <dgm:spPr/>
      <dgm:t>
        <a:bodyPr/>
        <a:lstStyle/>
        <a:p>
          <a:endParaRPr lang="en-IN"/>
        </a:p>
      </dgm:t>
    </dgm:pt>
    <dgm:pt modelId="{853D2CF3-6FAE-4C3B-B366-FAD85876685E}">
      <dgm:prSet phldrT="[Text]" custT="1"/>
      <dgm:spPr/>
      <dgm:t>
        <a:bodyPr/>
        <a:lstStyle/>
        <a:p>
          <a:r>
            <a:rPr lang="en-US" sz="2800" dirty="0"/>
            <a:t>C++ Programming</a:t>
          </a:r>
          <a:endParaRPr lang="en-IN" sz="2800" dirty="0"/>
        </a:p>
      </dgm:t>
    </dgm:pt>
    <dgm:pt modelId="{C0B21167-1EC0-4696-A023-02700F7ECA81}" type="parTrans" cxnId="{C366A9D7-6873-47C3-B5CC-FE3E9533A984}">
      <dgm:prSet/>
      <dgm:spPr/>
      <dgm:t>
        <a:bodyPr/>
        <a:lstStyle/>
        <a:p>
          <a:endParaRPr lang="en-IN"/>
        </a:p>
      </dgm:t>
    </dgm:pt>
    <dgm:pt modelId="{77C65AF5-CA85-4898-B06F-77B87A6AB0C2}" type="sibTrans" cxnId="{C366A9D7-6873-47C3-B5CC-FE3E9533A984}">
      <dgm:prSet/>
      <dgm:spPr/>
      <dgm:t>
        <a:bodyPr/>
        <a:lstStyle/>
        <a:p>
          <a:endParaRPr lang="en-IN"/>
        </a:p>
      </dgm:t>
    </dgm:pt>
    <dgm:pt modelId="{408AC1ED-9870-4C94-A3DF-12DC7D46C471}">
      <dgm:prSet phldrT="[Text]" custT="1"/>
      <dgm:spPr/>
      <dgm:t>
        <a:bodyPr/>
        <a:lstStyle/>
        <a:p>
          <a:r>
            <a:rPr lang="en-IN" sz="1600" dirty="0"/>
            <a:t>Multi-paradigm (Procedural + OOP)</a:t>
          </a:r>
        </a:p>
      </dgm:t>
    </dgm:pt>
    <dgm:pt modelId="{D3077524-1705-4AF3-9096-E72030041D4C}" type="parTrans" cxnId="{0776353D-B8EE-4F82-B54B-A2CE2AD1492F}">
      <dgm:prSet/>
      <dgm:spPr/>
      <dgm:t>
        <a:bodyPr/>
        <a:lstStyle/>
        <a:p>
          <a:endParaRPr lang="en-IN"/>
        </a:p>
      </dgm:t>
    </dgm:pt>
    <dgm:pt modelId="{163E5CCF-E384-47B9-AB30-CB791DE1FE70}" type="sibTrans" cxnId="{0776353D-B8EE-4F82-B54B-A2CE2AD1492F}">
      <dgm:prSet/>
      <dgm:spPr/>
      <dgm:t>
        <a:bodyPr/>
        <a:lstStyle/>
        <a:p>
          <a:endParaRPr lang="en-IN"/>
        </a:p>
      </dgm:t>
    </dgm:pt>
    <dgm:pt modelId="{1DDC3056-9CBE-45DC-8DAC-0D06F904A6CE}">
      <dgm:prSet phldrT="[Text]" custT="1"/>
      <dgm:spPr/>
      <dgm:t>
        <a:bodyPr/>
        <a:lstStyle/>
        <a:p>
          <a:r>
            <a:rPr lang="en-US" sz="2800" dirty="0"/>
            <a:t>C Programming</a:t>
          </a:r>
          <a:endParaRPr lang="en-IN" sz="2800" dirty="0"/>
        </a:p>
      </dgm:t>
    </dgm:pt>
    <dgm:pt modelId="{6995D3CB-DE5A-4410-B010-E8C7783928BE}" type="parTrans" cxnId="{A2DA235E-A10D-4033-9747-427EDA6CFD35}">
      <dgm:prSet/>
      <dgm:spPr/>
      <dgm:t>
        <a:bodyPr/>
        <a:lstStyle/>
        <a:p>
          <a:endParaRPr lang="en-IN"/>
        </a:p>
      </dgm:t>
    </dgm:pt>
    <dgm:pt modelId="{A39FE09E-F57B-41E4-94AE-92700FA45F6A}" type="sibTrans" cxnId="{A2DA235E-A10D-4033-9747-427EDA6CFD35}">
      <dgm:prSet/>
      <dgm:spPr/>
      <dgm:t>
        <a:bodyPr/>
        <a:lstStyle/>
        <a:p>
          <a:endParaRPr lang="en-IN"/>
        </a:p>
      </dgm:t>
    </dgm:pt>
    <dgm:pt modelId="{90DA3236-4712-4E8B-B19C-1779672AF66B}">
      <dgm:prSet phldrT="[Text]" custT="1"/>
      <dgm:spPr/>
      <dgm:t>
        <a:bodyPr/>
        <a:lstStyle/>
        <a:p>
          <a:r>
            <a:rPr lang="en-IN" sz="1600" dirty="0"/>
            <a:t>Procedural language</a:t>
          </a:r>
        </a:p>
      </dgm:t>
    </dgm:pt>
    <dgm:pt modelId="{7361F90D-FDA1-40B4-88C3-3F1AA394EE61}" type="parTrans" cxnId="{8253EB23-AAA9-46B9-9335-E39F6D9EE039}">
      <dgm:prSet/>
      <dgm:spPr/>
      <dgm:t>
        <a:bodyPr/>
        <a:lstStyle/>
        <a:p>
          <a:endParaRPr lang="en-IN"/>
        </a:p>
      </dgm:t>
    </dgm:pt>
    <dgm:pt modelId="{1F8AFF07-ADA3-41F6-8CDA-2743998A9577}" type="sibTrans" cxnId="{8253EB23-AAA9-46B9-9335-E39F6D9EE039}">
      <dgm:prSet/>
      <dgm:spPr/>
      <dgm:t>
        <a:bodyPr/>
        <a:lstStyle/>
        <a:p>
          <a:endParaRPr lang="en-IN"/>
        </a:p>
      </dgm:t>
    </dgm:pt>
    <dgm:pt modelId="{84302EF7-B082-4D27-8F32-DD94E684EBBF}">
      <dgm:prSet phldrT="[Text]" custT="1"/>
      <dgm:spPr/>
      <dgm:t>
        <a:bodyPr/>
        <a:lstStyle/>
        <a:p>
          <a:r>
            <a:rPr lang="en-IN" sz="1600" dirty="0"/>
            <a:t>Supports encapsulation (via classes)</a:t>
          </a:r>
        </a:p>
      </dgm:t>
    </dgm:pt>
    <dgm:pt modelId="{7E18BB0D-8F84-4FF8-889E-F015D5F85332}" type="parTrans" cxnId="{0C1432BD-F656-41A7-A19D-DF25C8E90348}">
      <dgm:prSet/>
      <dgm:spPr/>
      <dgm:t>
        <a:bodyPr/>
        <a:lstStyle/>
        <a:p>
          <a:endParaRPr lang="en-IN"/>
        </a:p>
      </dgm:t>
    </dgm:pt>
    <dgm:pt modelId="{1FDDD70B-1D78-4F1D-A932-935D02B690DB}" type="sibTrans" cxnId="{0C1432BD-F656-41A7-A19D-DF25C8E90348}">
      <dgm:prSet/>
      <dgm:spPr/>
      <dgm:t>
        <a:bodyPr/>
        <a:lstStyle/>
        <a:p>
          <a:endParaRPr lang="en-IN"/>
        </a:p>
      </dgm:t>
    </dgm:pt>
    <dgm:pt modelId="{A8A0A69A-C5C8-40B6-81E8-957E17B1D839}">
      <dgm:prSet phldrT="[Text]" custT="1"/>
      <dgm:spPr/>
      <dgm:t>
        <a:bodyPr/>
        <a:lstStyle/>
        <a:p>
          <a:r>
            <a:rPr lang="en-US" sz="1600" dirty="0"/>
            <a:t>Supports Function &amp; Operator Overloading</a:t>
          </a:r>
          <a:endParaRPr lang="en-IN" sz="1600" dirty="0"/>
        </a:p>
      </dgm:t>
    </dgm:pt>
    <dgm:pt modelId="{405BCD2E-DCF7-4E34-9C1E-BC3FD7E5304E}" type="parTrans" cxnId="{758AFFD3-57AA-4456-9926-92D71C0C2C41}">
      <dgm:prSet/>
      <dgm:spPr/>
      <dgm:t>
        <a:bodyPr/>
        <a:lstStyle/>
        <a:p>
          <a:endParaRPr lang="en-IN"/>
        </a:p>
      </dgm:t>
    </dgm:pt>
    <dgm:pt modelId="{B4A69E8A-F750-4F1A-AA6D-A782D8553A80}" type="sibTrans" cxnId="{758AFFD3-57AA-4456-9926-92D71C0C2C41}">
      <dgm:prSet/>
      <dgm:spPr/>
      <dgm:t>
        <a:bodyPr/>
        <a:lstStyle/>
        <a:p>
          <a:endParaRPr lang="en-IN"/>
        </a:p>
      </dgm:t>
    </dgm:pt>
    <dgm:pt modelId="{485DF7B0-45B7-463E-B398-BBF68C838E4C}">
      <dgm:prSet phldrT="[Text]" custT="1"/>
      <dgm:spPr/>
      <dgm:t>
        <a:bodyPr/>
        <a:lstStyle/>
        <a:p>
          <a:r>
            <a:rPr lang="en-US" sz="1600" dirty="0"/>
            <a:t>Supports Templates</a:t>
          </a:r>
          <a:endParaRPr lang="en-IN" sz="1600" dirty="0"/>
        </a:p>
      </dgm:t>
    </dgm:pt>
    <dgm:pt modelId="{C64A7639-3D96-4FEA-B5D1-8E7DB56926CD}" type="parTrans" cxnId="{86F9FCAF-06E8-44B9-9F4B-23A75317C5B4}">
      <dgm:prSet/>
      <dgm:spPr/>
      <dgm:t>
        <a:bodyPr/>
        <a:lstStyle/>
        <a:p>
          <a:endParaRPr lang="en-IN"/>
        </a:p>
      </dgm:t>
    </dgm:pt>
    <dgm:pt modelId="{5DD40AAB-AD85-4C7A-849B-C2E4DDB6D7ED}" type="sibTrans" cxnId="{86F9FCAF-06E8-44B9-9F4B-23A75317C5B4}">
      <dgm:prSet/>
      <dgm:spPr/>
      <dgm:t>
        <a:bodyPr/>
        <a:lstStyle/>
        <a:p>
          <a:endParaRPr lang="en-IN"/>
        </a:p>
      </dgm:t>
    </dgm:pt>
    <dgm:pt modelId="{DD2611A3-16B9-4221-BDDE-24EF5AECBB57}">
      <dgm:prSet phldrT="[Text]" custT="1"/>
      <dgm:spPr/>
      <dgm:t>
        <a:bodyPr/>
        <a:lstStyle/>
        <a:p>
          <a:r>
            <a:rPr lang="en-US" sz="1600" dirty="0"/>
            <a:t>Uses namespaces to avoid name clashes</a:t>
          </a:r>
          <a:endParaRPr lang="en-IN" sz="1600" dirty="0"/>
        </a:p>
      </dgm:t>
    </dgm:pt>
    <dgm:pt modelId="{C0E8C3C7-9CCF-4825-ACE9-D08E7CC49B31}" type="parTrans" cxnId="{C4A6D21D-15F5-4502-97B9-EDC713340029}">
      <dgm:prSet/>
      <dgm:spPr/>
      <dgm:t>
        <a:bodyPr/>
        <a:lstStyle/>
        <a:p>
          <a:endParaRPr lang="en-IN"/>
        </a:p>
      </dgm:t>
    </dgm:pt>
    <dgm:pt modelId="{2F501A8C-2218-4301-BA15-FC6E28FAFDE8}" type="sibTrans" cxnId="{C4A6D21D-15F5-4502-97B9-EDC713340029}">
      <dgm:prSet/>
      <dgm:spPr/>
      <dgm:t>
        <a:bodyPr/>
        <a:lstStyle/>
        <a:p>
          <a:endParaRPr lang="en-IN"/>
        </a:p>
      </dgm:t>
    </dgm:pt>
    <dgm:pt modelId="{9F15C910-9755-4DAB-A2DA-1853FB1EC389}">
      <dgm:prSet phldrT="[Text]" custT="1"/>
      <dgm:spPr/>
      <dgm:t>
        <a:bodyPr/>
        <a:lstStyle/>
        <a:p>
          <a:r>
            <a:rPr lang="en-US" sz="1600" dirty="0"/>
            <a:t>Close to real world modeling</a:t>
          </a:r>
          <a:endParaRPr lang="en-IN" sz="1600" dirty="0"/>
        </a:p>
      </dgm:t>
    </dgm:pt>
    <dgm:pt modelId="{25EED9C6-98C1-49AA-81B7-8AE41B4D38DE}" type="parTrans" cxnId="{116319E9-4FAD-4736-B72F-5619212D8E67}">
      <dgm:prSet/>
      <dgm:spPr/>
      <dgm:t>
        <a:bodyPr/>
        <a:lstStyle/>
        <a:p>
          <a:endParaRPr lang="en-IN"/>
        </a:p>
      </dgm:t>
    </dgm:pt>
    <dgm:pt modelId="{DB9D7DD7-FDBA-4499-88CF-AB49AC035FE4}" type="sibTrans" cxnId="{116319E9-4FAD-4736-B72F-5619212D8E67}">
      <dgm:prSet/>
      <dgm:spPr/>
      <dgm:t>
        <a:bodyPr/>
        <a:lstStyle/>
        <a:p>
          <a:endParaRPr lang="en-IN"/>
        </a:p>
      </dgm:t>
    </dgm:pt>
    <dgm:pt modelId="{F5752FDE-EA35-432D-8AA5-53604E9BBA4D}">
      <dgm:prSet phldrT="[Text]" custT="1"/>
      <dgm:spPr/>
      <dgm:t>
        <a:bodyPr/>
        <a:lstStyle/>
        <a:p>
          <a:r>
            <a:rPr lang="en-US" sz="1600" dirty="0"/>
            <a:t>Used for both system and application level development</a:t>
          </a:r>
          <a:endParaRPr lang="en-IN" sz="1600" dirty="0"/>
        </a:p>
      </dgm:t>
    </dgm:pt>
    <dgm:pt modelId="{8DA13FBB-464B-4B2A-81F8-5F0E0B830FC9}" type="parTrans" cxnId="{883611FC-EB05-4B77-B7A4-22C5B3039F25}">
      <dgm:prSet/>
      <dgm:spPr/>
      <dgm:t>
        <a:bodyPr/>
        <a:lstStyle/>
        <a:p>
          <a:endParaRPr lang="en-IN"/>
        </a:p>
      </dgm:t>
    </dgm:pt>
    <dgm:pt modelId="{B228AAFE-5817-4E73-995E-1D54FD8F6E57}" type="sibTrans" cxnId="{883611FC-EB05-4B77-B7A4-22C5B3039F25}">
      <dgm:prSet/>
      <dgm:spPr/>
      <dgm:t>
        <a:bodyPr/>
        <a:lstStyle/>
        <a:p>
          <a:endParaRPr lang="en-IN"/>
        </a:p>
      </dgm:t>
    </dgm:pt>
    <dgm:pt modelId="{4024F095-C918-49AD-9803-5174B48F69E3}">
      <dgm:prSet phldrT="[Text]" custT="1"/>
      <dgm:spPr/>
      <dgm:t>
        <a:bodyPr/>
        <a:lstStyle/>
        <a:p>
          <a:r>
            <a:rPr lang="en-IN" sz="1600" dirty="0"/>
            <a:t>No encapsulation</a:t>
          </a:r>
        </a:p>
      </dgm:t>
    </dgm:pt>
    <dgm:pt modelId="{2D221C86-6AED-416E-B689-44E26A67DD50}" type="parTrans" cxnId="{89B3CA70-3077-4C4C-8F8D-36E0CA5623CD}">
      <dgm:prSet/>
      <dgm:spPr/>
      <dgm:t>
        <a:bodyPr/>
        <a:lstStyle/>
        <a:p>
          <a:endParaRPr lang="en-IN"/>
        </a:p>
      </dgm:t>
    </dgm:pt>
    <dgm:pt modelId="{1944CC79-46AF-4DB2-A8E3-20EFCB4198FE}" type="sibTrans" cxnId="{89B3CA70-3077-4C4C-8F8D-36E0CA5623CD}">
      <dgm:prSet/>
      <dgm:spPr/>
      <dgm:t>
        <a:bodyPr/>
        <a:lstStyle/>
        <a:p>
          <a:endParaRPr lang="en-IN"/>
        </a:p>
      </dgm:t>
    </dgm:pt>
    <dgm:pt modelId="{F1F7BE72-8B25-4503-A807-59718A42114E}">
      <dgm:prSet phldrT="[Text]" custT="1"/>
      <dgm:spPr/>
      <dgm:t>
        <a:bodyPr/>
        <a:lstStyle/>
        <a:p>
          <a:r>
            <a:rPr lang="en-IN" sz="1600" dirty="0"/>
            <a:t>No function/operator overloading</a:t>
          </a:r>
        </a:p>
      </dgm:t>
    </dgm:pt>
    <dgm:pt modelId="{2EDF99F9-1CCE-4366-9E4A-68E6C0125A18}" type="parTrans" cxnId="{97B71F56-19DF-47F7-9F4D-534360A888DA}">
      <dgm:prSet/>
      <dgm:spPr/>
      <dgm:t>
        <a:bodyPr/>
        <a:lstStyle/>
        <a:p>
          <a:endParaRPr lang="en-IN"/>
        </a:p>
      </dgm:t>
    </dgm:pt>
    <dgm:pt modelId="{7B4126E1-4DEF-41B8-98D9-FFFF040B5597}" type="sibTrans" cxnId="{97B71F56-19DF-47F7-9F4D-534360A888DA}">
      <dgm:prSet/>
      <dgm:spPr/>
      <dgm:t>
        <a:bodyPr/>
        <a:lstStyle/>
        <a:p>
          <a:endParaRPr lang="en-IN"/>
        </a:p>
      </dgm:t>
    </dgm:pt>
    <dgm:pt modelId="{795AD6E8-1426-415F-B4DC-DF059231725E}">
      <dgm:prSet phldrT="[Text]" custT="1"/>
      <dgm:spPr/>
      <dgm:t>
        <a:bodyPr/>
        <a:lstStyle/>
        <a:p>
          <a:r>
            <a:rPr lang="en-IN" sz="1600" dirty="0"/>
            <a:t>No templates</a:t>
          </a:r>
        </a:p>
      </dgm:t>
    </dgm:pt>
    <dgm:pt modelId="{0D4E573F-8DD4-4584-80C2-FFCF0F45BAD8}" type="parTrans" cxnId="{630FE984-1B05-473C-9569-4EF9AEE5D86F}">
      <dgm:prSet/>
      <dgm:spPr/>
      <dgm:t>
        <a:bodyPr/>
        <a:lstStyle/>
        <a:p>
          <a:endParaRPr lang="en-IN"/>
        </a:p>
      </dgm:t>
    </dgm:pt>
    <dgm:pt modelId="{F3F6961A-AAFB-4E63-99A8-AB78DB851027}" type="sibTrans" cxnId="{630FE984-1B05-473C-9569-4EF9AEE5D86F}">
      <dgm:prSet/>
      <dgm:spPr/>
      <dgm:t>
        <a:bodyPr/>
        <a:lstStyle/>
        <a:p>
          <a:endParaRPr lang="en-IN"/>
        </a:p>
      </dgm:t>
    </dgm:pt>
    <dgm:pt modelId="{2EFCF02C-911B-483B-99A0-BB88128F460D}">
      <dgm:prSet phldrT="[Text]" custT="1"/>
      <dgm:spPr/>
      <dgm:t>
        <a:bodyPr/>
        <a:lstStyle/>
        <a:p>
          <a:r>
            <a:rPr lang="en-IN" sz="1600" dirty="0"/>
            <a:t>No namespaces</a:t>
          </a:r>
        </a:p>
      </dgm:t>
    </dgm:pt>
    <dgm:pt modelId="{45A40D53-E08F-4FAE-BB4F-7627E823C041}" type="parTrans" cxnId="{148C4B62-415B-4A49-B163-07FF91AC552A}">
      <dgm:prSet/>
      <dgm:spPr/>
      <dgm:t>
        <a:bodyPr/>
        <a:lstStyle/>
        <a:p>
          <a:endParaRPr lang="en-IN"/>
        </a:p>
      </dgm:t>
    </dgm:pt>
    <dgm:pt modelId="{641EB4EA-72D7-48DB-A70B-3E068BC52141}" type="sibTrans" cxnId="{148C4B62-415B-4A49-B163-07FF91AC552A}">
      <dgm:prSet/>
      <dgm:spPr/>
      <dgm:t>
        <a:bodyPr/>
        <a:lstStyle/>
        <a:p>
          <a:endParaRPr lang="en-IN"/>
        </a:p>
      </dgm:t>
    </dgm:pt>
    <dgm:pt modelId="{103400ED-12EB-44FD-A6CB-59C766FB179E}">
      <dgm:prSet phldrT="[Text]" custT="1"/>
      <dgm:spPr/>
      <dgm:t>
        <a:bodyPr/>
        <a:lstStyle/>
        <a:p>
          <a:r>
            <a:rPr lang="en-IN" sz="1600" dirty="0"/>
            <a:t>Low-level, closer to hardware</a:t>
          </a:r>
        </a:p>
      </dgm:t>
    </dgm:pt>
    <dgm:pt modelId="{182CF32D-D9A1-47FA-AAF4-8553DEC83E9E}" type="parTrans" cxnId="{7D04DD3B-D0B3-4CC2-B679-B48D83BD8989}">
      <dgm:prSet/>
      <dgm:spPr/>
      <dgm:t>
        <a:bodyPr/>
        <a:lstStyle/>
        <a:p>
          <a:endParaRPr lang="en-IN"/>
        </a:p>
      </dgm:t>
    </dgm:pt>
    <dgm:pt modelId="{DB6E2F55-8BFB-4E98-AEE2-EBBFADB00016}" type="sibTrans" cxnId="{7D04DD3B-D0B3-4CC2-B679-B48D83BD8989}">
      <dgm:prSet/>
      <dgm:spPr/>
      <dgm:t>
        <a:bodyPr/>
        <a:lstStyle/>
        <a:p>
          <a:endParaRPr lang="en-IN"/>
        </a:p>
      </dgm:t>
    </dgm:pt>
    <dgm:pt modelId="{557E3A88-4DA2-4F3B-AE01-B87D820DE5BC}">
      <dgm:prSet phldrT="[Text]" custT="1"/>
      <dgm:spPr/>
      <dgm:t>
        <a:bodyPr/>
        <a:lstStyle/>
        <a:p>
          <a:r>
            <a:rPr lang="en-US" sz="1600" dirty="0"/>
            <a:t>Mostly used for system programming</a:t>
          </a:r>
          <a:endParaRPr lang="en-IN" sz="1600" dirty="0"/>
        </a:p>
      </dgm:t>
    </dgm:pt>
    <dgm:pt modelId="{12043BD2-0B33-4492-8122-2B691BADEDB2}" type="parTrans" cxnId="{13D864D8-F372-4005-BA1E-56B6EA60C45E}">
      <dgm:prSet/>
      <dgm:spPr/>
      <dgm:t>
        <a:bodyPr/>
        <a:lstStyle/>
        <a:p>
          <a:endParaRPr lang="en-IN"/>
        </a:p>
      </dgm:t>
    </dgm:pt>
    <dgm:pt modelId="{4FB108E4-7D75-4EC0-A093-73697BED3159}" type="sibTrans" cxnId="{13D864D8-F372-4005-BA1E-56B6EA60C45E}">
      <dgm:prSet/>
      <dgm:spPr/>
      <dgm:t>
        <a:bodyPr/>
        <a:lstStyle/>
        <a:p>
          <a:endParaRPr lang="en-IN"/>
        </a:p>
      </dgm:t>
    </dgm:pt>
    <dgm:pt modelId="{8802D29F-F340-4F22-B49D-E594B4F09036}" type="pres">
      <dgm:prSet presAssocID="{EC3A8DFE-B9A5-4ED9-AB88-C34E6D6D39F6}" presName="Name0" presStyleCnt="0">
        <dgm:presLayoutVars>
          <dgm:chMax val="2"/>
          <dgm:dir/>
          <dgm:animOne val="branch"/>
          <dgm:animLvl val="lvl"/>
          <dgm:resizeHandles val="exact"/>
        </dgm:presLayoutVars>
      </dgm:prSet>
      <dgm:spPr/>
    </dgm:pt>
    <dgm:pt modelId="{0F07FB15-77B5-492A-8A69-7CF091B1839B}" type="pres">
      <dgm:prSet presAssocID="{EC3A8DFE-B9A5-4ED9-AB88-C34E6D6D39F6}" presName="Background" presStyleLbl="node1" presStyleIdx="0" presStyleCnt="1" custScaleY="134671"/>
      <dgm:spPr/>
    </dgm:pt>
    <dgm:pt modelId="{90E1E042-1A57-4385-BE0A-F342C6237A39}" type="pres">
      <dgm:prSet presAssocID="{EC3A8DFE-B9A5-4ED9-AB88-C34E6D6D39F6}" presName="Divider" presStyleLbl="callout" presStyleIdx="0" presStyleCnt="1"/>
      <dgm:spPr/>
    </dgm:pt>
    <dgm:pt modelId="{D2503A6C-8939-4AA5-B8C8-571909ADC65B}" type="pres">
      <dgm:prSet presAssocID="{EC3A8DFE-B9A5-4ED9-AB88-C34E6D6D39F6}" presName="ChildText1" presStyleLbl="revTx" presStyleIdx="0" presStyleCnt="0" custScaleY="125519">
        <dgm:presLayoutVars>
          <dgm:chMax val="0"/>
          <dgm:chPref val="0"/>
          <dgm:bulletEnabled val="1"/>
        </dgm:presLayoutVars>
      </dgm:prSet>
      <dgm:spPr/>
    </dgm:pt>
    <dgm:pt modelId="{BDAF2F90-D76E-4415-8A55-B1167A3815B6}" type="pres">
      <dgm:prSet presAssocID="{EC3A8DFE-B9A5-4ED9-AB88-C34E6D6D39F6}" presName="ChildText2" presStyleLbl="revTx" presStyleIdx="0" presStyleCnt="0" custScaleY="119353">
        <dgm:presLayoutVars>
          <dgm:chMax val="0"/>
          <dgm:chPref val="0"/>
          <dgm:bulletEnabled val="1"/>
        </dgm:presLayoutVars>
      </dgm:prSet>
      <dgm:spPr/>
    </dgm:pt>
    <dgm:pt modelId="{FF6687B3-D7CB-432D-8879-9D336E914E8B}" type="pres">
      <dgm:prSet presAssocID="{EC3A8DFE-B9A5-4ED9-AB88-C34E6D6D39F6}" presName="ParentText1" presStyleLbl="revTx" presStyleIdx="0" presStyleCnt="0">
        <dgm:presLayoutVars>
          <dgm:chMax val="1"/>
          <dgm:chPref val="1"/>
        </dgm:presLayoutVars>
      </dgm:prSet>
      <dgm:spPr/>
    </dgm:pt>
    <dgm:pt modelId="{4F60B08A-8D02-430E-9AA6-791286DE81C4}" type="pres">
      <dgm:prSet presAssocID="{EC3A8DFE-B9A5-4ED9-AB88-C34E6D6D39F6}" presName="ParentShape1" presStyleLbl="alignImgPlace1" presStyleIdx="0" presStyleCnt="2">
        <dgm:presLayoutVars/>
      </dgm:prSet>
      <dgm:spPr/>
    </dgm:pt>
    <dgm:pt modelId="{083BA530-5B6E-46A3-805D-C2561E9D4476}" type="pres">
      <dgm:prSet presAssocID="{EC3A8DFE-B9A5-4ED9-AB88-C34E6D6D39F6}" presName="ParentText2" presStyleLbl="revTx" presStyleIdx="0" presStyleCnt="0">
        <dgm:presLayoutVars>
          <dgm:chMax val="1"/>
          <dgm:chPref val="1"/>
        </dgm:presLayoutVars>
      </dgm:prSet>
      <dgm:spPr/>
    </dgm:pt>
    <dgm:pt modelId="{458C2DDD-55A9-480A-A1D4-5AE510586737}" type="pres">
      <dgm:prSet presAssocID="{EC3A8DFE-B9A5-4ED9-AB88-C34E6D6D39F6}" presName="ParentShape2" presStyleLbl="alignImgPlace1" presStyleIdx="1" presStyleCnt="2">
        <dgm:presLayoutVars/>
      </dgm:prSet>
      <dgm:spPr/>
    </dgm:pt>
  </dgm:ptLst>
  <dgm:cxnLst>
    <dgm:cxn modelId="{A59DA50D-0A71-4177-8CB5-97AE822BD163}" type="presOf" srcId="{EC3A8DFE-B9A5-4ED9-AB88-C34E6D6D39F6}" destId="{8802D29F-F340-4F22-B49D-E594B4F09036}" srcOrd="0" destOrd="0" presId="urn:microsoft.com/office/officeart/2009/3/layout/OpposingIdeas"/>
    <dgm:cxn modelId="{A37BF61C-70C7-46DC-934F-A81C9C878EC4}" type="presOf" srcId="{795AD6E8-1426-415F-B4DC-DF059231725E}" destId="{BDAF2F90-D76E-4415-8A55-B1167A3815B6}" srcOrd="0" destOrd="3" presId="urn:microsoft.com/office/officeart/2009/3/layout/OpposingIdeas"/>
    <dgm:cxn modelId="{C4A6D21D-15F5-4502-97B9-EDC713340029}" srcId="{853D2CF3-6FAE-4C3B-B366-FAD85876685E}" destId="{DD2611A3-16B9-4221-BDDE-24EF5AECBB57}" srcOrd="4" destOrd="0" parTransId="{C0E8C3C7-9CCF-4825-ACE9-D08E7CC49B31}" sibTransId="{2F501A8C-2218-4301-BA15-FC6E28FAFDE8}"/>
    <dgm:cxn modelId="{E553A620-A194-44AF-8F61-A077B07BF9B1}" type="presOf" srcId="{1DDC3056-9CBE-45DC-8DAC-0D06F904A6CE}" destId="{083BA530-5B6E-46A3-805D-C2561E9D4476}" srcOrd="0" destOrd="0" presId="urn:microsoft.com/office/officeart/2009/3/layout/OpposingIdeas"/>
    <dgm:cxn modelId="{25EF4321-4035-4B94-B7C9-5256E9525CF3}" type="presOf" srcId="{557E3A88-4DA2-4F3B-AE01-B87D820DE5BC}" destId="{BDAF2F90-D76E-4415-8A55-B1167A3815B6}" srcOrd="0" destOrd="6" presId="urn:microsoft.com/office/officeart/2009/3/layout/OpposingIdeas"/>
    <dgm:cxn modelId="{8253EB23-AAA9-46B9-9335-E39F6D9EE039}" srcId="{1DDC3056-9CBE-45DC-8DAC-0D06F904A6CE}" destId="{90DA3236-4712-4E8B-B19C-1779672AF66B}" srcOrd="0" destOrd="0" parTransId="{7361F90D-FDA1-40B4-88C3-3F1AA394EE61}" sibTransId="{1F8AFF07-ADA3-41F6-8CDA-2743998A9577}"/>
    <dgm:cxn modelId="{1C8C6D2B-F0CC-4442-A1BC-531696980EC5}" type="presOf" srcId="{853D2CF3-6FAE-4C3B-B366-FAD85876685E}" destId="{4F60B08A-8D02-430E-9AA6-791286DE81C4}" srcOrd="1" destOrd="0" presId="urn:microsoft.com/office/officeart/2009/3/layout/OpposingIdeas"/>
    <dgm:cxn modelId="{7B7B2D31-0E94-4A2C-BF06-D9DFA5947B81}" type="presOf" srcId="{90DA3236-4712-4E8B-B19C-1779672AF66B}" destId="{BDAF2F90-D76E-4415-8A55-B1167A3815B6}" srcOrd="0" destOrd="0" presId="urn:microsoft.com/office/officeart/2009/3/layout/OpposingIdeas"/>
    <dgm:cxn modelId="{7D04DD3B-D0B3-4CC2-B679-B48D83BD8989}" srcId="{1DDC3056-9CBE-45DC-8DAC-0D06F904A6CE}" destId="{103400ED-12EB-44FD-A6CB-59C766FB179E}" srcOrd="5" destOrd="0" parTransId="{182CF32D-D9A1-47FA-AAF4-8553DEC83E9E}" sibTransId="{DB6E2F55-8BFB-4E98-AEE2-EBBFADB00016}"/>
    <dgm:cxn modelId="{0776353D-B8EE-4F82-B54B-A2CE2AD1492F}" srcId="{853D2CF3-6FAE-4C3B-B366-FAD85876685E}" destId="{408AC1ED-9870-4C94-A3DF-12DC7D46C471}" srcOrd="0" destOrd="0" parTransId="{D3077524-1705-4AF3-9096-E72030041D4C}" sibTransId="{163E5CCF-E384-47B9-AB30-CB791DE1FE70}"/>
    <dgm:cxn modelId="{81F77340-8C94-4D37-B40A-78CB4C4AD0BB}" type="presOf" srcId="{A8A0A69A-C5C8-40B6-81E8-957E17B1D839}" destId="{D2503A6C-8939-4AA5-B8C8-571909ADC65B}" srcOrd="0" destOrd="2" presId="urn:microsoft.com/office/officeart/2009/3/layout/OpposingIdeas"/>
    <dgm:cxn modelId="{83B97D5B-6AE9-41A1-9A62-A58B8F489C8E}" type="presOf" srcId="{485DF7B0-45B7-463E-B398-BBF68C838E4C}" destId="{D2503A6C-8939-4AA5-B8C8-571909ADC65B}" srcOrd="0" destOrd="3" presId="urn:microsoft.com/office/officeart/2009/3/layout/OpposingIdeas"/>
    <dgm:cxn modelId="{A2DA235E-A10D-4033-9747-427EDA6CFD35}" srcId="{EC3A8DFE-B9A5-4ED9-AB88-C34E6D6D39F6}" destId="{1DDC3056-9CBE-45DC-8DAC-0D06F904A6CE}" srcOrd="1" destOrd="0" parTransId="{6995D3CB-DE5A-4410-B010-E8C7783928BE}" sibTransId="{A39FE09E-F57B-41E4-94AE-92700FA45F6A}"/>
    <dgm:cxn modelId="{148C4B62-415B-4A49-B163-07FF91AC552A}" srcId="{1DDC3056-9CBE-45DC-8DAC-0D06F904A6CE}" destId="{2EFCF02C-911B-483B-99A0-BB88128F460D}" srcOrd="4" destOrd="0" parTransId="{45A40D53-E08F-4FAE-BB4F-7627E823C041}" sibTransId="{641EB4EA-72D7-48DB-A70B-3E068BC52141}"/>
    <dgm:cxn modelId="{CBA5756F-082A-4B99-B096-57B7FCE4D9CF}" type="presOf" srcId="{9F15C910-9755-4DAB-A2DA-1853FB1EC389}" destId="{D2503A6C-8939-4AA5-B8C8-571909ADC65B}" srcOrd="0" destOrd="5" presId="urn:microsoft.com/office/officeart/2009/3/layout/OpposingIdeas"/>
    <dgm:cxn modelId="{89B3CA70-3077-4C4C-8F8D-36E0CA5623CD}" srcId="{1DDC3056-9CBE-45DC-8DAC-0D06F904A6CE}" destId="{4024F095-C918-49AD-9803-5174B48F69E3}" srcOrd="1" destOrd="0" parTransId="{2D221C86-6AED-416E-B689-44E26A67DD50}" sibTransId="{1944CC79-46AF-4DB2-A8E3-20EFCB4198FE}"/>
    <dgm:cxn modelId="{145AA471-A633-481D-A17D-380E5D542B3C}" type="presOf" srcId="{F5752FDE-EA35-432D-8AA5-53604E9BBA4D}" destId="{D2503A6C-8939-4AA5-B8C8-571909ADC65B}" srcOrd="0" destOrd="6" presId="urn:microsoft.com/office/officeart/2009/3/layout/OpposingIdeas"/>
    <dgm:cxn modelId="{97B71F56-19DF-47F7-9F4D-534360A888DA}" srcId="{1DDC3056-9CBE-45DC-8DAC-0D06F904A6CE}" destId="{F1F7BE72-8B25-4503-A807-59718A42114E}" srcOrd="2" destOrd="0" parTransId="{2EDF99F9-1CCE-4366-9E4A-68E6C0125A18}" sibTransId="{7B4126E1-4DEF-41B8-98D9-FFFF040B5597}"/>
    <dgm:cxn modelId="{630FE984-1B05-473C-9569-4EF9AEE5D86F}" srcId="{1DDC3056-9CBE-45DC-8DAC-0D06F904A6CE}" destId="{795AD6E8-1426-415F-B4DC-DF059231725E}" srcOrd="3" destOrd="0" parTransId="{0D4E573F-8DD4-4584-80C2-FFCF0F45BAD8}" sibTransId="{F3F6961A-AAFB-4E63-99A8-AB78DB851027}"/>
    <dgm:cxn modelId="{69CB4091-7B4E-41D1-8DB3-52BD1D6594ED}" type="presOf" srcId="{DD2611A3-16B9-4221-BDDE-24EF5AECBB57}" destId="{D2503A6C-8939-4AA5-B8C8-571909ADC65B}" srcOrd="0" destOrd="4" presId="urn:microsoft.com/office/officeart/2009/3/layout/OpposingIdeas"/>
    <dgm:cxn modelId="{618174A6-15B9-4AAD-88F5-D28434D960A0}" type="presOf" srcId="{2EFCF02C-911B-483B-99A0-BB88128F460D}" destId="{BDAF2F90-D76E-4415-8A55-B1167A3815B6}" srcOrd="0" destOrd="4" presId="urn:microsoft.com/office/officeart/2009/3/layout/OpposingIdeas"/>
    <dgm:cxn modelId="{86F9FCAF-06E8-44B9-9F4B-23A75317C5B4}" srcId="{853D2CF3-6FAE-4C3B-B366-FAD85876685E}" destId="{485DF7B0-45B7-463E-B398-BBF68C838E4C}" srcOrd="3" destOrd="0" parTransId="{C64A7639-3D96-4FEA-B5D1-8E7DB56926CD}" sibTransId="{5DD40AAB-AD85-4C7A-849B-C2E4DDB6D7ED}"/>
    <dgm:cxn modelId="{0C1432BD-F656-41A7-A19D-DF25C8E90348}" srcId="{853D2CF3-6FAE-4C3B-B366-FAD85876685E}" destId="{84302EF7-B082-4D27-8F32-DD94E684EBBF}" srcOrd="1" destOrd="0" parTransId="{7E18BB0D-8F84-4FF8-889E-F015D5F85332}" sibTransId="{1FDDD70B-1D78-4F1D-A932-935D02B690DB}"/>
    <dgm:cxn modelId="{B0131DC1-8535-440F-80BA-F5B61E77A190}" type="presOf" srcId="{853D2CF3-6FAE-4C3B-B366-FAD85876685E}" destId="{FF6687B3-D7CB-432D-8879-9D336E914E8B}" srcOrd="0" destOrd="0" presId="urn:microsoft.com/office/officeart/2009/3/layout/OpposingIdeas"/>
    <dgm:cxn modelId="{376A44C6-607D-4C9F-9AED-D45399BD0D74}" type="presOf" srcId="{1DDC3056-9CBE-45DC-8DAC-0D06F904A6CE}" destId="{458C2DDD-55A9-480A-A1D4-5AE510586737}" srcOrd="1" destOrd="0" presId="urn:microsoft.com/office/officeart/2009/3/layout/OpposingIdeas"/>
    <dgm:cxn modelId="{758AFFD3-57AA-4456-9926-92D71C0C2C41}" srcId="{853D2CF3-6FAE-4C3B-B366-FAD85876685E}" destId="{A8A0A69A-C5C8-40B6-81E8-957E17B1D839}" srcOrd="2" destOrd="0" parTransId="{405BCD2E-DCF7-4E34-9C1E-BC3FD7E5304E}" sibTransId="{B4A69E8A-F750-4F1A-AA6D-A782D8553A80}"/>
    <dgm:cxn modelId="{C366A9D7-6873-47C3-B5CC-FE3E9533A984}" srcId="{EC3A8DFE-B9A5-4ED9-AB88-C34E6D6D39F6}" destId="{853D2CF3-6FAE-4C3B-B366-FAD85876685E}" srcOrd="0" destOrd="0" parTransId="{C0B21167-1EC0-4696-A023-02700F7ECA81}" sibTransId="{77C65AF5-CA85-4898-B06F-77B87A6AB0C2}"/>
    <dgm:cxn modelId="{13D864D8-F372-4005-BA1E-56B6EA60C45E}" srcId="{1DDC3056-9CBE-45DC-8DAC-0D06F904A6CE}" destId="{557E3A88-4DA2-4F3B-AE01-B87D820DE5BC}" srcOrd="6" destOrd="0" parTransId="{12043BD2-0B33-4492-8122-2B691BADEDB2}" sibTransId="{4FB108E4-7D75-4EC0-A093-73697BED3159}"/>
    <dgm:cxn modelId="{C048B3E0-B2E5-443E-B353-AC014050C56A}" type="presOf" srcId="{103400ED-12EB-44FD-A6CB-59C766FB179E}" destId="{BDAF2F90-D76E-4415-8A55-B1167A3815B6}" srcOrd="0" destOrd="5" presId="urn:microsoft.com/office/officeart/2009/3/layout/OpposingIdeas"/>
    <dgm:cxn modelId="{ACA66DE8-1021-4F58-AEBA-C8236E6B34F4}" type="presOf" srcId="{F1F7BE72-8B25-4503-A807-59718A42114E}" destId="{BDAF2F90-D76E-4415-8A55-B1167A3815B6}" srcOrd="0" destOrd="2" presId="urn:microsoft.com/office/officeart/2009/3/layout/OpposingIdeas"/>
    <dgm:cxn modelId="{116319E9-4FAD-4736-B72F-5619212D8E67}" srcId="{853D2CF3-6FAE-4C3B-B366-FAD85876685E}" destId="{9F15C910-9755-4DAB-A2DA-1853FB1EC389}" srcOrd="5" destOrd="0" parTransId="{25EED9C6-98C1-49AA-81B7-8AE41B4D38DE}" sibTransId="{DB9D7DD7-FDBA-4499-88CF-AB49AC035FE4}"/>
    <dgm:cxn modelId="{3F4106EC-CC1D-4D75-9F81-6BEE97BD5F8A}" type="presOf" srcId="{408AC1ED-9870-4C94-A3DF-12DC7D46C471}" destId="{D2503A6C-8939-4AA5-B8C8-571909ADC65B}" srcOrd="0" destOrd="0" presId="urn:microsoft.com/office/officeart/2009/3/layout/OpposingIdeas"/>
    <dgm:cxn modelId="{103F34F5-9831-4BA6-AB4A-826776358929}" type="presOf" srcId="{84302EF7-B082-4D27-8F32-DD94E684EBBF}" destId="{D2503A6C-8939-4AA5-B8C8-571909ADC65B}" srcOrd="0" destOrd="1" presId="urn:microsoft.com/office/officeart/2009/3/layout/OpposingIdeas"/>
    <dgm:cxn modelId="{883611FC-EB05-4B77-B7A4-22C5B3039F25}" srcId="{853D2CF3-6FAE-4C3B-B366-FAD85876685E}" destId="{F5752FDE-EA35-432D-8AA5-53604E9BBA4D}" srcOrd="6" destOrd="0" parTransId="{8DA13FBB-464B-4B2A-81F8-5F0E0B830FC9}" sibTransId="{B228AAFE-5817-4E73-995E-1D54FD8F6E57}"/>
    <dgm:cxn modelId="{6FAAC5FC-3141-4F9D-85B8-2E6BEF1A8198}" type="presOf" srcId="{4024F095-C918-49AD-9803-5174B48F69E3}" destId="{BDAF2F90-D76E-4415-8A55-B1167A3815B6}" srcOrd="0" destOrd="1" presId="urn:microsoft.com/office/officeart/2009/3/layout/OpposingIdeas"/>
    <dgm:cxn modelId="{C325E0A1-548C-49C0-AD24-5A3335468164}" type="presParOf" srcId="{8802D29F-F340-4F22-B49D-E594B4F09036}" destId="{0F07FB15-77B5-492A-8A69-7CF091B1839B}" srcOrd="0" destOrd="0" presId="urn:microsoft.com/office/officeart/2009/3/layout/OpposingIdeas"/>
    <dgm:cxn modelId="{B58BD180-A21F-4083-AE8A-8A23F892A56C}" type="presParOf" srcId="{8802D29F-F340-4F22-B49D-E594B4F09036}" destId="{90E1E042-1A57-4385-BE0A-F342C6237A39}" srcOrd="1" destOrd="0" presId="urn:microsoft.com/office/officeart/2009/3/layout/OpposingIdeas"/>
    <dgm:cxn modelId="{A2EA1342-DA58-4555-8376-56C196DAD4F6}" type="presParOf" srcId="{8802D29F-F340-4F22-B49D-E594B4F09036}" destId="{D2503A6C-8939-4AA5-B8C8-571909ADC65B}" srcOrd="2" destOrd="0" presId="urn:microsoft.com/office/officeart/2009/3/layout/OpposingIdeas"/>
    <dgm:cxn modelId="{76C0C11F-4909-4003-82B1-9CCC7EB9CC5F}" type="presParOf" srcId="{8802D29F-F340-4F22-B49D-E594B4F09036}" destId="{BDAF2F90-D76E-4415-8A55-B1167A3815B6}" srcOrd="3" destOrd="0" presId="urn:microsoft.com/office/officeart/2009/3/layout/OpposingIdeas"/>
    <dgm:cxn modelId="{84A63A0F-B0D6-4BDB-B695-927B9C5B9D95}" type="presParOf" srcId="{8802D29F-F340-4F22-B49D-E594B4F09036}" destId="{FF6687B3-D7CB-432D-8879-9D336E914E8B}" srcOrd="4" destOrd="0" presId="urn:microsoft.com/office/officeart/2009/3/layout/OpposingIdeas"/>
    <dgm:cxn modelId="{858AB111-FBCE-41B5-9DAE-CB55AD047AD6}" type="presParOf" srcId="{8802D29F-F340-4F22-B49D-E594B4F09036}" destId="{4F60B08A-8D02-430E-9AA6-791286DE81C4}" srcOrd="5" destOrd="0" presId="urn:microsoft.com/office/officeart/2009/3/layout/OpposingIdeas"/>
    <dgm:cxn modelId="{35F3CBCA-660A-49D9-A265-8B567DACBB72}" type="presParOf" srcId="{8802D29F-F340-4F22-B49D-E594B4F09036}" destId="{083BA530-5B6E-46A3-805D-C2561E9D4476}" srcOrd="6" destOrd="0" presId="urn:microsoft.com/office/officeart/2009/3/layout/OpposingIdeas"/>
    <dgm:cxn modelId="{E3E28ABC-62DF-480A-9907-0B377CA97BB3}" type="presParOf" srcId="{8802D29F-F340-4F22-B49D-E594B4F09036}" destId="{458C2DDD-55A9-480A-A1D4-5AE510586737}" srcOrd="7" destOrd="0" presId="urn:microsoft.com/office/officeart/2009/3/layout/OpposingIdea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419385E-7B0E-4A27-AFE6-DD78EC8EEDE4}" type="doc">
      <dgm:prSet loTypeId="urn:microsoft.com/office/officeart/2005/8/layout/hList7" loCatId="picture" qsTypeId="urn:microsoft.com/office/officeart/2005/8/quickstyle/simple4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5C51E3B9-C8DD-47B4-844B-CF9096D6A0C2}">
      <dgm:prSet phldrT="[Text]"/>
      <dgm:spPr/>
      <dgm:t>
        <a:bodyPr/>
        <a:lstStyle/>
        <a:p>
          <a:r>
            <a:rPr lang="en-IN" b="1" dirty="0"/>
            <a:t>Functional Programming</a:t>
          </a:r>
        </a:p>
      </dgm:t>
    </dgm:pt>
    <dgm:pt modelId="{977DD937-9DA3-4985-8A22-3AA010288BBF}" type="parTrans" cxnId="{5D6B8072-3FC0-48A1-943A-08D9AD98DF27}">
      <dgm:prSet/>
      <dgm:spPr/>
      <dgm:t>
        <a:bodyPr/>
        <a:lstStyle/>
        <a:p>
          <a:endParaRPr lang="en-IN"/>
        </a:p>
      </dgm:t>
    </dgm:pt>
    <dgm:pt modelId="{B3B3DEA3-1865-4311-99E7-8F0BDB0E6340}" type="sibTrans" cxnId="{5D6B8072-3FC0-48A1-943A-08D9AD98DF27}">
      <dgm:prSet/>
      <dgm:spPr/>
      <dgm:t>
        <a:bodyPr/>
        <a:lstStyle/>
        <a:p>
          <a:endParaRPr lang="en-IN"/>
        </a:p>
      </dgm:t>
    </dgm:pt>
    <dgm:pt modelId="{F7314E0F-DCF1-4DBB-83F1-5140C28BFCB5}">
      <dgm:prSet phldrT="[Text]"/>
      <dgm:spPr/>
      <dgm:t>
        <a:bodyPr/>
        <a:lstStyle/>
        <a:p>
          <a:r>
            <a:rPr lang="en-IN" b="0" dirty="0"/>
            <a:t>Based on mathematical functions to perform computation</a:t>
          </a:r>
        </a:p>
      </dgm:t>
    </dgm:pt>
    <dgm:pt modelId="{18BC2155-2080-4701-A8A1-82A3EEF96B41}" type="parTrans" cxnId="{90251D2F-4B8E-44E0-B4CC-02FB362DE5C9}">
      <dgm:prSet/>
      <dgm:spPr/>
      <dgm:t>
        <a:bodyPr/>
        <a:lstStyle/>
        <a:p>
          <a:endParaRPr lang="en-IN"/>
        </a:p>
      </dgm:t>
    </dgm:pt>
    <dgm:pt modelId="{A6E65F29-03DF-4631-A96F-283876DC6DAE}" type="sibTrans" cxnId="{90251D2F-4B8E-44E0-B4CC-02FB362DE5C9}">
      <dgm:prSet/>
      <dgm:spPr/>
      <dgm:t>
        <a:bodyPr/>
        <a:lstStyle/>
        <a:p>
          <a:endParaRPr lang="en-IN"/>
        </a:p>
      </dgm:t>
    </dgm:pt>
    <dgm:pt modelId="{52AE71C4-4FD8-480F-9B9E-89985E86329D}">
      <dgm:prSet phldrT="[Text]"/>
      <dgm:spPr/>
      <dgm:t>
        <a:bodyPr/>
        <a:lstStyle/>
        <a:p>
          <a:r>
            <a:rPr lang="en-IN" b="0" dirty="0" err="1"/>
            <a:t>Eg</a:t>
          </a:r>
          <a:r>
            <a:rPr lang="en-IN" b="0" dirty="0"/>
            <a:t>: </a:t>
          </a:r>
          <a:r>
            <a:rPr lang="en-IN" b="0" i="0" dirty="0"/>
            <a:t>Scala, Haskell, and F#.</a:t>
          </a:r>
          <a:endParaRPr lang="en-IN" b="0" dirty="0"/>
        </a:p>
      </dgm:t>
    </dgm:pt>
    <dgm:pt modelId="{9016FDE4-7682-4B22-8DD1-FC8ECA49761A}" type="parTrans" cxnId="{90331E2A-98E1-47DE-8AC5-5F16887EB0D2}">
      <dgm:prSet/>
      <dgm:spPr/>
      <dgm:t>
        <a:bodyPr/>
        <a:lstStyle/>
        <a:p>
          <a:endParaRPr lang="en-IN"/>
        </a:p>
      </dgm:t>
    </dgm:pt>
    <dgm:pt modelId="{8FB9C55D-9626-4B07-9398-91FC89285D60}" type="sibTrans" cxnId="{90331E2A-98E1-47DE-8AC5-5F16887EB0D2}">
      <dgm:prSet/>
      <dgm:spPr/>
      <dgm:t>
        <a:bodyPr/>
        <a:lstStyle/>
        <a:p>
          <a:endParaRPr lang="en-IN"/>
        </a:p>
      </dgm:t>
    </dgm:pt>
    <dgm:pt modelId="{0F002466-05DD-443A-91D8-29E2050C6F84}">
      <dgm:prSet phldrT="[Text]"/>
      <dgm:spPr/>
      <dgm:t>
        <a:bodyPr/>
        <a:lstStyle/>
        <a:p>
          <a:r>
            <a:rPr lang="en-IN" b="1" dirty="0"/>
            <a:t>Procedural Programming</a:t>
          </a:r>
        </a:p>
      </dgm:t>
    </dgm:pt>
    <dgm:pt modelId="{2CD558DE-281F-4EDC-9FDA-0C57F2BD1D9C}" type="parTrans" cxnId="{BFDC54D7-E452-410A-9CE2-D1A6EA581448}">
      <dgm:prSet/>
      <dgm:spPr/>
      <dgm:t>
        <a:bodyPr/>
        <a:lstStyle/>
        <a:p>
          <a:endParaRPr lang="en-IN"/>
        </a:p>
      </dgm:t>
    </dgm:pt>
    <dgm:pt modelId="{60E5E35B-5360-4320-87BA-DC9FE6216151}" type="sibTrans" cxnId="{BFDC54D7-E452-410A-9CE2-D1A6EA581448}">
      <dgm:prSet/>
      <dgm:spPr/>
      <dgm:t>
        <a:bodyPr/>
        <a:lstStyle/>
        <a:p>
          <a:endParaRPr lang="en-IN"/>
        </a:p>
      </dgm:t>
    </dgm:pt>
    <dgm:pt modelId="{EDED474D-2FF8-4778-BDFA-CE45EF029EF0}">
      <dgm:prSet phldrT="[Text]"/>
      <dgm:spPr/>
      <dgm:t>
        <a:bodyPr/>
        <a:lstStyle/>
        <a:p>
          <a:r>
            <a:rPr lang="en-IN" b="0" dirty="0"/>
            <a:t>Uses a series of functions / procedures to perform computation</a:t>
          </a:r>
        </a:p>
      </dgm:t>
    </dgm:pt>
    <dgm:pt modelId="{169846A6-CBA5-4661-94C9-849A65DBD402}" type="parTrans" cxnId="{A621012F-4C76-478F-A3E5-6FF56C404003}">
      <dgm:prSet/>
      <dgm:spPr/>
      <dgm:t>
        <a:bodyPr/>
        <a:lstStyle/>
        <a:p>
          <a:endParaRPr lang="en-IN"/>
        </a:p>
      </dgm:t>
    </dgm:pt>
    <dgm:pt modelId="{47C10A99-4767-421E-856E-DF969E4AA0D8}" type="sibTrans" cxnId="{A621012F-4C76-478F-A3E5-6FF56C404003}">
      <dgm:prSet/>
      <dgm:spPr/>
      <dgm:t>
        <a:bodyPr/>
        <a:lstStyle/>
        <a:p>
          <a:endParaRPr lang="en-IN"/>
        </a:p>
      </dgm:t>
    </dgm:pt>
    <dgm:pt modelId="{979CB8B6-F7BA-4B9A-ADE4-49BF805964C7}">
      <dgm:prSet phldrT="[Text]"/>
      <dgm:spPr/>
      <dgm:t>
        <a:bodyPr/>
        <a:lstStyle/>
        <a:p>
          <a:r>
            <a:rPr lang="en-IN" b="0" dirty="0" err="1"/>
            <a:t>Eg</a:t>
          </a:r>
          <a:r>
            <a:rPr lang="en-IN" b="0" dirty="0"/>
            <a:t>: </a:t>
          </a:r>
          <a:r>
            <a:rPr lang="en-US" b="0" i="0" dirty="0"/>
            <a:t>C, Pascal, Fortran, Ada, and Basic</a:t>
          </a:r>
          <a:endParaRPr lang="en-IN" b="0" dirty="0"/>
        </a:p>
      </dgm:t>
    </dgm:pt>
    <dgm:pt modelId="{A7E555A3-BA20-437D-AF15-EE31DF97CCA2}" type="parTrans" cxnId="{BF0E1FFC-BB3C-4575-9585-4EBA9DEFFBED}">
      <dgm:prSet/>
      <dgm:spPr/>
      <dgm:t>
        <a:bodyPr/>
        <a:lstStyle/>
        <a:p>
          <a:endParaRPr lang="en-IN"/>
        </a:p>
      </dgm:t>
    </dgm:pt>
    <dgm:pt modelId="{18E66819-D2AE-46DE-9895-45FBC6FBBF40}" type="sibTrans" cxnId="{BF0E1FFC-BB3C-4575-9585-4EBA9DEFFBED}">
      <dgm:prSet/>
      <dgm:spPr/>
      <dgm:t>
        <a:bodyPr/>
        <a:lstStyle/>
        <a:p>
          <a:endParaRPr lang="en-IN"/>
        </a:p>
      </dgm:t>
    </dgm:pt>
    <dgm:pt modelId="{9B6A6524-F61D-4074-B90B-24CC1257E62C}">
      <dgm:prSet phldrT="[Text]"/>
      <dgm:spPr/>
      <dgm:t>
        <a:bodyPr/>
        <a:lstStyle/>
        <a:p>
          <a:r>
            <a:rPr lang="en-IN" b="1" i="0" dirty="0"/>
            <a:t>Object-Oriented programming</a:t>
          </a:r>
          <a:endParaRPr lang="en-IN" b="1" dirty="0"/>
        </a:p>
      </dgm:t>
    </dgm:pt>
    <dgm:pt modelId="{8A041FE4-5AD4-4910-BF67-5AC4C1A0F617}" type="parTrans" cxnId="{83907E47-D911-4714-A793-99034006AEE4}">
      <dgm:prSet/>
      <dgm:spPr/>
      <dgm:t>
        <a:bodyPr/>
        <a:lstStyle/>
        <a:p>
          <a:endParaRPr lang="en-IN"/>
        </a:p>
      </dgm:t>
    </dgm:pt>
    <dgm:pt modelId="{14E099AA-18F7-480F-8995-3B3BD3C9F4FA}" type="sibTrans" cxnId="{83907E47-D911-4714-A793-99034006AEE4}">
      <dgm:prSet/>
      <dgm:spPr/>
      <dgm:t>
        <a:bodyPr/>
        <a:lstStyle/>
        <a:p>
          <a:endParaRPr lang="en-IN"/>
        </a:p>
      </dgm:t>
    </dgm:pt>
    <dgm:pt modelId="{4BF02152-A239-4ADC-8088-6E60759BBD62}">
      <dgm:prSet phldrT="[Text]"/>
      <dgm:spPr/>
      <dgm:t>
        <a:bodyPr/>
        <a:lstStyle/>
        <a:p>
          <a:r>
            <a:rPr lang="en-IN" b="0" dirty="0"/>
            <a:t>Every component of program is considered as object and this is used to perform desired action</a:t>
          </a:r>
        </a:p>
      </dgm:t>
    </dgm:pt>
    <dgm:pt modelId="{8EC3ECA6-2912-4CB2-B2EE-55ECFFF68234}" type="parTrans" cxnId="{21EF035B-D828-4844-A1DA-75CFDD64CEF2}">
      <dgm:prSet/>
      <dgm:spPr/>
      <dgm:t>
        <a:bodyPr/>
        <a:lstStyle/>
        <a:p>
          <a:endParaRPr lang="en-IN"/>
        </a:p>
      </dgm:t>
    </dgm:pt>
    <dgm:pt modelId="{E9BFC96E-8FDF-4BCE-95A0-98A0C3F244C4}" type="sibTrans" cxnId="{21EF035B-D828-4844-A1DA-75CFDD64CEF2}">
      <dgm:prSet/>
      <dgm:spPr/>
      <dgm:t>
        <a:bodyPr/>
        <a:lstStyle/>
        <a:p>
          <a:endParaRPr lang="en-IN"/>
        </a:p>
      </dgm:t>
    </dgm:pt>
    <dgm:pt modelId="{4AA0A023-D563-42F7-8796-B83E7F0C508C}">
      <dgm:prSet phldrT="[Text]"/>
      <dgm:spPr/>
      <dgm:t>
        <a:bodyPr/>
        <a:lstStyle/>
        <a:p>
          <a:r>
            <a:rPr lang="en-IN" b="0" dirty="0" err="1"/>
            <a:t>Eg</a:t>
          </a:r>
          <a:r>
            <a:rPr lang="en-IN" b="0" dirty="0"/>
            <a:t>: C++ , Java</a:t>
          </a:r>
        </a:p>
      </dgm:t>
    </dgm:pt>
    <dgm:pt modelId="{5B2B0F23-104F-4D21-BB2A-500D1CDA75BB}" type="parTrans" cxnId="{884B298A-207A-4364-A49C-2BFF1B84A5C3}">
      <dgm:prSet/>
      <dgm:spPr/>
      <dgm:t>
        <a:bodyPr/>
        <a:lstStyle/>
        <a:p>
          <a:endParaRPr lang="en-IN"/>
        </a:p>
      </dgm:t>
    </dgm:pt>
    <dgm:pt modelId="{2BBFC725-09A6-4AC9-8E06-6DF21A5D0EB6}" type="sibTrans" cxnId="{884B298A-207A-4364-A49C-2BFF1B84A5C3}">
      <dgm:prSet/>
      <dgm:spPr/>
      <dgm:t>
        <a:bodyPr/>
        <a:lstStyle/>
        <a:p>
          <a:endParaRPr lang="en-IN"/>
        </a:p>
      </dgm:t>
    </dgm:pt>
    <dgm:pt modelId="{B1A3164F-AE50-4485-BA85-1C194D30122D}">
      <dgm:prSet phldrT="[Text]"/>
      <dgm:spPr/>
      <dgm:t>
        <a:bodyPr/>
        <a:lstStyle/>
        <a:p>
          <a:r>
            <a:rPr lang="en-IN" b="1" dirty="0"/>
            <a:t>Scripting Language</a:t>
          </a:r>
        </a:p>
      </dgm:t>
    </dgm:pt>
    <dgm:pt modelId="{4C916119-5525-4955-89A8-6E4541C06559}" type="parTrans" cxnId="{8D55A578-9D84-4000-8FEE-3173C8361274}">
      <dgm:prSet/>
      <dgm:spPr/>
      <dgm:t>
        <a:bodyPr/>
        <a:lstStyle/>
        <a:p>
          <a:endParaRPr lang="en-IN"/>
        </a:p>
      </dgm:t>
    </dgm:pt>
    <dgm:pt modelId="{C7639234-52DA-4307-8731-D7704C4F4184}" type="sibTrans" cxnId="{8D55A578-9D84-4000-8FEE-3173C8361274}">
      <dgm:prSet/>
      <dgm:spPr/>
      <dgm:t>
        <a:bodyPr/>
        <a:lstStyle/>
        <a:p>
          <a:endParaRPr lang="en-IN"/>
        </a:p>
      </dgm:t>
    </dgm:pt>
    <dgm:pt modelId="{8F67CE06-8282-453C-B50C-7742A43350D6}">
      <dgm:prSet phldrT="[Text]"/>
      <dgm:spPr/>
      <dgm:t>
        <a:bodyPr/>
        <a:lstStyle/>
        <a:p>
          <a:endParaRPr lang="en-IN" b="0" dirty="0"/>
        </a:p>
      </dgm:t>
    </dgm:pt>
    <dgm:pt modelId="{59B38EFD-56D0-4C1A-8A19-E6068B50E8D7}" type="parTrans" cxnId="{07543301-C5DB-4EC2-A4B7-29F86333CD03}">
      <dgm:prSet/>
      <dgm:spPr/>
      <dgm:t>
        <a:bodyPr/>
        <a:lstStyle/>
        <a:p>
          <a:endParaRPr lang="en-IN"/>
        </a:p>
      </dgm:t>
    </dgm:pt>
    <dgm:pt modelId="{2CE15D83-5DBD-4ECB-B3E7-D15153843677}" type="sibTrans" cxnId="{07543301-C5DB-4EC2-A4B7-29F86333CD03}">
      <dgm:prSet/>
      <dgm:spPr/>
      <dgm:t>
        <a:bodyPr/>
        <a:lstStyle/>
        <a:p>
          <a:endParaRPr lang="en-IN"/>
        </a:p>
      </dgm:t>
    </dgm:pt>
    <dgm:pt modelId="{DC1A30EA-2315-44ED-A0CC-F74BCE4EC699}">
      <dgm:prSet phldrT="[Text]"/>
      <dgm:spPr/>
      <dgm:t>
        <a:bodyPr/>
        <a:lstStyle/>
        <a:p>
          <a:endParaRPr lang="en-IN" b="0" dirty="0"/>
        </a:p>
      </dgm:t>
    </dgm:pt>
    <dgm:pt modelId="{D80F3388-1EF7-4AA0-8547-04522256D13D}" type="parTrans" cxnId="{CE75DB8B-5280-4F19-B570-7CE43A83D8AD}">
      <dgm:prSet/>
      <dgm:spPr/>
      <dgm:t>
        <a:bodyPr/>
        <a:lstStyle/>
        <a:p>
          <a:endParaRPr lang="en-IN"/>
        </a:p>
      </dgm:t>
    </dgm:pt>
    <dgm:pt modelId="{B203DAA6-295C-4651-B590-DD9D9E5F5642}" type="sibTrans" cxnId="{CE75DB8B-5280-4F19-B570-7CE43A83D8AD}">
      <dgm:prSet/>
      <dgm:spPr/>
      <dgm:t>
        <a:bodyPr/>
        <a:lstStyle/>
        <a:p>
          <a:endParaRPr lang="en-IN"/>
        </a:p>
      </dgm:t>
    </dgm:pt>
    <dgm:pt modelId="{489F7530-3AD6-4074-90AC-63576F126F16}">
      <dgm:prSet phldrT="[Text]"/>
      <dgm:spPr/>
      <dgm:t>
        <a:bodyPr/>
        <a:lstStyle/>
        <a:p>
          <a:r>
            <a:rPr lang="en-IN" b="0" dirty="0"/>
            <a:t>Designed for communicating with other programming languages</a:t>
          </a:r>
        </a:p>
      </dgm:t>
    </dgm:pt>
    <dgm:pt modelId="{66F8B20C-7434-4E75-9A9C-DC6C6C070F46}" type="parTrans" cxnId="{D115CEDA-33F9-4440-B519-B80F47E8A360}">
      <dgm:prSet/>
      <dgm:spPr/>
      <dgm:t>
        <a:bodyPr/>
        <a:lstStyle/>
        <a:p>
          <a:endParaRPr lang="en-IN"/>
        </a:p>
      </dgm:t>
    </dgm:pt>
    <dgm:pt modelId="{85556EB2-5F4C-4BF1-9F71-CCCA0F70EA99}" type="sibTrans" cxnId="{D115CEDA-33F9-4440-B519-B80F47E8A360}">
      <dgm:prSet/>
      <dgm:spPr/>
      <dgm:t>
        <a:bodyPr/>
        <a:lstStyle/>
        <a:p>
          <a:endParaRPr lang="en-IN"/>
        </a:p>
      </dgm:t>
    </dgm:pt>
    <dgm:pt modelId="{8BA3F924-E903-4946-AD99-4BB5E1488677}">
      <dgm:prSet phldrT="[Text]"/>
      <dgm:spPr/>
      <dgm:t>
        <a:bodyPr/>
        <a:lstStyle/>
        <a:p>
          <a:r>
            <a:rPr lang="en-IN" b="0" dirty="0" err="1"/>
            <a:t>Eg</a:t>
          </a:r>
          <a:r>
            <a:rPr lang="en-IN" b="0" dirty="0"/>
            <a:t>: Python, JavaScript</a:t>
          </a:r>
        </a:p>
      </dgm:t>
    </dgm:pt>
    <dgm:pt modelId="{172B00B0-F137-4056-B9CD-29F8D71B14C6}" type="parTrans" cxnId="{0AA94D33-6695-4F14-8CA4-B2460B40D21F}">
      <dgm:prSet/>
      <dgm:spPr/>
      <dgm:t>
        <a:bodyPr/>
        <a:lstStyle/>
        <a:p>
          <a:endParaRPr lang="en-IN"/>
        </a:p>
      </dgm:t>
    </dgm:pt>
    <dgm:pt modelId="{8554CC3C-96A3-41D5-930A-1E689D532360}" type="sibTrans" cxnId="{0AA94D33-6695-4F14-8CA4-B2460B40D21F}">
      <dgm:prSet/>
      <dgm:spPr/>
      <dgm:t>
        <a:bodyPr/>
        <a:lstStyle/>
        <a:p>
          <a:endParaRPr lang="en-IN"/>
        </a:p>
      </dgm:t>
    </dgm:pt>
    <dgm:pt modelId="{96F575F0-BCE7-49C5-B3CD-F1113BE0F0D4}">
      <dgm:prSet phldrT="[Text]"/>
      <dgm:spPr/>
      <dgm:t>
        <a:bodyPr/>
        <a:lstStyle/>
        <a:p>
          <a:endParaRPr lang="en-IN" b="0" dirty="0"/>
        </a:p>
      </dgm:t>
    </dgm:pt>
    <dgm:pt modelId="{A102A423-DCE5-4C1B-8492-C838047E55D0}" type="parTrans" cxnId="{F196F125-A134-4DB3-9817-19EF05DB5A88}">
      <dgm:prSet/>
      <dgm:spPr/>
      <dgm:t>
        <a:bodyPr/>
        <a:lstStyle/>
        <a:p>
          <a:endParaRPr lang="en-IN"/>
        </a:p>
      </dgm:t>
    </dgm:pt>
    <dgm:pt modelId="{E4CE3E70-D1C5-46D2-B92E-244779A555C3}" type="sibTrans" cxnId="{F196F125-A134-4DB3-9817-19EF05DB5A88}">
      <dgm:prSet/>
      <dgm:spPr/>
      <dgm:t>
        <a:bodyPr/>
        <a:lstStyle/>
        <a:p>
          <a:endParaRPr lang="en-IN"/>
        </a:p>
      </dgm:t>
    </dgm:pt>
    <dgm:pt modelId="{EAB7B146-EBDD-42B7-9520-C8C8AA9F8332}">
      <dgm:prSet phldrT="[Text]"/>
      <dgm:spPr/>
      <dgm:t>
        <a:bodyPr/>
        <a:lstStyle/>
        <a:p>
          <a:endParaRPr lang="en-IN" b="0" dirty="0"/>
        </a:p>
      </dgm:t>
    </dgm:pt>
    <dgm:pt modelId="{58E83FC9-8C30-4899-B9B6-F33CAE99329E}" type="parTrans" cxnId="{DC7C0BD8-81F9-43CA-A72D-3C9235707EB5}">
      <dgm:prSet/>
      <dgm:spPr/>
      <dgm:t>
        <a:bodyPr/>
        <a:lstStyle/>
        <a:p>
          <a:endParaRPr lang="en-IN"/>
        </a:p>
      </dgm:t>
    </dgm:pt>
    <dgm:pt modelId="{EC9FBEEC-717D-4468-9436-4197F89A26F9}" type="sibTrans" cxnId="{DC7C0BD8-81F9-43CA-A72D-3C9235707EB5}">
      <dgm:prSet/>
      <dgm:spPr/>
      <dgm:t>
        <a:bodyPr/>
        <a:lstStyle/>
        <a:p>
          <a:endParaRPr lang="en-IN"/>
        </a:p>
      </dgm:t>
    </dgm:pt>
    <dgm:pt modelId="{CD914BA4-7614-4317-B387-7EFE78357E82}" type="pres">
      <dgm:prSet presAssocID="{8419385E-7B0E-4A27-AFE6-DD78EC8EEDE4}" presName="Name0" presStyleCnt="0">
        <dgm:presLayoutVars>
          <dgm:dir/>
          <dgm:resizeHandles val="exact"/>
        </dgm:presLayoutVars>
      </dgm:prSet>
      <dgm:spPr/>
    </dgm:pt>
    <dgm:pt modelId="{256DA86E-C966-4FB9-B09C-CB716C3F6F41}" type="pres">
      <dgm:prSet presAssocID="{8419385E-7B0E-4A27-AFE6-DD78EC8EEDE4}" presName="fgShape" presStyleLbl="fgShp" presStyleIdx="0" presStyleCnt="1" custFlipVert="1" custScaleY="5714"/>
      <dgm:spPr>
        <a:prstGeom prst="rightArrow">
          <a:avLst/>
        </a:prstGeom>
      </dgm:spPr>
    </dgm:pt>
    <dgm:pt modelId="{38F34CCD-EFA7-4F97-A6DD-4467E6CCC275}" type="pres">
      <dgm:prSet presAssocID="{8419385E-7B0E-4A27-AFE6-DD78EC8EEDE4}" presName="linComp" presStyleCnt="0"/>
      <dgm:spPr/>
    </dgm:pt>
    <dgm:pt modelId="{CB237E96-5856-448D-A60A-3BA8AD663F0A}" type="pres">
      <dgm:prSet presAssocID="{5C51E3B9-C8DD-47B4-844B-CF9096D6A0C2}" presName="compNode" presStyleCnt="0"/>
      <dgm:spPr/>
    </dgm:pt>
    <dgm:pt modelId="{AC8E0393-B9B9-4717-BF23-23AC76FB9A3E}" type="pres">
      <dgm:prSet presAssocID="{5C51E3B9-C8DD-47B4-844B-CF9096D6A0C2}" presName="bkgdShape" presStyleLbl="node1" presStyleIdx="0" presStyleCnt="4"/>
      <dgm:spPr/>
    </dgm:pt>
    <dgm:pt modelId="{B512A051-0FA5-4CD7-9DA3-778E7F09F063}" type="pres">
      <dgm:prSet presAssocID="{5C51E3B9-C8DD-47B4-844B-CF9096D6A0C2}" presName="nodeTx" presStyleLbl="node1" presStyleIdx="0" presStyleCnt="4">
        <dgm:presLayoutVars>
          <dgm:bulletEnabled val="1"/>
        </dgm:presLayoutVars>
      </dgm:prSet>
      <dgm:spPr/>
    </dgm:pt>
    <dgm:pt modelId="{902FCF94-CB19-4BA2-ACC4-5BD3E0BCA5AB}" type="pres">
      <dgm:prSet presAssocID="{5C51E3B9-C8DD-47B4-844B-CF9096D6A0C2}" presName="invisiNode" presStyleLbl="node1" presStyleIdx="0" presStyleCnt="4"/>
      <dgm:spPr/>
    </dgm:pt>
    <dgm:pt modelId="{3D02A802-4DDC-474F-87E4-E02D7ECCD8D9}" type="pres">
      <dgm:prSet presAssocID="{5C51E3B9-C8DD-47B4-844B-CF9096D6A0C2}" presName="imagNode" presStyleLbl="fgImgPlace1" presStyleIdx="0" presStyleCnt="4"/>
      <dgm:spPr>
        <a:prstGeom prst="flowChartAlternateProcess">
          <a:avLst/>
        </a:prstGeom>
        <a:blipFill rotWithShape="1">
          <a:blip xmlns:r="http://schemas.openxmlformats.org/officeDocument/2006/relationships" r:embed="rId1"/>
          <a:srcRect/>
          <a:stretch>
            <a:fillRect l="-3000" r="-3000"/>
          </a:stretch>
        </a:blipFill>
      </dgm:spPr>
    </dgm:pt>
    <dgm:pt modelId="{A11C0B34-7F7D-425F-B15A-BBA53DDADCA8}" type="pres">
      <dgm:prSet presAssocID="{B3B3DEA3-1865-4311-99E7-8F0BDB0E6340}" presName="sibTrans" presStyleLbl="sibTrans2D1" presStyleIdx="0" presStyleCnt="0"/>
      <dgm:spPr/>
    </dgm:pt>
    <dgm:pt modelId="{A0A19716-2296-4EEF-828C-BA30C2848735}" type="pres">
      <dgm:prSet presAssocID="{0F002466-05DD-443A-91D8-29E2050C6F84}" presName="compNode" presStyleCnt="0"/>
      <dgm:spPr/>
    </dgm:pt>
    <dgm:pt modelId="{9511FED4-0481-4519-AD43-41B3CB99A002}" type="pres">
      <dgm:prSet presAssocID="{0F002466-05DD-443A-91D8-29E2050C6F84}" presName="bkgdShape" presStyleLbl="node1" presStyleIdx="1" presStyleCnt="4"/>
      <dgm:spPr/>
    </dgm:pt>
    <dgm:pt modelId="{A4C5958E-F1D3-4744-B8CF-EFA209AFEDBE}" type="pres">
      <dgm:prSet presAssocID="{0F002466-05DD-443A-91D8-29E2050C6F84}" presName="nodeTx" presStyleLbl="node1" presStyleIdx="1" presStyleCnt="4">
        <dgm:presLayoutVars>
          <dgm:bulletEnabled val="1"/>
        </dgm:presLayoutVars>
      </dgm:prSet>
      <dgm:spPr/>
    </dgm:pt>
    <dgm:pt modelId="{C9A0E892-0AC9-44D9-BE83-AC4D120F1EF5}" type="pres">
      <dgm:prSet presAssocID="{0F002466-05DD-443A-91D8-29E2050C6F84}" presName="invisiNode" presStyleLbl="node1" presStyleIdx="1" presStyleCnt="4"/>
      <dgm:spPr/>
    </dgm:pt>
    <dgm:pt modelId="{2B0C0646-F075-4359-AAC5-FCC98D00DB37}" type="pres">
      <dgm:prSet presAssocID="{0F002466-05DD-443A-91D8-29E2050C6F84}" presName="imagNode" presStyleLbl="fgImgPlace1" presStyleIdx="1" presStyleCnt="4"/>
      <dgm:spPr>
        <a:prstGeom prst="flowChartAlternateProcess">
          <a:avLst/>
        </a:prstGeom>
        <a:blipFill rotWithShape="1">
          <a:blip xmlns:r="http://schemas.openxmlformats.org/officeDocument/2006/relationships" r:embed="rId2"/>
          <a:srcRect/>
          <a:stretch>
            <a:fillRect t="-30000" b="-30000"/>
          </a:stretch>
        </a:blipFill>
      </dgm:spPr>
    </dgm:pt>
    <dgm:pt modelId="{CDDA7630-31E5-444B-8518-054864E3026E}" type="pres">
      <dgm:prSet presAssocID="{60E5E35B-5360-4320-87BA-DC9FE6216151}" presName="sibTrans" presStyleLbl="sibTrans2D1" presStyleIdx="0" presStyleCnt="0"/>
      <dgm:spPr/>
    </dgm:pt>
    <dgm:pt modelId="{3C805F25-3AA6-47C6-BB12-309A5861D1B6}" type="pres">
      <dgm:prSet presAssocID="{9B6A6524-F61D-4074-B90B-24CC1257E62C}" presName="compNode" presStyleCnt="0"/>
      <dgm:spPr/>
    </dgm:pt>
    <dgm:pt modelId="{5A4FEF01-19B5-49D6-BECA-8F5F645F567B}" type="pres">
      <dgm:prSet presAssocID="{9B6A6524-F61D-4074-B90B-24CC1257E62C}" presName="bkgdShape" presStyleLbl="node1" presStyleIdx="2" presStyleCnt="4"/>
      <dgm:spPr/>
    </dgm:pt>
    <dgm:pt modelId="{85E6A7BB-87BC-4530-859D-34D1E9AD0BD5}" type="pres">
      <dgm:prSet presAssocID="{9B6A6524-F61D-4074-B90B-24CC1257E62C}" presName="nodeTx" presStyleLbl="node1" presStyleIdx="2" presStyleCnt="4">
        <dgm:presLayoutVars>
          <dgm:bulletEnabled val="1"/>
        </dgm:presLayoutVars>
      </dgm:prSet>
      <dgm:spPr/>
    </dgm:pt>
    <dgm:pt modelId="{04CDD501-6013-43A3-BC2D-12C0F5853AD6}" type="pres">
      <dgm:prSet presAssocID="{9B6A6524-F61D-4074-B90B-24CC1257E62C}" presName="invisiNode" presStyleLbl="node1" presStyleIdx="2" presStyleCnt="4"/>
      <dgm:spPr/>
    </dgm:pt>
    <dgm:pt modelId="{1B43D5BC-87D0-4489-A0D2-F990FF959742}" type="pres">
      <dgm:prSet presAssocID="{9B6A6524-F61D-4074-B90B-24CC1257E62C}" presName="imagNode" presStyleLbl="fgImgPlace1" presStyleIdx="2" presStyleCnt="4"/>
      <dgm:spPr>
        <a:prstGeom prst="flowChartAlternateProcess">
          <a:avLst/>
        </a:prstGeom>
        <a:blipFill rotWithShape="1">
          <a:blip xmlns:r="http://schemas.openxmlformats.org/officeDocument/2006/relationships" r:embed="rId3"/>
          <a:srcRect/>
          <a:stretch>
            <a:fillRect t="-16000" b="-16000"/>
          </a:stretch>
        </a:blipFill>
      </dgm:spPr>
    </dgm:pt>
    <dgm:pt modelId="{BA91DB8F-F74A-4F7A-B1B5-D0F68E095982}" type="pres">
      <dgm:prSet presAssocID="{14E099AA-18F7-480F-8995-3B3BD3C9F4FA}" presName="sibTrans" presStyleLbl="sibTrans2D1" presStyleIdx="0" presStyleCnt="0"/>
      <dgm:spPr/>
    </dgm:pt>
    <dgm:pt modelId="{D6315AD2-73BC-453C-BB3C-9EAAE7E04400}" type="pres">
      <dgm:prSet presAssocID="{B1A3164F-AE50-4485-BA85-1C194D30122D}" presName="compNode" presStyleCnt="0"/>
      <dgm:spPr/>
    </dgm:pt>
    <dgm:pt modelId="{E6CEEDBF-5B62-4630-9E39-400A8E06FCDA}" type="pres">
      <dgm:prSet presAssocID="{B1A3164F-AE50-4485-BA85-1C194D30122D}" presName="bkgdShape" presStyleLbl="node1" presStyleIdx="3" presStyleCnt="4"/>
      <dgm:spPr/>
    </dgm:pt>
    <dgm:pt modelId="{A1102FFA-990D-4DCC-85CF-785B857DCFDD}" type="pres">
      <dgm:prSet presAssocID="{B1A3164F-AE50-4485-BA85-1C194D30122D}" presName="nodeTx" presStyleLbl="node1" presStyleIdx="3" presStyleCnt="4">
        <dgm:presLayoutVars>
          <dgm:bulletEnabled val="1"/>
        </dgm:presLayoutVars>
      </dgm:prSet>
      <dgm:spPr/>
    </dgm:pt>
    <dgm:pt modelId="{CC70D6AF-CB30-4BBD-BB95-06E871440941}" type="pres">
      <dgm:prSet presAssocID="{B1A3164F-AE50-4485-BA85-1C194D30122D}" presName="invisiNode" presStyleLbl="node1" presStyleIdx="3" presStyleCnt="4"/>
      <dgm:spPr/>
    </dgm:pt>
    <dgm:pt modelId="{8988A4D7-81F5-43F1-A009-8E3C211C3AE9}" type="pres">
      <dgm:prSet presAssocID="{B1A3164F-AE50-4485-BA85-1C194D30122D}" presName="imagNode" presStyleLbl="fgImgPlace1" presStyleIdx="3" presStyleCnt="4"/>
      <dgm:spPr>
        <a:prstGeom prst="flowChartAlternateProcess">
          <a:avLst/>
        </a:prstGeom>
        <a:blipFill rotWithShape="1">
          <a:blip xmlns:r="http://schemas.openxmlformats.org/officeDocument/2006/relationships" r:embed="rId4"/>
          <a:srcRect/>
          <a:stretch>
            <a:fillRect t="-15000" b="-15000"/>
          </a:stretch>
        </a:blipFill>
      </dgm:spPr>
    </dgm:pt>
  </dgm:ptLst>
  <dgm:cxnLst>
    <dgm:cxn modelId="{07543301-C5DB-4EC2-A4B7-29F86333CD03}" srcId="{0F002466-05DD-443A-91D8-29E2050C6F84}" destId="{8F67CE06-8282-453C-B50C-7742A43350D6}" srcOrd="1" destOrd="0" parTransId="{59B38EFD-56D0-4C1A-8A19-E6068B50E8D7}" sibTransId="{2CE15D83-5DBD-4ECB-B3E7-D15153843677}"/>
    <dgm:cxn modelId="{25A79201-D9CE-4BC1-9722-7E0F7199B427}" type="presOf" srcId="{B1A3164F-AE50-4485-BA85-1C194D30122D}" destId="{E6CEEDBF-5B62-4630-9E39-400A8E06FCDA}" srcOrd="0" destOrd="0" presId="urn:microsoft.com/office/officeart/2005/8/layout/hList7"/>
    <dgm:cxn modelId="{5F2D8E15-D872-4BE6-8FE3-BAE6F7B30CDD}" type="presOf" srcId="{B1A3164F-AE50-4485-BA85-1C194D30122D}" destId="{A1102FFA-990D-4DCC-85CF-785B857DCFDD}" srcOrd="1" destOrd="0" presId="urn:microsoft.com/office/officeart/2005/8/layout/hList7"/>
    <dgm:cxn modelId="{1B140118-7ADB-4D6D-ACD3-D5AC51C2C314}" type="presOf" srcId="{8BA3F924-E903-4946-AD99-4BB5E1488677}" destId="{A1102FFA-990D-4DCC-85CF-785B857DCFDD}" srcOrd="1" destOrd="3" presId="urn:microsoft.com/office/officeart/2005/8/layout/hList7"/>
    <dgm:cxn modelId="{5BDD6F1E-2BF1-4042-92D0-CDFC5B7B225D}" type="presOf" srcId="{4AA0A023-D563-42F7-8796-B83E7F0C508C}" destId="{5A4FEF01-19B5-49D6-BECA-8F5F645F567B}" srcOrd="0" destOrd="3" presId="urn:microsoft.com/office/officeart/2005/8/layout/hList7"/>
    <dgm:cxn modelId="{F196F125-A134-4DB3-9817-19EF05DB5A88}" srcId="{9B6A6524-F61D-4074-B90B-24CC1257E62C}" destId="{96F575F0-BCE7-49C5-B3CD-F1113BE0F0D4}" srcOrd="1" destOrd="0" parTransId="{A102A423-DCE5-4C1B-8492-C838047E55D0}" sibTransId="{E4CE3E70-D1C5-46D2-B92E-244779A555C3}"/>
    <dgm:cxn modelId="{90331E2A-98E1-47DE-8AC5-5F16887EB0D2}" srcId="{5C51E3B9-C8DD-47B4-844B-CF9096D6A0C2}" destId="{52AE71C4-4FD8-480F-9B9E-89985E86329D}" srcOrd="2" destOrd="0" parTransId="{9016FDE4-7682-4B22-8DD1-FC8ECA49761A}" sibTransId="{8FB9C55D-9626-4B07-9398-91FC89285D60}"/>
    <dgm:cxn modelId="{C293D62D-3D62-40A7-BD53-276C349D68A6}" type="presOf" srcId="{DC1A30EA-2315-44ED-A0CC-F74BCE4EC699}" destId="{B512A051-0FA5-4CD7-9DA3-778E7F09F063}" srcOrd="1" destOrd="2" presId="urn:microsoft.com/office/officeart/2005/8/layout/hList7"/>
    <dgm:cxn modelId="{A621012F-4C76-478F-A3E5-6FF56C404003}" srcId="{0F002466-05DD-443A-91D8-29E2050C6F84}" destId="{EDED474D-2FF8-4778-BDFA-CE45EF029EF0}" srcOrd="0" destOrd="0" parTransId="{169846A6-CBA5-4661-94C9-849A65DBD402}" sibTransId="{47C10A99-4767-421E-856E-DF969E4AA0D8}"/>
    <dgm:cxn modelId="{90251D2F-4B8E-44E0-B4CC-02FB362DE5C9}" srcId="{5C51E3B9-C8DD-47B4-844B-CF9096D6A0C2}" destId="{F7314E0F-DCF1-4DBB-83F1-5140C28BFCB5}" srcOrd="0" destOrd="0" parTransId="{18BC2155-2080-4701-A8A1-82A3EEF96B41}" sibTransId="{A6E65F29-03DF-4631-A96F-283876DC6DAE}"/>
    <dgm:cxn modelId="{0AA94D33-6695-4F14-8CA4-B2460B40D21F}" srcId="{B1A3164F-AE50-4485-BA85-1C194D30122D}" destId="{8BA3F924-E903-4946-AD99-4BB5E1488677}" srcOrd="2" destOrd="0" parTransId="{172B00B0-F137-4056-B9CD-29F8D71B14C6}" sibTransId="{8554CC3C-96A3-41D5-930A-1E689D532360}"/>
    <dgm:cxn modelId="{DAA3AC35-B592-40DF-8091-CF57B06FC174}" type="presOf" srcId="{F7314E0F-DCF1-4DBB-83F1-5140C28BFCB5}" destId="{B512A051-0FA5-4CD7-9DA3-778E7F09F063}" srcOrd="1" destOrd="1" presId="urn:microsoft.com/office/officeart/2005/8/layout/hList7"/>
    <dgm:cxn modelId="{B8BC3D39-1BA6-4A6C-A21D-8FE7968BCC07}" type="presOf" srcId="{4AA0A023-D563-42F7-8796-B83E7F0C508C}" destId="{85E6A7BB-87BC-4530-859D-34D1E9AD0BD5}" srcOrd="1" destOrd="3" presId="urn:microsoft.com/office/officeart/2005/8/layout/hList7"/>
    <dgm:cxn modelId="{236B9E3B-EAAD-42D5-95A3-53697E916504}" type="presOf" srcId="{9B6A6524-F61D-4074-B90B-24CC1257E62C}" destId="{85E6A7BB-87BC-4530-859D-34D1E9AD0BD5}" srcOrd="1" destOrd="0" presId="urn:microsoft.com/office/officeart/2005/8/layout/hList7"/>
    <dgm:cxn modelId="{206E4D40-44F1-47DF-8F58-F8E5971E20F7}" type="presOf" srcId="{5C51E3B9-C8DD-47B4-844B-CF9096D6A0C2}" destId="{B512A051-0FA5-4CD7-9DA3-778E7F09F063}" srcOrd="1" destOrd="0" presId="urn:microsoft.com/office/officeart/2005/8/layout/hList7"/>
    <dgm:cxn modelId="{21EF035B-D828-4844-A1DA-75CFDD64CEF2}" srcId="{9B6A6524-F61D-4074-B90B-24CC1257E62C}" destId="{4BF02152-A239-4ADC-8088-6E60759BBD62}" srcOrd="0" destOrd="0" parTransId="{8EC3ECA6-2912-4CB2-B2EE-55ECFFF68234}" sibTransId="{E9BFC96E-8FDF-4BCE-95A0-98A0C3F244C4}"/>
    <dgm:cxn modelId="{C772FF5F-A425-429F-B759-D87DDCF1FB26}" type="presOf" srcId="{EAB7B146-EBDD-42B7-9520-C8C8AA9F8332}" destId="{E6CEEDBF-5B62-4630-9E39-400A8E06FCDA}" srcOrd="0" destOrd="2" presId="urn:microsoft.com/office/officeart/2005/8/layout/hList7"/>
    <dgm:cxn modelId="{DF778560-6FDB-4674-85AC-2B7DFEDAC5E9}" type="presOf" srcId="{60E5E35B-5360-4320-87BA-DC9FE6216151}" destId="{CDDA7630-31E5-444B-8518-054864E3026E}" srcOrd="0" destOrd="0" presId="urn:microsoft.com/office/officeart/2005/8/layout/hList7"/>
    <dgm:cxn modelId="{C980E265-A59A-4D46-B58F-70172895DA1D}" type="presOf" srcId="{52AE71C4-4FD8-480F-9B9E-89985E86329D}" destId="{AC8E0393-B9B9-4717-BF23-23AC76FB9A3E}" srcOrd="0" destOrd="3" presId="urn:microsoft.com/office/officeart/2005/8/layout/hList7"/>
    <dgm:cxn modelId="{83907E47-D911-4714-A793-99034006AEE4}" srcId="{8419385E-7B0E-4A27-AFE6-DD78EC8EEDE4}" destId="{9B6A6524-F61D-4074-B90B-24CC1257E62C}" srcOrd="2" destOrd="0" parTransId="{8A041FE4-5AD4-4910-BF67-5AC4C1A0F617}" sibTransId="{14E099AA-18F7-480F-8995-3B3BD3C9F4FA}"/>
    <dgm:cxn modelId="{E64FF067-80B1-46A0-B1DA-8FFAFDB5959C}" type="presOf" srcId="{B3B3DEA3-1865-4311-99E7-8F0BDB0E6340}" destId="{A11C0B34-7F7D-425F-B15A-BBA53DDADCA8}" srcOrd="0" destOrd="0" presId="urn:microsoft.com/office/officeart/2005/8/layout/hList7"/>
    <dgm:cxn modelId="{93089B49-BE22-4020-8A5B-2CFC618125F3}" type="presOf" srcId="{8F67CE06-8282-453C-B50C-7742A43350D6}" destId="{9511FED4-0481-4519-AD43-41B3CB99A002}" srcOrd="0" destOrd="2" presId="urn:microsoft.com/office/officeart/2005/8/layout/hList7"/>
    <dgm:cxn modelId="{BFB3D96B-6F25-483A-8682-A08F085C24A0}" type="presOf" srcId="{F7314E0F-DCF1-4DBB-83F1-5140C28BFCB5}" destId="{AC8E0393-B9B9-4717-BF23-23AC76FB9A3E}" srcOrd="0" destOrd="1" presId="urn:microsoft.com/office/officeart/2005/8/layout/hList7"/>
    <dgm:cxn modelId="{C87E904C-A97D-4019-859C-17EE32533201}" type="presOf" srcId="{4BF02152-A239-4ADC-8088-6E60759BBD62}" destId="{85E6A7BB-87BC-4530-859D-34D1E9AD0BD5}" srcOrd="1" destOrd="1" presId="urn:microsoft.com/office/officeart/2005/8/layout/hList7"/>
    <dgm:cxn modelId="{79614B6D-45D9-49EA-8D54-3EBF2AFD0756}" type="presOf" srcId="{979CB8B6-F7BA-4B9A-ADE4-49BF805964C7}" destId="{A4C5958E-F1D3-4744-B8CF-EFA209AFEDBE}" srcOrd="1" destOrd="3" presId="urn:microsoft.com/office/officeart/2005/8/layout/hList7"/>
    <dgm:cxn modelId="{6D0F7A6D-01A1-4BD9-8222-2E95D425D77F}" type="presOf" srcId="{14E099AA-18F7-480F-8995-3B3BD3C9F4FA}" destId="{BA91DB8F-F74A-4F7A-B1B5-D0F68E095982}" srcOrd="0" destOrd="0" presId="urn:microsoft.com/office/officeart/2005/8/layout/hList7"/>
    <dgm:cxn modelId="{5D6B8072-3FC0-48A1-943A-08D9AD98DF27}" srcId="{8419385E-7B0E-4A27-AFE6-DD78EC8EEDE4}" destId="{5C51E3B9-C8DD-47B4-844B-CF9096D6A0C2}" srcOrd="0" destOrd="0" parTransId="{977DD937-9DA3-4985-8A22-3AA010288BBF}" sibTransId="{B3B3DEA3-1865-4311-99E7-8F0BDB0E6340}"/>
    <dgm:cxn modelId="{6AF72357-9941-4FC6-82C7-5D0DCA289B93}" type="presOf" srcId="{489F7530-3AD6-4074-90AC-63576F126F16}" destId="{E6CEEDBF-5B62-4630-9E39-400A8E06FCDA}" srcOrd="0" destOrd="1" presId="urn:microsoft.com/office/officeart/2005/8/layout/hList7"/>
    <dgm:cxn modelId="{F61D4057-BC78-4374-AD2C-78D237B68327}" type="presOf" srcId="{EDED474D-2FF8-4778-BDFA-CE45EF029EF0}" destId="{9511FED4-0481-4519-AD43-41B3CB99A002}" srcOrd="0" destOrd="1" presId="urn:microsoft.com/office/officeart/2005/8/layout/hList7"/>
    <dgm:cxn modelId="{8D55A578-9D84-4000-8FEE-3173C8361274}" srcId="{8419385E-7B0E-4A27-AFE6-DD78EC8EEDE4}" destId="{B1A3164F-AE50-4485-BA85-1C194D30122D}" srcOrd="3" destOrd="0" parTransId="{4C916119-5525-4955-89A8-6E4541C06559}" sibTransId="{C7639234-52DA-4307-8731-D7704C4F4184}"/>
    <dgm:cxn modelId="{FD1C5580-1E95-490D-B317-8E7213F3FF2E}" type="presOf" srcId="{EAB7B146-EBDD-42B7-9520-C8C8AA9F8332}" destId="{A1102FFA-990D-4DCC-85CF-785B857DCFDD}" srcOrd="1" destOrd="2" presId="urn:microsoft.com/office/officeart/2005/8/layout/hList7"/>
    <dgm:cxn modelId="{E88D6986-D513-491D-B463-95B5F51B4A13}" type="presOf" srcId="{4BF02152-A239-4ADC-8088-6E60759BBD62}" destId="{5A4FEF01-19B5-49D6-BECA-8F5F645F567B}" srcOrd="0" destOrd="1" presId="urn:microsoft.com/office/officeart/2005/8/layout/hList7"/>
    <dgm:cxn modelId="{884B298A-207A-4364-A49C-2BFF1B84A5C3}" srcId="{9B6A6524-F61D-4074-B90B-24CC1257E62C}" destId="{4AA0A023-D563-42F7-8796-B83E7F0C508C}" srcOrd="2" destOrd="0" parTransId="{5B2B0F23-104F-4D21-BB2A-500D1CDA75BB}" sibTransId="{2BBFC725-09A6-4AC9-8E06-6DF21A5D0EB6}"/>
    <dgm:cxn modelId="{CE75DB8B-5280-4F19-B570-7CE43A83D8AD}" srcId="{5C51E3B9-C8DD-47B4-844B-CF9096D6A0C2}" destId="{DC1A30EA-2315-44ED-A0CC-F74BCE4EC699}" srcOrd="1" destOrd="0" parTransId="{D80F3388-1EF7-4AA0-8547-04522256D13D}" sibTransId="{B203DAA6-295C-4651-B590-DD9D9E5F5642}"/>
    <dgm:cxn modelId="{A0BFC494-7D02-4846-9D67-BD037BB60338}" type="presOf" srcId="{489F7530-3AD6-4074-90AC-63576F126F16}" destId="{A1102FFA-990D-4DCC-85CF-785B857DCFDD}" srcOrd="1" destOrd="1" presId="urn:microsoft.com/office/officeart/2005/8/layout/hList7"/>
    <dgm:cxn modelId="{9498469D-2FBD-4A86-92E4-924FADB0A098}" type="presOf" srcId="{52AE71C4-4FD8-480F-9B9E-89985E86329D}" destId="{B512A051-0FA5-4CD7-9DA3-778E7F09F063}" srcOrd="1" destOrd="3" presId="urn:microsoft.com/office/officeart/2005/8/layout/hList7"/>
    <dgm:cxn modelId="{B861ED9E-0E4E-4E8C-8238-D365934DF9E4}" type="presOf" srcId="{96F575F0-BCE7-49C5-B3CD-F1113BE0F0D4}" destId="{85E6A7BB-87BC-4530-859D-34D1E9AD0BD5}" srcOrd="1" destOrd="2" presId="urn:microsoft.com/office/officeart/2005/8/layout/hList7"/>
    <dgm:cxn modelId="{37E5729F-396B-47A7-81D5-D2D19F275527}" type="presOf" srcId="{0F002466-05DD-443A-91D8-29E2050C6F84}" destId="{9511FED4-0481-4519-AD43-41B3CB99A002}" srcOrd="0" destOrd="0" presId="urn:microsoft.com/office/officeart/2005/8/layout/hList7"/>
    <dgm:cxn modelId="{C2AEE7A2-07FC-41F1-A847-D29B1449ECC2}" type="presOf" srcId="{8419385E-7B0E-4A27-AFE6-DD78EC8EEDE4}" destId="{CD914BA4-7614-4317-B387-7EFE78357E82}" srcOrd="0" destOrd="0" presId="urn:microsoft.com/office/officeart/2005/8/layout/hList7"/>
    <dgm:cxn modelId="{F164D6A9-48AB-42A4-8E6E-2E861CE1F26E}" type="presOf" srcId="{DC1A30EA-2315-44ED-A0CC-F74BCE4EC699}" destId="{AC8E0393-B9B9-4717-BF23-23AC76FB9A3E}" srcOrd="0" destOrd="2" presId="urn:microsoft.com/office/officeart/2005/8/layout/hList7"/>
    <dgm:cxn modelId="{D93E60C2-C9C2-4227-86FA-46C7DA65DF18}" type="presOf" srcId="{979CB8B6-F7BA-4B9A-ADE4-49BF805964C7}" destId="{9511FED4-0481-4519-AD43-41B3CB99A002}" srcOrd="0" destOrd="3" presId="urn:microsoft.com/office/officeart/2005/8/layout/hList7"/>
    <dgm:cxn modelId="{E7C27ACD-3CD2-4F69-82BE-A9F980C48308}" type="presOf" srcId="{0F002466-05DD-443A-91D8-29E2050C6F84}" destId="{A4C5958E-F1D3-4744-B8CF-EFA209AFEDBE}" srcOrd="1" destOrd="0" presId="urn:microsoft.com/office/officeart/2005/8/layout/hList7"/>
    <dgm:cxn modelId="{5E04F0D0-0AB6-40F4-AFA6-3DE54E3C9CA2}" type="presOf" srcId="{9B6A6524-F61D-4074-B90B-24CC1257E62C}" destId="{5A4FEF01-19B5-49D6-BECA-8F5F645F567B}" srcOrd="0" destOrd="0" presId="urn:microsoft.com/office/officeart/2005/8/layout/hList7"/>
    <dgm:cxn modelId="{BFDC54D7-E452-410A-9CE2-D1A6EA581448}" srcId="{8419385E-7B0E-4A27-AFE6-DD78EC8EEDE4}" destId="{0F002466-05DD-443A-91D8-29E2050C6F84}" srcOrd="1" destOrd="0" parTransId="{2CD558DE-281F-4EDC-9FDA-0C57F2BD1D9C}" sibTransId="{60E5E35B-5360-4320-87BA-DC9FE6216151}"/>
    <dgm:cxn modelId="{DC7C0BD8-81F9-43CA-A72D-3C9235707EB5}" srcId="{B1A3164F-AE50-4485-BA85-1C194D30122D}" destId="{EAB7B146-EBDD-42B7-9520-C8C8AA9F8332}" srcOrd="1" destOrd="0" parTransId="{58E83FC9-8C30-4899-B9B6-F33CAE99329E}" sibTransId="{EC9FBEEC-717D-4468-9436-4197F89A26F9}"/>
    <dgm:cxn modelId="{17741BD9-8020-45B0-AFA0-46810FA89E95}" type="presOf" srcId="{EDED474D-2FF8-4778-BDFA-CE45EF029EF0}" destId="{A4C5958E-F1D3-4744-B8CF-EFA209AFEDBE}" srcOrd="1" destOrd="1" presId="urn:microsoft.com/office/officeart/2005/8/layout/hList7"/>
    <dgm:cxn modelId="{D115CEDA-33F9-4440-B519-B80F47E8A360}" srcId="{B1A3164F-AE50-4485-BA85-1C194D30122D}" destId="{489F7530-3AD6-4074-90AC-63576F126F16}" srcOrd="0" destOrd="0" parTransId="{66F8B20C-7434-4E75-9A9C-DC6C6C070F46}" sibTransId="{85556EB2-5F4C-4BF1-9F71-CCCA0F70EA99}"/>
    <dgm:cxn modelId="{963924EE-9F97-46D0-B1FA-E55561BF1B29}" type="presOf" srcId="{5C51E3B9-C8DD-47B4-844B-CF9096D6A0C2}" destId="{AC8E0393-B9B9-4717-BF23-23AC76FB9A3E}" srcOrd="0" destOrd="0" presId="urn:microsoft.com/office/officeart/2005/8/layout/hList7"/>
    <dgm:cxn modelId="{DD92E3F8-ED95-4537-94D9-51138598448B}" type="presOf" srcId="{8F67CE06-8282-453C-B50C-7742A43350D6}" destId="{A4C5958E-F1D3-4744-B8CF-EFA209AFEDBE}" srcOrd="1" destOrd="2" presId="urn:microsoft.com/office/officeart/2005/8/layout/hList7"/>
    <dgm:cxn modelId="{C6EAB5FA-D96D-40D3-9B81-FDFD1A0C2477}" type="presOf" srcId="{8BA3F924-E903-4946-AD99-4BB5E1488677}" destId="{E6CEEDBF-5B62-4630-9E39-400A8E06FCDA}" srcOrd="0" destOrd="3" presId="urn:microsoft.com/office/officeart/2005/8/layout/hList7"/>
    <dgm:cxn modelId="{66DA3BFB-F708-42B0-86CC-BF02988E5D95}" type="presOf" srcId="{96F575F0-BCE7-49C5-B3CD-F1113BE0F0D4}" destId="{5A4FEF01-19B5-49D6-BECA-8F5F645F567B}" srcOrd="0" destOrd="2" presId="urn:microsoft.com/office/officeart/2005/8/layout/hList7"/>
    <dgm:cxn modelId="{BF0E1FFC-BB3C-4575-9585-4EBA9DEFFBED}" srcId="{0F002466-05DD-443A-91D8-29E2050C6F84}" destId="{979CB8B6-F7BA-4B9A-ADE4-49BF805964C7}" srcOrd="2" destOrd="0" parTransId="{A7E555A3-BA20-437D-AF15-EE31DF97CCA2}" sibTransId="{18E66819-D2AE-46DE-9895-45FBC6FBBF40}"/>
    <dgm:cxn modelId="{1CCB556B-33B4-467C-9025-1D273712BD90}" type="presParOf" srcId="{CD914BA4-7614-4317-B387-7EFE78357E82}" destId="{256DA86E-C966-4FB9-B09C-CB716C3F6F41}" srcOrd="0" destOrd="0" presId="urn:microsoft.com/office/officeart/2005/8/layout/hList7"/>
    <dgm:cxn modelId="{CDE5E4E4-DDA1-44C4-87EA-4B105DD1BE08}" type="presParOf" srcId="{CD914BA4-7614-4317-B387-7EFE78357E82}" destId="{38F34CCD-EFA7-4F97-A6DD-4467E6CCC275}" srcOrd="1" destOrd="0" presId="urn:microsoft.com/office/officeart/2005/8/layout/hList7"/>
    <dgm:cxn modelId="{66511C97-1938-487C-A1EA-0D4FFBF3A132}" type="presParOf" srcId="{38F34CCD-EFA7-4F97-A6DD-4467E6CCC275}" destId="{CB237E96-5856-448D-A60A-3BA8AD663F0A}" srcOrd="0" destOrd="0" presId="urn:microsoft.com/office/officeart/2005/8/layout/hList7"/>
    <dgm:cxn modelId="{619637AF-1630-4404-B284-8F47583439F4}" type="presParOf" srcId="{CB237E96-5856-448D-A60A-3BA8AD663F0A}" destId="{AC8E0393-B9B9-4717-BF23-23AC76FB9A3E}" srcOrd="0" destOrd="0" presId="urn:microsoft.com/office/officeart/2005/8/layout/hList7"/>
    <dgm:cxn modelId="{C4ECA87A-7921-4193-971E-1D6DBBF7D730}" type="presParOf" srcId="{CB237E96-5856-448D-A60A-3BA8AD663F0A}" destId="{B512A051-0FA5-4CD7-9DA3-778E7F09F063}" srcOrd="1" destOrd="0" presId="urn:microsoft.com/office/officeart/2005/8/layout/hList7"/>
    <dgm:cxn modelId="{4522B915-7390-460B-86DC-51278104540B}" type="presParOf" srcId="{CB237E96-5856-448D-A60A-3BA8AD663F0A}" destId="{902FCF94-CB19-4BA2-ACC4-5BD3E0BCA5AB}" srcOrd="2" destOrd="0" presId="urn:microsoft.com/office/officeart/2005/8/layout/hList7"/>
    <dgm:cxn modelId="{B97D9B15-B993-47DC-A1EA-C66293463562}" type="presParOf" srcId="{CB237E96-5856-448D-A60A-3BA8AD663F0A}" destId="{3D02A802-4DDC-474F-87E4-E02D7ECCD8D9}" srcOrd="3" destOrd="0" presId="urn:microsoft.com/office/officeart/2005/8/layout/hList7"/>
    <dgm:cxn modelId="{576ECC43-24AD-4EB4-BE80-FD4B1E47F06C}" type="presParOf" srcId="{38F34CCD-EFA7-4F97-A6DD-4467E6CCC275}" destId="{A11C0B34-7F7D-425F-B15A-BBA53DDADCA8}" srcOrd="1" destOrd="0" presId="urn:microsoft.com/office/officeart/2005/8/layout/hList7"/>
    <dgm:cxn modelId="{36B7C8C1-D87C-4F19-B274-B3F734CB21AF}" type="presParOf" srcId="{38F34CCD-EFA7-4F97-A6DD-4467E6CCC275}" destId="{A0A19716-2296-4EEF-828C-BA30C2848735}" srcOrd="2" destOrd="0" presId="urn:microsoft.com/office/officeart/2005/8/layout/hList7"/>
    <dgm:cxn modelId="{5F2241EC-70F7-44A7-B54D-94E1A016FF99}" type="presParOf" srcId="{A0A19716-2296-4EEF-828C-BA30C2848735}" destId="{9511FED4-0481-4519-AD43-41B3CB99A002}" srcOrd="0" destOrd="0" presId="urn:microsoft.com/office/officeart/2005/8/layout/hList7"/>
    <dgm:cxn modelId="{834AAD4E-AF43-4D68-9A10-E5FF68A5B001}" type="presParOf" srcId="{A0A19716-2296-4EEF-828C-BA30C2848735}" destId="{A4C5958E-F1D3-4744-B8CF-EFA209AFEDBE}" srcOrd="1" destOrd="0" presId="urn:microsoft.com/office/officeart/2005/8/layout/hList7"/>
    <dgm:cxn modelId="{1390E327-C2DA-4057-8F7F-7EECF4F767C8}" type="presParOf" srcId="{A0A19716-2296-4EEF-828C-BA30C2848735}" destId="{C9A0E892-0AC9-44D9-BE83-AC4D120F1EF5}" srcOrd="2" destOrd="0" presId="urn:microsoft.com/office/officeart/2005/8/layout/hList7"/>
    <dgm:cxn modelId="{406A88CA-6E79-4969-B48E-3D537F449AE0}" type="presParOf" srcId="{A0A19716-2296-4EEF-828C-BA30C2848735}" destId="{2B0C0646-F075-4359-AAC5-FCC98D00DB37}" srcOrd="3" destOrd="0" presId="urn:microsoft.com/office/officeart/2005/8/layout/hList7"/>
    <dgm:cxn modelId="{C945E572-2581-4D93-A217-712A1DDE06C7}" type="presParOf" srcId="{38F34CCD-EFA7-4F97-A6DD-4467E6CCC275}" destId="{CDDA7630-31E5-444B-8518-054864E3026E}" srcOrd="3" destOrd="0" presId="urn:microsoft.com/office/officeart/2005/8/layout/hList7"/>
    <dgm:cxn modelId="{57D3EFEF-E253-4280-A983-A01EDDA73F6A}" type="presParOf" srcId="{38F34CCD-EFA7-4F97-A6DD-4467E6CCC275}" destId="{3C805F25-3AA6-47C6-BB12-309A5861D1B6}" srcOrd="4" destOrd="0" presId="urn:microsoft.com/office/officeart/2005/8/layout/hList7"/>
    <dgm:cxn modelId="{E0EBC3F1-4C26-4687-B664-3641BC0D673C}" type="presParOf" srcId="{3C805F25-3AA6-47C6-BB12-309A5861D1B6}" destId="{5A4FEF01-19B5-49D6-BECA-8F5F645F567B}" srcOrd="0" destOrd="0" presId="urn:microsoft.com/office/officeart/2005/8/layout/hList7"/>
    <dgm:cxn modelId="{C09454F6-BB1F-4E80-ACAC-C89996142254}" type="presParOf" srcId="{3C805F25-3AA6-47C6-BB12-309A5861D1B6}" destId="{85E6A7BB-87BC-4530-859D-34D1E9AD0BD5}" srcOrd="1" destOrd="0" presId="urn:microsoft.com/office/officeart/2005/8/layout/hList7"/>
    <dgm:cxn modelId="{F8011636-71A3-492C-B3D5-53151744BD11}" type="presParOf" srcId="{3C805F25-3AA6-47C6-BB12-309A5861D1B6}" destId="{04CDD501-6013-43A3-BC2D-12C0F5853AD6}" srcOrd="2" destOrd="0" presId="urn:microsoft.com/office/officeart/2005/8/layout/hList7"/>
    <dgm:cxn modelId="{EBE0B2AE-5858-46E8-8C36-C51BD557D8EA}" type="presParOf" srcId="{3C805F25-3AA6-47C6-BB12-309A5861D1B6}" destId="{1B43D5BC-87D0-4489-A0D2-F990FF959742}" srcOrd="3" destOrd="0" presId="urn:microsoft.com/office/officeart/2005/8/layout/hList7"/>
    <dgm:cxn modelId="{45FF26B5-043C-4833-B7AC-9EEF1910550F}" type="presParOf" srcId="{38F34CCD-EFA7-4F97-A6DD-4467E6CCC275}" destId="{BA91DB8F-F74A-4F7A-B1B5-D0F68E095982}" srcOrd="5" destOrd="0" presId="urn:microsoft.com/office/officeart/2005/8/layout/hList7"/>
    <dgm:cxn modelId="{CCCB4290-4C14-4A37-9CE8-46D0A494C0C1}" type="presParOf" srcId="{38F34CCD-EFA7-4F97-A6DD-4467E6CCC275}" destId="{D6315AD2-73BC-453C-BB3C-9EAAE7E04400}" srcOrd="6" destOrd="0" presId="urn:microsoft.com/office/officeart/2005/8/layout/hList7"/>
    <dgm:cxn modelId="{C555CA70-B219-439F-9129-E9108713D512}" type="presParOf" srcId="{D6315AD2-73BC-453C-BB3C-9EAAE7E04400}" destId="{E6CEEDBF-5B62-4630-9E39-400A8E06FCDA}" srcOrd="0" destOrd="0" presId="urn:microsoft.com/office/officeart/2005/8/layout/hList7"/>
    <dgm:cxn modelId="{B7D5248D-4A00-44CF-975E-952DB4F97B9F}" type="presParOf" srcId="{D6315AD2-73BC-453C-BB3C-9EAAE7E04400}" destId="{A1102FFA-990D-4DCC-85CF-785B857DCFDD}" srcOrd="1" destOrd="0" presId="urn:microsoft.com/office/officeart/2005/8/layout/hList7"/>
    <dgm:cxn modelId="{848E2884-796C-4FC6-A586-9FC19B1009C5}" type="presParOf" srcId="{D6315AD2-73BC-453C-BB3C-9EAAE7E04400}" destId="{CC70D6AF-CB30-4BBD-BB95-06E871440941}" srcOrd="2" destOrd="0" presId="urn:microsoft.com/office/officeart/2005/8/layout/hList7"/>
    <dgm:cxn modelId="{97EA0AF8-319F-4F29-96F9-16469E59C6A9}" type="presParOf" srcId="{D6315AD2-73BC-453C-BB3C-9EAAE7E04400}" destId="{8988A4D7-81F5-43F1-A009-8E3C211C3AE9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BCEB7DD-419D-44CC-A17E-95AD0D29D3BB}" type="doc">
      <dgm:prSet loTypeId="urn:microsoft.com/office/officeart/2005/8/layout/hProcess7" loCatId="process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BA783E7F-99E3-45FB-B8C9-9DAE01BB193D}">
      <dgm:prSet phldrT="[Text]" custT="1"/>
      <dgm:spPr/>
      <dgm:t>
        <a:bodyPr/>
        <a:lstStyle/>
        <a:p>
          <a:r>
            <a:rPr lang="en-IN" sz="1800" b="1" dirty="0"/>
            <a:t>C++98</a:t>
          </a:r>
          <a:endParaRPr lang="en-IN" sz="1800" dirty="0"/>
        </a:p>
      </dgm:t>
    </dgm:pt>
    <dgm:pt modelId="{49F074B4-B909-4DCD-B1D8-458C00F60A7E}" type="parTrans" cxnId="{A96B0C7C-8365-42CE-93D4-FFEDA7130BD9}">
      <dgm:prSet/>
      <dgm:spPr/>
      <dgm:t>
        <a:bodyPr/>
        <a:lstStyle/>
        <a:p>
          <a:endParaRPr lang="en-IN"/>
        </a:p>
      </dgm:t>
    </dgm:pt>
    <dgm:pt modelId="{2204F42B-76DB-4381-9B78-E7438F71E6EE}" type="sibTrans" cxnId="{A96B0C7C-8365-42CE-93D4-FFEDA7130BD9}">
      <dgm:prSet/>
      <dgm:spPr/>
      <dgm:t>
        <a:bodyPr/>
        <a:lstStyle/>
        <a:p>
          <a:endParaRPr lang="en-IN"/>
        </a:p>
      </dgm:t>
    </dgm:pt>
    <dgm:pt modelId="{00F1D07A-69DC-48F0-9BA0-CAAF692255A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First standardized version</a:t>
          </a:r>
        </a:p>
      </dgm:t>
    </dgm:pt>
    <dgm:pt modelId="{2429F530-9B3F-46B1-8D45-F14E238B91F6}" type="parTrans" cxnId="{D865C89E-3506-4293-B8CF-6810DC857E7F}">
      <dgm:prSet/>
      <dgm:spPr/>
      <dgm:t>
        <a:bodyPr/>
        <a:lstStyle/>
        <a:p>
          <a:endParaRPr lang="en-IN"/>
        </a:p>
      </dgm:t>
    </dgm:pt>
    <dgm:pt modelId="{699EC7B6-AEDB-4A80-8A16-7DC300B2558F}" type="sibTrans" cxnId="{D865C89E-3506-4293-B8CF-6810DC857E7F}">
      <dgm:prSet/>
      <dgm:spPr/>
      <dgm:t>
        <a:bodyPr/>
        <a:lstStyle/>
        <a:p>
          <a:endParaRPr lang="en-IN"/>
        </a:p>
      </dgm:t>
    </dgm:pt>
    <dgm:pt modelId="{EEABB769-8887-4448-A82F-DE4784581E8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100" dirty="0"/>
            <a:t>Introduced STL (Standard Template Library)</a:t>
          </a:r>
        </a:p>
      </dgm:t>
    </dgm:pt>
    <dgm:pt modelId="{68DFE081-0040-48DC-9286-887C30306CBF}" type="parTrans" cxnId="{0C4F9FCE-CA3C-431D-8490-E0346D7754C4}">
      <dgm:prSet/>
      <dgm:spPr/>
      <dgm:t>
        <a:bodyPr/>
        <a:lstStyle/>
        <a:p>
          <a:endParaRPr lang="en-IN"/>
        </a:p>
      </dgm:t>
    </dgm:pt>
    <dgm:pt modelId="{AE8FCFCC-C7B3-4567-8233-F795ACEB1D45}" type="sibTrans" cxnId="{0C4F9FCE-CA3C-431D-8490-E0346D7754C4}">
      <dgm:prSet/>
      <dgm:spPr/>
      <dgm:t>
        <a:bodyPr/>
        <a:lstStyle/>
        <a:p>
          <a:endParaRPr lang="en-IN"/>
        </a:p>
      </dgm:t>
    </dgm:pt>
    <dgm:pt modelId="{BBA0BFD1-09F6-4F0B-8F75-0EED86C0B79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Basis for future versions</a:t>
          </a:r>
        </a:p>
      </dgm:t>
    </dgm:pt>
    <dgm:pt modelId="{2B62835A-0468-410E-9204-F290772F6D63}" type="parTrans" cxnId="{493476D4-CE33-4E26-A43E-7595BC658363}">
      <dgm:prSet/>
      <dgm:spPr/>
      <dgm:t>
        <a:bodyPr/>
        <a:lstStyle/>
        <a:p>
          <a:endParaRPr lang="en-IN"/>
        </a:p>
      </dgm:t>
    </dgm:pt>
    <dgm:pt modelId="{9DA87470-5FAF-4365-B189-851C73C628EA}" type="sibTrans" cxnId="{493476D4-CE33-4E26-A43E-7595BC658363}">
      <dgm:prSet/>
      <dgm:spPr/>
      <dgm:t>
        <a:bodyPr/>
        <a:lstStyle/>
        <a:p>
          <a:endParaRPr lang="en-IN"/>
        </a:p>
      </dgm:t>
    </dgm:pt>
    <dgm:pt modelId="{8CD52D59-0DC4-428D-ABDB-B902B775CF56}">
      <dgm:prSet custT="1"/>
      <dgm:spPr/>
      <dgm:t>
        <a:bodyPr/>
        <a:lstStyle/>
        <a:p>
          <a:r>
            <a:rPr lang="en-IN" sz="1800" b="1" dirty="0"/>
            <a:t>C++03</a:t>
          </a:r>
        </a:p>
      </dgm:t>
    </dgm:pt>
    <dgm:pt modelId="{B467BA8E-BCEC-4879-BE04-386CE952B9D9}" type="parTrans" cxnId="{D467B1A9-1002-4D8D-BFD1-CB53D3148623}">
      <dgm:prSet/>
      <dgm:spPr/>
      <dgm:t>
        <a:bodyPr/>
        <a:lstStyle/>
        <a:p>
          <a:endParaRPr lang="en-IN"/>
        </a:p>
      </dgm:t>
    </dgm:pt>
    <dgm:pt modelId="{D51F6B46-E22F-4980-8712-9A604AEBC460}" type="sibTrans" cxnId="{D467B1A9-1002-4D8D-BFD1-CB53D3148623}">
      <dgm:prSet/>
      <dgm:spPr/>
      <dgm:t>
        <a:bodyPr/>
        <a:lstStyle/>
        <a:p>
          <a:endParaRPr lang="en-IN"/>
        </a:p>
      </dgm:t>
    </dgm:pt>
    <dgm:pt modelId="{9D07C64B-29B2-4BD5-BCA2-2E0DC7B9EAF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100" dirty="0"/>
            <a:t>Bug fixes and small improvements over C++98</a:t>
          </a:r>
        </a:p>
      </dgm:t>
    </dgm:pt>
    <dgm:pt modelId="{901E5C84-230D-49E3-954B-A12EC2F31498}" type="parTrans" cxnId="{F4E34A7A-C409-4C29-8BCF-772E5F23D49D}">
      <dgm:prSet/>
      <dgm:spPr/>
      <dgm:t>
        <a:bodyPr/>
        <a:lstStyle/>
        <a:p>
          <a:endParaRPr lang="en-IN"/>
        </a:p>
      </dgm:t>
    </dgm:pt>
    <dgm:pt modelId="{E4E4226C-ADBB-4648-821F-0ADDD9D8149F}" type="sibTrans" cxnId="{F4E34A7A-C409-4C29-8BCF-772E5F23D49D}">
      <dgm:prSet/>
      <dgm:spPr/>
      <dgm:t>
        <a:bodyPr/>
        <a:lstStyle/>
        <a:p>
          <a:endParaRPr lang="en-IN"/>
        </a:p>
      </dgm:t>
    </dgm:pt>
    <dgm:pt modelId="{1C578626-6CA9-4DB1-846E-F39A03221AC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Technical refinement</a:t>
          </a:r>
        </a:p>
      </dgm:t>
    </dgm:pt>
    <dgm:pt modelId="{0C14387A-FCCB-4594-BEED-338FAA53D183}" type="parTrans" cxnId="{C5E18242-4CE0-4207-88D7-287D6183D3BC}">
      <dgm:prSet/>
      <dgm:spPr/>
      <dgm:t>
        <a:bodyPr/>
        <a:lstStyle/>
        <a:p>
          <a:endParaRPr lang="en-IN"/>
        </a:p>
      </dgm:t>
    </dgm:pt>
    <dgm:pt modelId="{8CF5E4F5-1AE1-4158-AE1C-7FFBBE4719A3}" type="sibTrans" cxnId="{C5E18242-4CE0-4207-88D7-287D6183D3BC}">
      <dgm:prSet/>
      <dgm:spPr/>
      <dgm:t>
        <a:bodyPr/>
        <a:lstStyle/>
        <a:p>
          <a:endParaRPr lang="en-IN"/>
        </a:p>
      </dgm:t>
    </dgm:pt>
    <dgm:pt modelId="{82933C25-9106-408C-9DFB-365A49202CC9}">
      <dgm:prSet custT="1"/>
      <dgm:spPr/>
      <dgm:t>
        <a:bodyPr/>
        <a:lstStyle/>
        <a:p>
          <a:r>
            <a:rPr lang="en-IN" sz="1800" b="1" dirty="0"/>
            <a:t>C++11 </a:t>
          </a:r>
          <a:r>
            <a:rPr lang="en-IN" sz="1800" b="1" i="1" dirty="0"/>
            <a:t>(“Modern C++”)</a:t>
          </a:r>
          <a:endParaRPr lang="en-IN" sz="1800" b="1" dirty="0"/>
        </a:p>
      </dgm:t>
    </dgm:pt>
    <dgm:pt modelId="{4EA2E50B-63A6-4111-8695-588F229BC4C9}" type="parTrans" cxnId="{3F5ED9FB-8ED5-4595-95C4-3597BB214875}">
      <dgm:prSet/>
      <dgm:spPr/>
      <dgm:t>
        <a:bodyPr/>
        <a:lstStyle/>
        <a:p>
          <a:endParaRPr lang="en-IN"/>
        </a:p>
      </dgm:t>
    </dgm:pt>
    <dgm:pt modelId="{A2FC0022-7198-4E1C-B98E-BAF9128BE52E}" type="sibTrans" cxnId="{3F5ED9FB-8ED5-4595-95C4-3597BB214875}">
      <dgm:prSet/>
      <dgm:spPr/>
      <dgm:t>
        <a:bodyPr/>
        <a:lstStyle/>
        <a:p>
          <a:endParaRPr lang="en-IN"/>
        </a:p>
      </dgm:t>
    </dgm:pt>
    <dgm:pt modelId="{BF9501FC-2A56-4295-A051-3CF79C0C7BD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Auto keyword, </a:t>
          </a:r>
          <a:r>
            <a:rPr lang="en-IN" sz="1100" dirty="0" err="1"/>
            <a:t>nullptr</a:t>
          </a:r>
          <a:endParaRPr lang="en-IN" sz="1100" dirty="0"/>
        </a:p>
      </dgm:t>
    </dgm:pt>
    <dgm:pt modelId="{8E514D2B-E076-4732-9D72-1955B443ED9E}" type="parTrans" cxnId="{B7D3CDB6-24D5-4945-A479-118E1C6DF903}">
      <dgm:prSet/>
      <dgm:spPr/>
      <dgm:t>
        <a:bodyPr/>
        <a:lstStyle/>
        <a:p>
          <a:endParaRPr lang="en-IN"/>
        </a:p>
      </dgm:t>
    </dgm:pt>
    <dgm:pt modelId="{59E28B2C-2B33-4615-BAFB-AC5FF3098596}" type="sibTrans" cxnId="{B7D3CDB6-24D5-4945-A479-118E1C6DF903}">
      <dgm:prSet/>
      <dgm:spPr/>
      <dgm:t>
        <a:bodyPr/>
        <a:lstStyle/>
        <a:p>
          <a:endParaRPr lang="en-IN"/>
        </a:p>
      </dgm:t>
    </dgm:pt>
    <dgm:pt modelId="{77BE24F1-D449-485C-B3BB-F98B0934201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Range-based for loops</a:t>
          </a:r>
        </a:p>
      </dgm:t>
    </dgm:pt>
    <dgm:pt modelId="{0E536623-F382-4D27-B196-4C911E536123}" type="parTrans" cxnId="{2B661A7F-FF5D-4AE4-9672-2C384F7D675F}">
      <dgm:prSet/>
      <dgm:spPr/>
      <dgm:t>
        <a:bodyPr/>
        <a:lstStyle/>
        <a:p>
          <a:endParaRPr lang="en-IN"/>
        </a:p>
      </dgm:t>
    </dgm:pt>
    <dgm:pt modelId="{1ECB5806-DB0D-489F-A622-2E659F2A69CC}" type="sibTrans" cxnId="{2B661A7F-FF5D-4AE4-9672-2C384F7D675F}">
      <dgm:prSet/>
      <dgm:spPr/>
      <dgm:t>
        <a:bodyPr/>
        <a:lstStyle/>
        <a:p>
          <a:endParaRPr lang="en-IN"/>
        </a:p>
      </dgm:t>
    </dgm:pt>
    <dgm:pt modelId="{1D10059C-31E9-49F5-8189-4D4F7802E81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Lambda expressions</a:t>
          </a:r>
        </a:p>
      </dgm:t>
    </dgm:pt>
    <dgm:pt modelId="{6FC54EAA-5F77-4AD4-B7AB-2B8849813D9C}" type="parTrans" cxnId="{0F2FD482-A08B-4626-B28C-1FFDC58268EB}">
      <dgm:prSet/>
      <dgm:spPr/>
      <dgm:t>
        <a:bodyPr/>
        <a:lstStyle/>
        <a:p>
          <a:endParaRPr lang="en-IN"/>
        </a:p>
      </dgm:t>
    </dgm:pt>
    <dgm:pt modelId="{0C1D5104-6CC0-479F-B482-8AFAB7D2AB5A}" type="sibTrans" cxnId="{0F2FD482-A08B-4626-B28C-1FFDC58268EB}">
      <dgm:prSet/>
      <dgm:spPr/>
      <dgm:t>
        <a:bodyPr/>
        <a:lstStyle/>
        <a:p>
          <a:endParaRPr lang="en-IN"/>
        </a:p>
      </dgm:t>
    </dgm:pt>
    <dgm:pt modelId="{9928222C-D44E-4270-ADD3-20ABE6A7E41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Smart pointers</a:t>
          </a:r>
        </a:p>
      </dgm:t>
    </dgm:pt>
    <dgm:pt modelId="{32A27D52-F6BE-4375-83CF-57E5539C75B4}" type="parTrans" cxnId="{ECB4427A-064C-4A0D-9DF3-91D89F7E0382}">
      <dgm:prSet/>
      <dgm:spPr/>
      <dgm:t>
        <a:bodyPr/>
        <a:lstStyle/>
        <a:p>
          <a:endParaRPr lang="en-IN"/>
        </a:p>
      </dgm:t>
    </dgm:pt>
    <dgm:pt modelId="{B3FFD7FC-CD51-4EC7-BAA0-2903C98D25F1}" type="sibTrans" cxnId="{ECB4427A-064C-4A0D-9DF3-91D89F7E0382}">
      <dgm:prSet/>
      <dgm:spPr/>
      <dgm:t>
        <a:bodyPr/>
        <a:lstStyle/>
        <a:p>
          <a:endParaRPr lang="en-IN"/>
        </a:p>
      </dgm:t>
    </dgm:pt>
    <dgm:pt modelId="{675A564B-5441-4F5D-89BC-28B39DD4844E}">
      <dgm:prSet custT="1"/>
      <dgm:spPr/>
      <dgm:t>
        <a:bodyPr/>
        <a:lstStyle/>
        <a:p>
          <a:r>
            <a:rPr lang="en-IN" sz="1800" b="1" dirty="0"/>
            <a:t>C++14</a:t>
          </a:r>
        </a:p>
      </dgm:t>
    </dgm:pt>
    <dgm:pt modelId="{3E8CAE4A-CC78-438A-B3ED-3596D7E477BE}" type="parTrans" cxnId="{12A4BDBB-35ED-466A-9CB9-A8DD6E0D1201}">
      <dgm:prSet/>
      <dgm:spPr/>
      <dgm:t>
        <a:bodyPr/>
        <a:lstStyle/>
        <a:p>
          <a:endParaRPr lang="en-IN"/>
        </a:p>
      </dgm:t>
    </dgm:pt>
    <dgm:pt modelId="{2E9C270B-B500-4F4F-AAD5-4392500E5FD9}" type="sibTrans" cxnId="{12A4BDBB-35ED-466A-9CB9-A8DD6E0D1201}">
      <dgm:prSet/>
      <dgm:spPr/>
      <dgm:t>
        <a:bodyPr/>
        <a:lstStyle/>
        <a:p>
          <a:endParaRPr lang="en-IN"/>
        </a:p>
      </dgm:t>
    </dgm:pt>
    <dgm:pt modelId="{B7545950-412B-419A-9E3F-719647C5994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100" dirty="0"/>
            <a:t>Minor enhancements over C++11</a:t>
          </a:r>
        </a:p>
      </dgm:t>
    </dgm:pt>
    <dgm:pt modelId="{DE671A8E-7546-407B-B7BB-63EAF15327C0}" type="parTrans" cxnId="{19A411AD-D71E-48BE-8BBA-48CF7C4D9EDB}">
      <dgm:prSet/>
      <dgm:spPr/>
      <dgm:t>
        <a:bodyPr/>
        <a:lstStyle/>
        <a:p>
          <a:endParaRPr lang="en-IN"/>
        </a:p>
      </dgm:t>
    </dgm:pt>
    <dgm:pt modelId="{54511DBD-4179-417D-89C3-A0FB400D43A5}" type="sibTrans" cxnId="{19A411AD-D71E-48BE-8BBA-48CF7C4D9EDB}">
      <dgm:prSet/>
      <dgm:spPr/>
      <dgm:t>
        <a:bodyPr/>
        <a:lstStyle/>
        <a:p>
          <a:endParaRPr lang="en-IN"/>
        </a:p>
      </dgm:t>
    </dgm:pt>
    <dgm:pt modelId="{B0E4BCB1-9684-4317-9D68-F3BAEBC7668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Binary literals, generic lambdas</a:t>
          </a:r>
        </a:p>
      </dgm:t>
    </dgm:pt>
    <dgm:pt modelId="{FECBBC21-0D74-41C0-8DA5-577AF0B51D51}" type="parTrans" cxnId="{43F47D29-3E98-462A-9DD9-360E8D745052}">
      <dgm:prSet/>
      <dgm:spPr/>
      <dgm:t>
        <a:bodyPr/>
        <a:lstStyle/>
        <a:p>
          <a:endParaRPr lang="en-IN"/>
        </a:p>
      </dgm:t>
    </dgm:pt>
    <dgm:pt modelId="{CC7CAC6C-85BA-4645-82AB-324C212040CB}" type="sibTrans" cxnId="{43F47D29-3E98-462A-9DD9-360E8D745052}">
      <dgm:prSet/>
      <dgm:spPr/>
      <dgm:t>
        <a:bodyPr/>
        <a:lstStyle/>
        <a:p>
          <a:endParaRPr lang="en-IN"/>
        </a:p>
      </dgm:t>
    </dgm:pt>
    <dgm:pt modelId="{A8A25CE0-041F-4F61-8522-E03ABD437BF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std::</a:t>
          </a:r>
          <a:r>
            <a:rPr lang="en-IN" sz="1100" dirty="0" err="1"/>
            <a:t>make</a:t>
          </a:r>
          <a:r>
            <a:rPr lang="en-IN" sz="1100" err="1"/>
            <a:t>_</a:t>
          </a:r>
          <a:r>
            <a:rPr lang="en-IN" sz="1100"/>
            <a:t>unique</a:t>
          </a:r>
          <a:endParaRPr lang="en-IN" sz="1100" dirty="0"/>
        </a:p>
      </dgm:t>
    </dgm:pt>
    <dgm:pt modelId="{3B6D1469-F118-4FF2-92B8-68AAAFABFE9F}" type="parTrans" cxnId="{857A00E3-0230-4249-BF17-EB24B369A420}">
      <dgm:prSet/>
      <dgm:spPr/>
      <dgm:t>
        <a:bodyPr/>
        <a:lstStyle/>
        <a:p>
          <a:endParaRPr lang="en-IN"/>
        </a:p>
      </dgm:t>
    </dgm:pt>
    <dgm:pt modelId="{20D4FD53-4228-4FE6-817C-F60487147179}" type="sibTrans" cxnId="{857A00E3-0230-4249-BF17-EB24B369A420}">
      <dgm:prSet/>
      <dgm:spPr/>
      <dgm:t>
        <a:bodyPr/>
        <a:lstStyle/>
        <a:p>
          <a:endParaRPr lang="en-IN"/>
        </a:p>
      </dgm:t>
    </dgm:pt>
    <dgm:pt modelId="{B730B56E-706D-4EF7-8658-653CEFF7F4C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Structured bindings</a:t>
          </a:r>
        </a:p>
      </dgm:t>
    </dgm:pt>
    <dgm:pt modelId="{5BF69955-3369-408C-A0AA-48FB1218418A}" type="parTrans" cxnId="{DD9B747E-9013-4C7A-A862-8DA1C559CFA8}">
      <dgm:prSet/>
      <dgm:spPr/>
      <dgm:t>
        <a:bodyPr/>
        <a:lstStyle/>
        <a:p>
          <a:endParaRPr lang="en-IN"/>
        </a:p>
      </dgm:t>
    </dgm:pt>
    <dgm:pt modelId="{B2C22D8E-7238-4695-A2AF-9802D22C3D55}" type="sibTrans" cxnId="{DD9B747E-9013-4C7A-A862-8DA1C559CFA8}">
      <dgm:prSet/>
      <dgm:spPr/>
      <dgm:t>
        <a:bodyPr/>
        <a:lstStyle/>
        <a:p>
          <a:endParaRPr lang="en-IN"/>
        </a:p>
      </dgm:t>
    </dgm:pt>
    <dgm:pt modelId="{AE0E6B0B-9A5B-4994-8A29-C9929F45CDE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if </a:t>
          </a:r>
          <a:r>
            <a:rPr lang="en-IN" sz="1100" dirty="0" err="1"/>
            <a:t>constexpr</a:t>
          </a:r>
          <a:r>
            <a:rPr lang="en-IN" sz="1100" dirty="0"/>
            <a:t>, std::optional</a:t>
          </a:r>
        </a:p>
      </dgm:t>
    </dgm:pt>
    <dgm:pt modelId="{7A66A18F-BD95-40CC-BAD0-D20DDFF0582A}" type="parTrans" cxnId="{F47BB4DC-CCEB-4321-96CB-E7B14DE83B6A}">
      <dgm:prSet/>
      <dgm:spPr/>
      <dgm:t>
        <a:bodyPr/>
        <a:lstStyle/>
        <a:p>
          <a:endParaRPr lang="en-IN"/>
        </a:p>
      </dgm:t>
    </dgm:pt>
    <dgm:pt modelId="{8D33E2E8-333A-49D5-BE00-5EC0AC200432}" type="sibTrans" cxnId="{F47BB4DC-CCEB-4321-96CB-E7B14DE83B6A}">
      <dgm:prSet/>
      <dgm:spPr/>
      <dgm:t>
        <a:bodyPr/>
        <a:lstStyle/>
        <a:p>
          <a:endParaRPr lang="en-IN"/>
        </a:p>
      </dgm:t>
    </dgm:pt>
    <dgm:pt modelId="{17333624-E8E1-4406-890A-893CBE6FB3D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Parallel STL algorithms</a:t>
          </a:r>
        </a:p>
      </dgm:t>
    </dgm:pt>
    <dgm:pt modelId="{1BA1F8CE-317A-439B-9CC3-C8FA596E8751}" type="parTrans" cxnId="{74CC59F3-85DE-46CB-AA93-DAB9226AD633}">
      <dgm:prSet/>
      <dgm:spPr/>
      <dgm:t>
        <a:bodyPr/>
        <a:lstStyle/>
        <a:p>
          <a:endParaRPr lang="en-IN"/>
        </a:p>
      </dgm:t>
    </dgm:pt>
    <dgm:pt modelId="{1DB74F34-4F4B-4926-8913-B9054181A6DE}" type="sibTrans" cxnId="{74CC59F3-85DE-46CB-AA93-DAB9226AD633}">
      <dgm:prSet/>
      <dgm:spPr/>
      <dgm:t>
        <a:bodyPr/>
        <a:lstStyle/>
        <a:p>
          <a:endParaRPr lang="en-IN"/>
        </a:p>
      </dgm:t>
    </dgm:pt>
    <dgm:pt modelId="{ED160369-0E35-4099-B95B-0473DE9CB931}">
      <dgm:prSet custT="1"/>
      <dgm:spPr/>
      <dgm:t>
        <a:bodyPr/>
        <a:lstStyle/>
        <a:p>
          <a:r>
            <a:rPr lang="en-IN" sz="1800" b="1" dirty="0"/>
            <a:t>C++20</a:t>
          </a:r>
        </a:p>
      </dgm:t>
    </dgm:pt>
    <dgm:pt modelId="{D655CB92-265B-40EA-85E3-B9DDD32C4DF8}" type="parTrans" cxnId="{9E2B0D86-06E1-49AA-BBE4-89407DC70CE3}">
      <dgm:prSet/>
      <dgm:spPr/>
      <dgm:t>
        <a:bodyPr/>
        <a:lstStyle/>
        <a:p>
          <a:endParaRPr lang="en-IN"/>
        </a:p>
      </dgm:t>
    </dgm:pt>
    <dgm:pt modelId="{A856DF0D-A2B6-43F6-B90B-013671E158D7}" type="sibTrans" cxnId="{9E2B0D86-06E1-49AA-BBE4-89407DC70CE3}">
      <dgm:prSet/>
      <dgm:spPr/>
      <dgm:t>
        <a:bodyPr/>
        <a:lstStyle/>
        <a:p>
          <a:endParaRPr lang="en-IN"/>
        </a:p>
      </dgm:t>
    </dgm:pt>
    <dgm:pt modelId="{ADB26FAD-8BA7-4DE7-98DE-2FEDDE7C4BA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Concepts, Coroutines</a:t>
          </a:r>
        </a:p>
      </dgm:t>
    </dgm:pt>
    <dgm:pt modelId="{D4C6D92B-D998-4AD2-9217-ECBF0224885D}" type="parTrans" cxnId="{B2FF5D7B-8411-4860-807D-4A0BEA395837}">
      <dgm:prSet/>
      <dgm:spPr/>
      <dgm:t>
        <a:bodyPr/>
        <a:lstStyle/>
        <a:p>
          <a:endParaRPr lang="en-IN"/>
        </a:p>
      </dgm:t>
    </dgm:pt>
    <dgm:pt modelId="{DA1DD6E2-EE3E-4808-B120-8953BA9047ED}" type="sibTrans" cxnId="{B2FF5D7B-8411-4860-807D-4A0BEA395837}">
      <dgm:prSet/>
      <dgm:spPr/>
      <dgm:t>
        <a:bodyPr/>
        <a:lstStyle/>
        <a:p>
          <a:endParaRPr lang="en-IN"/>
        </a:p>
      </dgm:t>
    </dgm:pt>
    <dgm:pt modelId="{7E25CFB3-21C6-455B-BBEA-95EB9727D2A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Ranges library, </a:t>
          </a:r>
          <a:r>
            <a:rPr lang="en-IN" sz="1100" dirty="0" err="1"/>
            <a:t>consteval</a:t>
          </a:r>
          <a:endParaRPr lang="en-IN" sz="1100" dirty="0"/>
        </a:p>
      </dgm:t>
    </dgm:pt>
    <dgm:pt modelId="{986E83AD-FE52-4CF1-9075-5C00AFCC5B43}" type="parTrans" cxnId="{08B291E1-CA73-4753-B628-D77E3BB9F364}">
      <dgm:prSet/>
      <dgm:spPr/>
      <dgm:t>
        <a:bodyPr/>
        <a:lstStyle/>
        <a:p>
          <a:endParaRPr lang="en-IN"/>
        </a:p>
      </dgm:t>
    </dgm:pt>
    <dgm:pt modelId="{71D0B2FD-6082-4012-A2D6-35248FD05EA3}" type="sibTrans" cxnId="{08B291E1-CA73-4753-B628-D77E3BB9F364}">
      <dgm:prSet/>
      <dgm:spPr/>
      <dgm:t>
        <a:bodyPr/>
        <a:lstStyle/>
        <a:p>
          <a:endParaRPr lang="en-IN"/>
        </a:p>
      </dgm:t>
    </dgm:pt>
    <dgm:pt modelId="{8C58613D-2795-48F8-99A8-16E511CCE42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Modules (partial support)</a:t>
          </a:r>
        </a:p>
      </dgm:t>
    </dgm:pt>
    <dgm:pt modelId="{FAE7774D-E2C0-483B-84B7-3D677364A53E}" type="parTrans" cxnId="{ACC371C1-AE66-43B2-B3C4-F75BB045858E}">
      <dgm:prSet/>
      <dgm:spPr/>
      <dgm:t>
        <a:bodyPr/>
        <a:lstStyle/>
        <a:p>
          <a:endParaRPr lang="en-IN"/>
        </a:p>
      </dgm:t>
    </dgm:pt>
    <dgm:pt modelId="{43ACD856-27F9-422E-8860-DA56CA2BB941}" type="sibTrans" cxnId="{ACC371C1-AE66-43B2-B3C4-F75BB045858E}">
      <dgm:prSet/>
      <dgm:spPr/>
      <dgm:t>
        <a:bodyPr/>
        <a:lstStyle/>
        <a:p>
          <a:endParaRPr lang="en-IN"/>
        </a:p>
      </dgm:t>
    </dgm:pt>
    <dgm:pt modelId="{1A1CC693-7A99-400E-88AE-E88CE2984A6A}">
      <dgm:prSet custT="1"/>
      <dgm:spPr/>
      <dgm:t>
        <a:bodyPr/>
        <a:lstStyle/>
        <a:p>
          <a:r>
            <a:rPr lang="en-IN" sz="1800" b="1" dirty="0"/>
            <a:t>C++23</a:t>
          </a:r>
        </a:p>
      </dgm:t>
    </dgm:pt>
    <dgm:pt modelId="{A8C4601D-11B6-4D09-A547-CCACBB478575}" type="parTrans" cxnId="{0EDCB6EF-3008-4C85-BBDD-739C64623737}">
      <dgm:prSet/>
      <dgm:spPr/>
      <dgm:t>
        <a:bodyPr/>
        <a:lstStyle/>
        <a:p>
          <a:endParaRPr lang="en-IN"/>
        </a:p>
      </dgm:t>
    </dgm:pt>
    <dgm:pt modelId="{FE7552F1-6B53-4757-A71B-3D8067D11C70}" type="sibTrans" cxnId="{0EDCB6EF-3008-4C85-BBDD-739C64623737}">
      <dgm:prSet/>
      <dgm:spPr/>
      <dgm:t>
        <a:bodyPr/>
        <a:lstStyle/>
        <a:p>
          <a:endParaRPr lang="en-IN"/>
        </a:p>
      </dgm:t>
    </dgm:pt>
    <dgm:pt modelId="{44960C5D-5687-4973-BEF0-55B432D930A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Expanded ranges</a:t>
          </a:r>
        </a:p>
      </dgm:t>
    </dgm:pt>
    <dgm:pt modelId="{9DED2F67-E89E-4088-8FEC-CAD8B36401CC}" type="parTrans" cxnId="{B8744BE0-A9FF-4977-8939-93F14E4DB8C8}">
      <dgm:prSet/>
      <dgm:spPr/>
      <dgm:t>
        <a:bodyPr/>
        <a:lstStyle/>
        <a:p>
          <a:endParaRPr lang="en-IN"/>
        </a:p>
      </dgm:t>
    </dgm:pt>
    <dgm:pt modelId="{111C69B8-980A-4295-AAED-37B26091F793}" type="sibTrans" cxnId="{B8744BE0-A9FF-4977-8939-93F14E4DB8C8}">
      <dgm:prSet/>
      <dgm:spPr/>
      <dgm:t>
        <a:bodyPr/>
        <a:lstStyle/>
        <a:p>
          <a:endParaRPr lang="en-IN"/>
        </a:p>
      </dgm:t>
    </dgm:pt>
    <dgm:pt modelId="{A7303A6B-3C41-4EDD-8029-5623D1586D3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100" dirty="0"/>
            <a:t>Improved </a:t>
          </a:r>
          <a:r>
            <a:rPr lang="en-IN" sz="1100" dirty="0" err="1"/>
            <a:t>constexpr</a:t>
          </a:r>
          <a:endParaRPr lang="en-IN" sz="1100" dirty="0"/>
        </a:p>
      </dgm:t>
    </dgm:pt>
    <dgm:pt modelId="{5DABF593-EC9D-41C4-870A-5124B776DAAD}" type="parTrans" cxnId="{69B09E6F-6899-4BB5-8358-93242054CF99}">
      <dgm:prSet/>
      <dgm:spPr/>
      <dgm:t>
        <a:bodyPr/>
        <a:lstStyle/>
        <a:p>
          <a:endParaRPr lang="en-IN"/>
        </a:p>
      </dgm:t>
    </dgm:pt>
    <dgm:pt modelId="{9D89D253-B38B-4F8E-BCD6-41EC66E7FABF}" type="sibTrans" cxnId="{69B09E6F-6899-4BB5-8358-93242054CF99}">
      <dgm:prSet/>
      <dgm:spPr/>
      <dgm:t>
        <a:bodyPr/>
        <a:lstStyle/>
        <a:p>
          <a:endParaRPr lang="en-IN"/>
        </a:p>
      </dgm:t>
    </dgm:pt>
    <dgm:pt modelId="{CA094CB4-AD80-4B38-AF9F-1B518951C69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100" dirty="0"/>
            <a:t>std::expected, std::</a:t>
          </a:r>
          <a:r>
            <a:rPr lang="en-US" sz="1100" dirty="0" err="1"/>
            <a:t>flat_map</a:t>
          </a:r>
          <a:r>
            <a:rPr lang="en-US" sz="1100" dirty="0"/>
            <a:t> </a:t>
          </a:r>
          <a:r>
            <a:rPr lang="en-US" sz="1100" i="1" dirty="0"/>
            <a:t>(pending compiler support)</a:t>
          </a:r>
          <a:endParaRPr lang="en-US" sz="1100" dirty="0"/>
        </a:p>
      </dgm:t>
    </dgm:pt>
    <dgm:pt modelId="{8BC98A6A-453F-4094-882A-4F3F7AB66F8E}" type="parTrans" cxnId="{9C608EF2-78A2-4F83-BD0A-89CFDE97EDE9}">
      <dgm:prSet/>
      <dgm:spPr/>
      <dgm:t>
        <a:bodyPr/>
        <a:lstStyle/>
        <a:p>
          <a:endParaRPr lang="en-IN"/>
        </a:p>
      </dgm:t>
    </dgm:pt>
    <dgm:pt modelId="{C7B3B5B6-BE98-4E48-B833-C800FE998964}" type="sibTrans" cxnId="{9C608EF2-78A2-4F83-BD0A-89CFDE97EDE9}">
      <dgm:prSet/>
      <dgm:spPr/>
      <dgm:t>
        <a:bodyPr/>
        <a:lstStyle/>
        <a:p>
          <a:endParaRPr lang="en-IN"/>
        </a:p>
      </dgm:t>
    </dgm:pt>
    <dgm:pt modelId="{0BA8B0DB-2004-4C80-8C3F-A32385D9A138}">
      <dgm:prSet custT="1"/>
      <dgm:spPr/>
      <dgm:t>
        <a:bodyPr/>
        <a:lstStyle/>
        <a:p>
          <a:r>
            <a:rPr lang="en-IN" sz="1800" b="1" dirty="0"/>
            <a:t>C++17</a:t>
          </a:r>
        </a:p>
      </dgm:t>
    </dgm:pt>
    <dgm:pt modelId="{50B982A9-24B2-4E81-84FA-D8C7B4299839}" type="sibTrans" cxnId="{CF6A330B-E345-4E1A-AF10-CE8E4162E452}">
      <dgm:prSet/>
      <dgm:spPr/>
      <dgm:t>
        <a:bodyPr/>
        <a:lstStyle/>
        <a:p>
          <a:endParaRPr lang="en-IN"/>
        </a:p>
      </dgm:t>
    </dgm:pt>
    <dgm:pt modelId="{06C6F4B1-105D-4BCC-96B7-CBFF88583D1B}" type="parTrans" cxnId="{CF6A330B-E345-4E1A-AF10-CE8E4162E452}">
      <dgm:prSet/>
      <dgm:spPr/>
      <dgm:t>
        <a:bodyPr/>
        <a:lstStyle/>
        <a:p>
          <a:endParaRPr lang="en-IN"/>
        </a:p>
      </dgm:t>
    </dgm:pt>
    <dgm:pt modelId="{5CD220AB-F315-423A-BF8C-2FC75CEF5A7D}" type="pres">
      <dgm:prSet presAssocID="{9BCEB7DD-419D-44CC-A17E-95AD0D29D3BB}" presName="Name0" presStyleCnt="0">
        <dgm:presLayoutVars>
          <dgm:dir/>
          <dgm:animLvl val="lvl"/>
          <dgm:resizeHandles val="exact"/>
        </dgm:presLayoutVars>
      </dgm:prSet>
      <dgm:spPr/>
    </dgm:pt>
    <dgm:pt modelId="{0AAD7C80-A664-48D2-8FA2-09451A5FCE95}" type="pres">
      <dgm:prSet presAssocID="{BA783E7F-99E3-45FB-B8C9-9DAE01BB193D}" presName="compositeNode" presStyleCnt="0">
        <dgm:presLayoutVars>
          <dgm:bulletEnabled val="1"/>
        </dgm:presLayoutVars>
      </dgm:prSet>
      <dgm:spPr/>
    </dgm:pt>
    <dgm:pt modelId="{1C951445-D5BD-499E-BA26-16871EC48E1B}" type="pres">
      <dgm:prSet presAssocID="{BA783E7F-99E3-45FB-B8C9-9DAE01BB193D}" presName="bgRect" presStyleLbl="node1" presStyleIdx="0" presStyleCnt="7" custScaleY="165570"/>
      <dgm:spPr/>
    </dgm:pt>
    <dgm:pt modelId="{57043BF7-C542-4712-806B-BB4F4C87A0B2}" type="pres">
      <dgm:prSet presAssocID="{BA783E7F-99E3-45FB-B8C9-9DAE01BB193D}" presName="parentNode" presStyleLbl="node1" presStyleIdx="0" presStyleCnt="7">
        <dgm:presLayoutVars>
          <dgm:chMax val="0"/>
          <dgm:bulletEnabled val="1"/>
        </dgm:presLayoutVars>
      </dgm:prSet>
      <dgm:spPr/>
    </dgm:pt>
    <dgm:pt modelId="{73CFE4B5-97DA-4541-8B1E-2F2BCBAC0D61}" type="pres">
      <dgm:prSet presAssocID="{BA783E7F-99E3-45FB-B8C9-9DAE01BB193D}" presName="childNode" presStyleLbl="node1" presStyleIdx="0" presStyleCnt="7">
        <dgm:presLayoutVars>
          <dgm:bulletEnabled val="1"/>
        </dgm:presLayoutVars>
      </dgm:prSet>
      <dgm:spPr/>
    </dgm:pt>
    <dgm:pt modelId="{0E3FE71C-4F7E-442E-8526-EB1B87986D47}" type="pres">
      <dgm:prSet presAssocID="{2204F42B-76DB-4381-9B78-E7438F71E6EE}" presName="hSp" presStyleCnt="0"/>
      <dgm:spPr/>
    </dgm:pt>
    <dgm:pt modelId="{6E0DF0C5-ADED-406B-B5B5-11623410DE63}" type="pres">
      <dgm:prSet presAssocID="{2204F42B-76DB-4381-9B78-E7438F71E6EE}" presName="vProcSp" presStyleCnt="0"/>
      <dgm:spPr/>
    </dgm:pt>
    <dgm:pt modelId="{FF8CEEF4-B009-432A-AA0C-F8645DB877DD}" type="pres">
      <dgm:prSet presAssocID="{2204F42B-76DB-4381-9B78-E7438F71E6EE}" presName="vSp1" presStyleCnt="0"/>
      <dgm:spPr/>
    </dgm:pt>
    <dgm:pt modelId="{B5EB9D7F-4A9D-4553-ADA1-C23CDD8C1FE1}" type="pres">
      <dgm:prSet presAssocID="{2204F42B-76DB-4381-9B78-E7438F71E6EE}" presName="simulatedConn" presStyleLbl="solidFgAcc1" presStyleIdx="0" presStyleCnt="6" custLinFactY="295821" custLinFactNeighborX="-12765" custLinFactNeighborY="300000"/>
      <dgm:spPr/>
    </dgm:pt>
    <dgm:pt modelId="{5B614D07-19BF-466F-8357-E01B95102981}" type="pres">
      <dgm:prSet presAssocID="{2204F42B-76DB-4381-9B78-E7438F71E6EE}" presName="vSp2" presStyleCnt="0"/>
      <dgm:spPr/>
    </dgm:pt>
    <dgm:pt modelId="{B89F983B-7BDD-4D6C-AC43-E8B876A798EB}" type="pres">
      <dgm:prSet presAssocID="{2204F42B-76DB-4381-9B78-E7438F71E6EE}" presName="sibTrans" presStyleCnt="0"/>
      <dgm:spPr/>
    </dgm:pt>
    <dgm:pt modelId="{96251F9B-4D36-4941-8F77-68CB0ACE4425}" type="pres">
      <dgm:prSet presAssocID="{8CD52D59-0DC4-428D-ABDB-B902B775CF56}" presName="compositeNode" presStyleCnt="0">
        <dgm:presLayoutVars>
          <dgm:bulletEnabled val="1"/>
        </dgm:presLayoutVars>
      </dgm:prSet>
      <dgm:spPr/>
    </dgm:pt>
    <dgm:pt modelId="{2031EE97-E455-47C0-8302-93B66EBFF710}" type="pres">
      <dgm:prSet presAssocID="{8CD52D59-0DC4-428D-ABDB-B902B775CF56}" presName="bgRect" presStyleLbl="node1" presStyleIdx="1" presStyleCnt="7" custScaleY="165570"/>
      <dgm:spPr/>
    </dgm:pt>
    <dgm:pt modelId="{E082A08D-92A5-4EDB-81CD-84CE4A001038}" type="pres">
      <dgm:prSet presAssocID="{8CD52D59-0DC4-428D-ABDB-B902B775CF56}" presName="parentNode" presStyleLbl="node1" presStyleIdx="1" presStyleCnt="7">
        <dgm:presLayoutVars>
          <dgm:chMax val="0"/>
          <dgm:bulletEnabled val="1"/>
        </dgm:presLayoutVars>
      </dgm:prSet>
      <dgm:spPr/>
    </dgm:pt>
    <dgm:pt modelId="{DE182D87-A139-427A-B9B3-76622B4B8F05}" type="pres">
      <dgm:prSet presAssocID="{8CD52D59-0DC4-428D-ABDB-B902B775CF56}" presName="childNode" presStyleLbl="node1" presStyleIdx="1" presStyleCnt="7">
        <dgm:presLayoutVars>
          <dgm:bulletEnabled val="1"/>
        </dgm:presLayoutVars>
      </dgm:prSet>
      <dgm:spPr/>
    </dgm:pt>
    <dgm:pt modelId="{CC53F226-E9E1-42DE-B3A4-65BB013529D6}" type="pres">
      <dgm:prSet presAssocID="{D51F6B46-E22F-4980-8712-9A604AEBC460}" presName="hSp" presStyleCnt="0"/>
      <dgm:spPr/>
    </dgm:pt>
    <dgm:pt modelId="{C68C1524-BB02-48B8-AD14-E599967542D9}" type="pres">
      <dgm:prSet presAssocID="{D51F6B46-E22F-4980-8712-9A604AEBC460}" presName="vProcSp" presStyleCnt="0"/>
      <dgm:spPr/>
    </dgm:pt>
    <dgm:pt modelId="{E80AAD94-D937-4C87-B4A4-30CF8DA14D88}" type="pres">
      <dgm:prSet presAssocID="{D51F6B46-E22F-4980-8712-9A604AEBC460}" presName="vSp1" presStyleCnt="0"/>
      <dgm:spPr/>
    </dgm:pt>
    <dgm:pt modelId="{59D76175-5C38-4CEF-B059-8E1CD662B061}" type="pres">
      <dgm:prSet presAssocID="{D51F6B46-E22F-4980-8712-9A604AEBC460}" presName="simulatedConn" presStyleLbl="solidFgAcc1" presStyleIdx="1" presStyleCnt="6" custLinFactY="295821" custLinFactNeighborX="-12765" custLinFactNeighborY="300000"/>
      <dgm:spPr/>
    </dgm:pt>
    <dgm:pt modelId="{1A425715-6D44-4B00-9871-4591E375F38D}" type="pres">
      <dgm:prSet presAssocID="{D51F6B46-E22F-4980-8712-9A604AEBC460}" presName="vSp2" presStyleCnt="0"/>
      <dgm:spPr/>
    </dgm:pt>
    <dgm:pt modelId="{FA22C668-C176-4392-BFC9-DE8ABC4CBEEC}" type="pres">
      <dgm:prSet presAssocID="{D51F6B46-E22F-4980-8712-9A604AEBC460}" presName="sibTrans" presStyleCnt="0"/>
      <dgm:spPr/>
    </dgm:pt>
    <dgm:pt modelId="{6356E05C-B84B-41B3-9801-4344D66596CA}" type="pres">
      <dgm:prSet presAssocID="{82933C25-9106-408C-9DFB-365A49202CC9}" presName="compositeNode" presStyleCnt="0">
        <dgm:presLayoutVars>
          <dgm:bulletEnabled val="1"/>
        </dgm:presLayoutVars>
      </dgm:prSet>
      <dgm:spPr/>
    </dgm:pt>
    <dgm:pt modelId="{1571508F-A81A-4019-A097-E36D04783311}" type="pres">
      <dgm:prSet presAssocID="{82933C25-9106-408C-9DFB-365A49202CC9}" presName="bgRect" presStyleLbl="node1" presStyleIdx="2" presStyleCnt="7" custScaleY="165570"/>
      <dgm:spPr/>
    </dgm:pt>
    <dgm:pt modelId="{9AC2E9B9-B053-46FC-B65C-D8BAE52F4B22}" type="pres">
      <dgm:prSet presAssocID="{82933C25-9106-408C-9DFB-365A49202CC9}" presName="parentNode" presStyleLbl="node1" presStyleIdx="2" presStyleCnt="7">
        <dgm:presLayoutVars>
          <dgm:chMax val="0"/>
          <dgm:bulletEnabled val="1"/>
        </dgm:presLayoutVars>
      </dgm:prSet>
      <dgm:spPr/>
    </dgm:pt>
    <dgm:pt modelId="{539429DE-518C-40FA-962A-273315A482F7}" type="pres">
      <dgm:prSet presAssocID="{82933C25-9106-408C-9DFB-365A49202CC9}" presName="childNode" presStyleLbl="node1" presStyleIdx="2" presStyleCnt="7">
        <dgm:presLayoutVars>
          <dgm:bulletEnabled val="1"/>
        </dgm:presLayoutVars>
      </dgm:prSet>
      <dgm:spPr/>
    </dgm:pt>
    <dgm:pt modelId="{54AE9FA9-70E8-43FE-BAC4-234A0EEF3307}" type="pres">
      <dgm:prSet presAssocID="{A2FC0022-7198-4E1C-B98E-BAF9128BE52E}" presName="hSp" presStyleCnt="0"/>
      <dgm:spPr/>
    </dgm:pt>
    <dgm:pt modelId="{6FB5B941-69AD-434E-9AD5-18B09D51BD36}" type="pres">
      <dgm:prSet presAssocID="{A2FC0022-7198-4E1C-B98E-BAF9128BE52E}" presName="vProcSp" presStyleCnt="0"/>
      <dgm:spPr/>
    </dgm:pt>
    <dgm:pt modelId="{8E55495D-8E35-49E0-8BCE-12CBC8CF70C1}" type="pres">
      <dgm:prSet presAssocID="{A2FC0022-7198-4E1C-B98E-BAF9128BE52E}" presName="vSp1" presStyleCnt="0"/>
      <dgm:spPr/>
    </dgm:pt>
    <dgm:pt modelId="{5FAEB37B-9A71-4197-87EE-0244EEE37275}" type="pres">
      <dgm:prSet presAssocID="{A2FC0022-7198-4E1C-B98E-BAF9128BE52E}" presName="simulatedConn" presStyleLbl="solidFgAcc1" presStyleIdx="2" presStyleCnt="6" custLinFactY="295821" custLinFactNeighborX="-12765" custLinFactNeighborY="300000"/>
      <dgm:spPr/>
    </dgm:pt>
    <dgm:pt modelId="{E09B9AAC-55FA-47AE-9EA1-AFC00A74D273}" type="pres">
      <dgm:prSet presAssocID="{A2FC0022-7198-4E1C-B98E-BAF9128BE52E}" presName="vSp2" presStyleCnt="0"/>
      <dgm:spPr/>
    </dgm:pt>
    <dgm:pt modelId="{BED646A4-DB97-4A36-912F-43090497B0D1}" type="pres">
      <dgm:prSet presAssocID="{A2FC0022-7198-4E1C-B98E-BAF9128BE52E}" presName="sibTrans" presStyleCnt="0"/>
      <dgm:spPr/>
    </dgm:pt>
    <dgm:pt modelId="{E7B18230-79D4-484E-84AC-D181C0F9DFB7}" type="pres">
      <dgm:prSet presAssocID="{675A564B-5441-4F5D-89BC-28B39DD4844E}" presName="compositeNode" presStyleCnt="0">
        <dgm:presLayoutVars>
          <dgm:bulletEnabled val="1"/>
        </dgm:presLayoutVars>
      </dgm:prSet>
      <dgm:spPr/>
    </dgm:pt>
    <dgm:pt modelId="{AB7B150D-107C-4BF2-8C1E-A4583389F0BD}" type="pres">
      <dgm:prSet presAssocID="{675A564B-5441-4F5D-89BC-28B39DD4844E}" presName="bgRect" presStyleLbl="node1" presStyleIdx="3" presStyleCnt="7" custScaleY="165570"/>
      <dgm:spPr/>
    </dgm:pt>
    <dgm:pt modelId="{96154E6C-49EB-4FDF-AA0C-C9158377F71E}" type="pres">
      <dgm:prSet presAssocID="{675A564B-5441-4F5D-89BC-28B39DD4844E}" presName="parentNode" presStyleLbl="node1" presStyleIdx="3" presStyleCnt="7">
        <dgm:presLayoutVars>
          <dgm:chMax val="0"/>
          <dgm:bulletEnabled val="1"/>
        </dgm:presLayoutVars>
      </dgm:prSet>
      <dgm:spPr/>
    </dgm:pt>
    <dgm:pt modelId="{F06617A8-7976-4527-A97D-4DFAEBF37286}" type="pres">
      <dgm:prSet presAssocID="{675A564B-5441-4F5D-89BC-28B39DD4844E}" presName="childNode" presStyleLbl="node1" presStyleIdx="3" presStyleCnt="7">
        <dgm:presLayoutVars>
          <dgm:bulletEnabled val="1"/>
        </dgm:presLayoutVars>
      </dgm:prSet>
      <dgm:spPr/>
    </dgm:pt>
    <dgm:pt modelId="{8798CDDA-6C6B-4076-9F5A-C4DDA688FD9B}" type="pres">
      <dgm:prSet presAssocID="{2E9C270B-B500-4F4F-AAD5-4392500E5FD9}" presName="hSp" presStyleCnt="0"/>
      <dgm:spPr/>
    </dgm:pt>
    <dgm:pt modelId="{4F308147-FA5B-43E3-BA25-048460EBFD8C}" type="pres">
      <dgm:prSet presAssocID="{2E9C270B-B500-4F4F-AAD5-4392500E5FD9}" presName="vProcSp" presStyleCnt="0"/>
      <dgm:spPr/>
    </dgm:pt>
    <dgm:pt modelId="{720462F1-E868-4EFF-9C50-EBC3FF64EC17}" type="pres">
      <dgm:prSet presAssocID="{2E9C270B-B500-4F4F-AAD5-4392500E5FD9}" presName="vSp1" presStyleCnt="0"/>
      <dgm:spPr/>
    </dgm:pt>
    <dgm:pt modelId="{D52076CF-F011-4208-A03A-5BDFD78DD456}" type="pres">
      <dgm:prSet presAssocID="{2E9C270B-B500-4F4F-AAD5-4392500E5FD9}" presName="simulatedConn" presStyleLbl="solidFgAcc1" presStyleIdx="3" presStyleCnt="6" custLinFactY="295821" custLinFactNeighborX="-12765" custLinFactNeighborY="300000"/>
      <dgm:spPr/>
    </dgm:pt>
    <dgm:pt modelId="{710C87CC-9EA7-4785-9F00-069AF55BAA73}" type="pres">
      <dgm:prSet presAssocID="{2E9C270B-B500-4F4F-AAD5-4392500E5FD9}" presName="vSp2" presStyleCnt="0"/>
      <dgm:spPr/>
    </dgm:pt>
    <dgm:pt modelId="{1F90C4BC-AC95-4283-83EB-19E66159CB3B}" type="pres">
      <dgm:prSet presAssocID="{2E9C270B-B500-4F4F-AAD5-4392500E5FD9}" presName="sibTrans" presStyleCnt="0"/>
      <dgm:spPr/>
    </dgm:pt>
    <dgm:pt modelId="{50FBBE27-03B7-4062-8BFA-59207CF43F1C}" type="pres">
      <dgm:prSet presAssocID="{0BA8B0DB-2004-4C80-8C3F-A32385D9A138}" presName="compositeNode" presStyleCnt="0">
        <dgm:presLayoutVars>
          <dgm:bulletEnabled val="1"/>
        </dgm:presLayoutVars>
      </dgm:prSet>
      <dgm:spPr/>
    </dgm:pt>
    <dgm:pt modelId="{514AA2DC-189E-4AB3-9A17-47F3B2151F95}" type="pres">
      <dgm:prSet presAssocID="{0BA8B0DB-2004-4C80-8C3F-A32385D9A138}" presName="bgRect" presStyleLbl="node1" presStyleIdx="4" presStyleCnt="7" custScaleY="165570"/>
      <dgm:spPr/>
    </dgm:pt>
    <dgm:pt modelId="{5DD7DC9D-2EDC-4136-B24A-ABDE1C5CFD7A}" type="pres">
      <dgm:prSet presAssocID="{0BA8B0DB-2004-4C80-8C3F-A32385D9A138}" presName="parentNode" presStyleLbl="node1" presStyleIdx="4" presStyleCnt="7">
        <dgm:presLayoutVars>
          <dgm:chMax val="0"/>
          <dgm:bulletEnabled val="1"/>
        </dgm:presLayoutVars>
      </dgm:prSet>
      <dgm:spPr/>
    </dgm:pt>
    <dgm:pt modelId="{8312BEFA-F3D2-4DD5-BAAA-48C4032614DA}" type="pres">
      <dgm:prSet presAssocID="{0BA8B0DB-2004-4C80-8C3F-A32385D9A138}" presName="childNode" presStyleLbl="node1" presStyleIdx="4" presStyleCnt="7">
        <dgm:presLayoutVars>
          <dgm:bulletEnabled val="1"/>
        </dgm:presLayoutVars>
      </dgm:prSet>
      <dgm:spPr/>
    </dgm:pt>
    <dgm:pt modelId="{2DBE647C-4C99-471B-B9CE-216F81E984A3}" type="pres">
      <dgm:prSet presAssocID="{50B982A9-24B2-4E81-84FA-D8C7B4299839}" presName="hSp" presStyleCnt="0"/>
      <dgm:spPr/>
    </dgm:pt>
    <dgm:pt modelId="{95AE969D-ED42-4443-B9E7-0F03960C86EF}" type="pres">
      <dgm:prSet presAssocID="{50B982A9-24B2-4E81-84FA-D8C7B4299839}" presName="vProcSp" presStyleCnt="0"/>
      <dgm:spPr/>
    </dgm:pt>
    <dgm:pt modelId="{D7EE531A-9792-4CED-8097-921BF96124FE}" type="pres">
      <dgm:prSet presAssocID="{50B982A9-24B2-4E81-84FA-D8C7B4299839}" presName="vSp1" presStyleCnt="0"/>
      <dgm:spPr/>
    </dgm:pt>
    <dgm:pt modelId="{8EF1AB70-095E-4CEE-A408-69FF55EB0653}" type="pres">
      <dgm:prSet presAssocID="{50B982A9-24B2-4E81-84FA-D8C7B4299839}" presName="simulatedConn" presStyleLbl="solidFgAcc1" presStyleIdx="4" presStyleCnt="6" custLinFactY="295821" custLinFactNeighborX="-12765" custLinFactNeighborY="300000"/>
      <dgm:spPr/>
    </dgm:pt>
    <dgm:pt modelId="{72BBCDBE-222E-4CD5-9ED2-09402E2FF3B4}" type="pres">
      <dgm:prSet presAssocID="{50B982A9-24B2-4E81-84FA-D8C7B4299839}" presName="vSp2" presStyleCnt="0"/>
      <dgm:spPr/>
    </dgm:pt>
    <dgm:pt modelId="{7047F784-7C3F-4F32-BA47-35FD942E7644}" type="pres">
      <dgm:prSet presAssocID="{50B982A9-24B2-4E81-84FA-D8C7B4299839}" presName="sibTrans" presStyleCnt="0"/>
      <dgm:spPr/>
    </dgm:pt>
    <dgm:pt modelId="{63B72E86-831E-4F49-893B-F47A7560F0E5}" type="pres">
      <dgm:prSet presAssocID="{ED160369-0E35-4099-B95B-0473DE9CB931}" presName="compositeNode" presStyleCnt="0">
        <dgm:presLayoutVars>
          <dgm:bulletEnabled val="1"/>
        </dgm:presLayoutVars>
      </dgm:prSet>
      <dgm:spPr/>
    </dgm:pt>
    <dgm:pt modelId="{160BA179-59EE-4AFA-957C-A66FAD7403A8}" type="pres">
      <dgm:prSet presAssocID="{ED160369-0E35-4099-B95B-0473DE9CB931}" presName="bgRect" presStyleLbl="node1" presStyleIdx="5" presStyleCnt="7" custScaleY="165570"/>
      <dgm:spPr/>
    </dgm:pt>
    <dgm:pt modelId="{9193AACC-D4B4-4A36-9216-F5BDB6F887D5}" type="pres">
      <dgm:prSet presAssocID="{ED160369-0E35-4099-B95B-0473DE9CB931}" presName="parentNode" presStyleLbl="node1" presStyleIdx="5" presStyleCnt="7">
        <dgm:presLayoutVars>
          <dgm:chMax val="0"/>
          <dgm:bulletEnabled val="1"/>
        </dgm:presLayoutVars>
      </dgm:prSet>
      <dgm:spPr/>
    </dgm:pt>
    <dgm:pt modelId="{9740BC5C-79E8-4CB7-BF84-E79E4F3DA1B4}" type="pres">
      <dgm:prSet presAssocID="{ED160369-0E35-4099-B95B-0473DE9CB931}" presName="childNode" presStyleLbl="node1" presStyleIdx="5" presStyleCnt="7">
        <dgm:presLayoutVars>
          <dgm:bulletEnabled val="1"/>
        </dgm:presLayoutVars>
      </dgm:prSet>
      <dgm:spPr/>
    </dgm:pt>
    <dgm:pt modelId="{932C18AC-81EC-44AE-A4E4-5BDFF6AC3F38}" type="pres">
      <dgm:prSet presAssocID="{A856DF0D-A2B6-43F6-B90B-013671E158D7}" presName="hSp" presStyleCnt="0"/>
      <dgm:spPr/>
    </dgm:pt>
    <dgm:pt modelId="{EEAD9FF7-950E-4534-8BFB-011F19B82D23}" type="pres">
      <dgm:prSet presAssocID="{A856DF0D-A2B6-43F6-B90B-013671E158D7}" presName="vProcSp" presStyleCnt="0"/>
      <dgm:spPr/>
    </dgm:pt>
    <dgm:pt modelId="{A6AFCDEB-3D4E-454F-BFE4-A4DA0EF60948}" type="pres">
      <dgm:prSet presAssocID="{A856DF0D-A2B6-43F6-B90B-013671E158D7}" presName="vSp1" presStyleCnt="0"/>
      <dgm:spPr/>
    </dgm:pt>
    <dgm:pt modelId="{BF4EDDA7-618A-45B1-B785-81098B1DFED2}" type="pres">
      <dgm:prSet presAssocID="{A856DF0D-A2B6-43F6-B90B-013671E158D7}" presName="simulatedConn" presStyleLbl="solidFgAcc1" presStyleIdx="5" presStyleCnt="6" custLinFactY="295821" custLinFactNeighborX="-12765" custLinFactNeighborY="300000"/>
      <dgm:spPr/>
    </dgm:pt>
    <dgm:pt modelId="{8F53717C-96F3-433C-97E4-A20C01B1D67D}" type="pres">
      <dgm:prSet presAssocID="{A856DF0D-A2B6-43F6-B90B-013671E158D7}" presName="vSp2" presStyleCnt="0"/>
      <dgm:spPr/>
    </dgm:pt>
    <dgm:pt modelId="{42F1B72E-D7F6-40D0-9C04-CAA9007E84C4}" type="pres">
      <dgm:prSet presAssocID="{A856DF0D-A2B6-43F6-B90B-013671E158D7}" presName="sibTrans" presStyleCnt="0"/>
      <dgm:spPr/>
    </dgm:pt>
    <dgm:pt modelId="{E46D1461-DE56-4248-97E1-E66D2269F997}" type="pres">
      <dgm:prSet presAssocID="{1A1CC693-7A99-400E-88AE-E88CE2984A6A}" presName="compositeNode" presStyleCnt="0">
        <dgm:presLayoutVars>
          <dgm:bulletEnabled val="1"/>
        </dgm:presLayoutVars>
      </dgm:prSet>
      <dgm:spPr/>
    </dgm:pt>
    <dgm:pt modelId="{A9B76D7A-8399-42A3-891D-05DFECD5AED2}" type="pres">
      <dgm:prSet presAssocID="{1A1CC693-7A99-400E-88AE-E88CE2984A6A}" presName="bgRect" presStyleLbl="node1" presStyleIdx="6" presStyleCnt="7" custScaleY="165570"/>
      <dgm:spPr/>
    </dgm:pt>
    <dgm:pt modelId="{FDA8AD5A-76E6-4E80-B85B-C571265CFD4A}" type="pres">
      <dgm:prSet presAssocID="{1A1CC693-7A99-400E-88AE-E88CE2984A6A}" presName="parentNode" presStyleLbl="node1" presStyleIdx="6" presStyleCnt="7">
        <dgm:presLayoutVars>
          <dgm:chMax val="0"/>
          <dgm:bulletEnabled val="1"/>
        </dgm:presLayoutVars>
      </dgm:prSet>
      <dgm:spPr/>
    </dgm:pt>
    <dgm:pt modelId="{AE34D202-1279-4D1C-8AA4-00A726B28C0A}" type="pres">
      <dgm:prSet presAssocID="{1A1CC693-7A99-400E-88AE-E88CE2984A6A}" presName="childNode" presStyleLbl="node1" presStyleIdx="6" presStyleCnt="7">
        <dgm:presLayoutVars>
          <dgm:bulletEnabled val="1"/>
        </dgm:presLayoutVars>
      </dgm:prSet>
      <dgm:spPr/>
    </dgm:pt>
  </dgm:ptLst>
  <dgm:cxnLst>
    <dgm:cxn modelId="{CF6A330B-E345-4E1A-AF10-CE8E4162E452}" srcId="{9BCEB7DD-419D-44CC-A17E-95AD0D29D3BB}" destId="{0BA8B0DB-2004-4C80-8C3F-A32385D9A138}" srcOrd="4" destOrd="0" parTransId="{06C6F4B1-105D-4BCC-96B7-CBFF88583D1B}" sibTransId="{50B982A9-24B2-4E81-84FA-D8C7B4299839}"/>
    <dgm:cxn modelId="{55523816-43CE-48B5-99A3-7F5B0B526B2F}" type="presOf" srcId="{ED160369-0E35-4099-B95B-0473DE9CB931}" destId="{9193AACC-D4B4-4A36-9216-F5BDB6F887D5}" srcOrd="1" destOrd="0" presId="urn:microsoft.com/office/officeart/2005/8/layout/hProcess7"/>
    <dgm:cxn modelId="{6322DD19-61F2-4C97-9AB7-5F7782E0A1E1}" type="presOf" srcId="{BA783E7F-99E3-45FB-B8C9-9DAE01BB193D}" destId="{57043BF7-C542-4712-806B-BB4F4C87A0B2}" srcOrd="1" destOrd="0" presId="urn:microsoft.com/office/officeart/2005/8/layout/hProcess7"/>
    <dgm:cxn modelId="{F949AA21-E4D0-4DEB-AF5E-6407AA2F7BB2}" type="presOf" srcId="{B0E4BCB1-9684-4317-9D68-F3BAEBC76687}" destId="{F06617A8-7976-4527-A97D-4DFAEBF37286}" srcOrd="0" destOrd="1" presId="urn:microsoft.com/office/officeart/2005/8/layout/hProcess7"/>
    <dgm:cxn modelId="{43F47D29-3E98-462A-9DD9-360E8D745052}" srcId="{675A564B-5441-4F5D-89BC-28B39DD4844E}" destId="{B0E4BCB1-9684-4317-9D68-F3BAEBC76687}" srcOrd="1" destOrd="0" parTransId="{FECBBC21-0D74-41C0-8DA5-577AF0B51D51}" sibTransId="{CC7CAC6C-85BA-4645-82AB-324C212040CB}"/>
    <dgm:cxn modelId="{54522A37-6FD8-40E0-B43F-01D92E272ECC}" type="presOf" srcId="{B730B56E-706D-4EF7-8658-653CEFF7F4CE}" destId="{8312BEFA-F3D2-4DD5-BAAA-48C4032614DA}" srcOrd="0" destOrd="0" presId="urn:microsoft.com/office/officeart/2005/8/layout/hProcess7"/>
    <dgm:cxn modelId="{596C0F38-74F4-4AFB-B389-88A62EDEB310}" type="presOf" srcId="{9BCEB7DD-419D-44CC-A17E-95AD0D29D3BB}" destId="{5CD220AB-F315-423A-BF8C-2FC75CEF5A7D}" srcOrd="0" destOrd="0" presId="urn:microsoft.com/office/officeart/2005/8/layout/hProcess7"/>
    <dgm:cxn modelId="{AC80AA39-7E8E-4BF6-8839-3BCFE80BB065}" type="presOf" srcId="{9928222C-D44E-4270-ADD3-20ABE6A7E410}" destId="{539429DE-518C-40FA-962A-273315A482F7}" srcOrd="0" destOrd="3" presId="urn:microsoft.com/office/officeart/2005/8/layout/hProcess7"/>
    <dgm:cxn modelId="{AC3E815F-FB11-4D48-93C6-03A59EE3241E}" type="presOf" srcId="{BF9501FC-2A56-4295-A051-3CF79C0C7BD8}" destId="{539429DE-518C-40FA-962A-273315A482F7}" srcOrd="0" destOrd="0" presId="urn:microsoft.com/office/officeart/2005/8/layout/hProcess7"/>
    <dgm:cxn modelId="{C5E18242-4CE0-4207-88D7-287D6183D3BC}" srcId="{8CD52D59-0DC4-428D-ABDB-B902B775CF56}" destId="{1C578626-6CA9-4DB1-846E-F39A03221ACB}" srcOrd="1" destOrd="0" parTransId="{0C14387A-FCCB-4594-BEED-338FAA53D183}" sibTransId="{8CF5E4F5-1AE1-4158-AE1C-7FFBBE4719A3}"/>
    <dgm:cxn modelId="{5ACF2363-05ED-4E36-BE2D-528FCEE96A2A}" type="presOf" srcId="{8CD52D59-0DC4-428D-ABDB-B902B775CF56}" destId="{2031EE97-E455-47C0-8302-93B66EBFF710}" srcOrd="0" destOrd="0" presId="urn:microsoft.com/office/officeart/2005/8/layout/hProcess7"/>
    <dgm:cxn modelId="{F200B648-2122-4F1E-A30F-3D999CEA58A8}" type="presOf" srcId="{EEABB769-8887-4448-A82F-DE4784581E82}" destId="{73CFE4B5-97DA-4541-8B1E-2F2BCBAC0D61}" srcOrd="0" destOrd="1" presId="urn:microsoft.com/office/officeart/2005/8/layout/hProcess7"/>
    <dgm:cxn modelId="{FAB1516A-AF9D-42D6-BCAC-D0C0D8F153D2}" type="presOf" srcId="{B7545950-412B-419A-9E3F-719647C59942}" destId="{F06617A8-7976-4527-A97D-4DFAEBF37286}" srcOrd="0" destOrd="0" presId="urn:microsoft.com/office/officeart/2005/8/layout/hProcess7"/>
    <dgm:cxn modelId="{18C16A4B-FC1C-4C09-86E6-EF3E913ED385}" type="presOf" srcId="{A8A25CE0-041F-4F61-8522-E03ABD437BFA}" destId="{F06617A8-7976-4527-A97D-4DFAEBF37286}" srcOrd="0" destOrd="2" presId="urn:microsoft.com/office/officeart/2005/8/layout/hProcess7"/>
    <dgm:cxn modelId="{3297376E-6FA3-4522-9692-388FEDB07F18}" type="presOf" srcId="{1A1CC693-7A99-400E-88AE-E88CE2984A6A}" destId="{A9B76D7A-8399-42A3-891D-05DFECD5AED2}" srcOrd="0" destOrd="0" presId="urn:microsoft.com/office/officeart/2005/8/layout/hProcess7"/>
    <dgm:cxn modelId="{69B09E6F-6899-4BB5-8358-93242054CF99}" srcId="{1A1CC693-7A99-400E-88AE-E88CE2984A6A}" destId="{A7303A6B-3C41-4EDD-8029-5623D1586D3D}" srcOrd="1" destOrd="0" parTransId="{5DABF593-EC9D-41C4-870A-5124B776DAAD}" sibTransId="{9D89D253-B38B-4F8E-BCD6-41EC66E7FABF}"/>
    <dgm:cxn modelId="{7F0F7653-4685-4824-8598-CBC5EFB95117}" type="presOf" srcId="{17333624-E8E1-4406-890A-893CBE6FB3D0}" destId="{8312BEFA-F3D2-4DD5-BAAA-48C4032614DA}" srcOrd="0" destOrd="2" presId="urn:microsoft.com/office/officeart/2005/8/layout/hProcess7"/>
    <dgm:cxn modelId="{C7C2AF75-EF9D-4249-9BF5-F56F5E4DBA85}" type="presOf" srcId="{AE0E6B0B-9A5B-4994-8A29-C9929F45CDE3}" destId="{8312BEFA-F3D2-4DD5-BAAA-48C4032614DA}" srcOrd="0" destOrd="1" presId="urn:microsoft.com/office/officeart/2005/8/layout/hProcess7"/>
    <dgm:cxn modelId="{627BD455-41D6-4806-9B13-72F1607D1629}" type="presOf" srcId="{9D07C64B-29B2-4BD5-BCA2-2E0DC7B9EAF9}" destId="{DE182D87-A139-427A-B9B3-76622B4B8F05}" srcOrd="0" destOrd="0" presId="urn:microsoft.com/office/officeart/2005/8/layout/hProcess7"/>
    <dgm:cxn modelId="{FE764657-4160-409D-BA9A-EBBEB41BE56A}" type="presOf" srcId="{1D10059C-31E9-49F5-8189-4D4F7802E813}" destId="{539429DE-518C-40FA-962A-273315A482F7}" srcOrd="0" destOrd="2" presId="urn:microsoft.com/office/officeart/2005/8/layout/hProcess7"/>
    <dgm:cxn modelId="{ECB4427A-064C-4A0D-9DF3-91D89F7E0382}" srcId="{82933C25-9106-408C-9DFB-365A49202CC9}" destId="{9928222C-D44E-4270-ADD3-20ABE6A7E410}" srcOrd="3" destOrd="0" parTransId="{32A27D52-F6BE-4375-83CF-57E5539C75B4}" sibTransId="{B3FFD7FC-CD51-4EC7-BAA0-2903C98D25F1}"/>
    <dgm:cxn modelId="{F4E34A7A-C409-4C29-8BCF-772E5F23D49D}" srcId="{8CD52D59-0DC4-428D-ABDB-B902B775CF56}" destId="{9D07C64B-29B2-4BD5-BCA2-2E0DC7B9EAF9}" srcOrd="0" destOrd="0" parTransId="{901E5C84-230D-49E3-954B-A12EC2F31498}" sibTransId="{E4E4226C-ADBB-4648-821F-0ADDD9D8149F}"/>
    <dgm:cxn modelId="{B2FF5D7B-8411-4860-807D-4A0BEA395837}" srcId="{ED160369-0E35-4099-B95B-0473DE9CB931}" destId="{ADB26FAD-8BA7-4DE7-98DE-2FEDDE7C4BA1}" srcOrd="0" destOrd="0" parTransId="{D4C6D92B-D998-4AD2-9217-ECBF0224885D}" sibTransId="{DA1DD6E2-EE3E-4808-B120-8953BA9047ED}"/>
    <dgm:cxn modelId="{6889FF7B-19C0-4B72-9D01-EDA05EC71A34}" type="presOf" srcId="{ADB26FAD-8BA7-4DE7-98DE-2FEDDE7C4BA1}" destId="{9740BC5C-79E8-4CB7-BF84-E79E4F3DA1B4}" srcOrd="0" destOrd="0" presId="urn:microsoft.com/office/officeart/2005/8/layout/hProcess7"/>
    <dgm:cxn modelId="{A96B0C7C-8365-42CE-93D4-FFEDA7130BD9}" srcId="{9BCEB7DD-419D-44CC-A17E-95AD0D29D3BB}" destId="{BA783E7F-99E3-45FB-B8C9-9DAE01BB193D}" srcOrd="0" destOrd="0" parTransId="{49F074B4-B909-4DCD-B1D8-458C00F60A7E}" sibTransId="{2204F42B-76DB-4381-9B78-E7438F71E6EE}"/>
    <dgm:cxn modelId="{DD9B747E-9013-4C7A-A862-8DA1C559CFA8}" srcId="{0BA8B0DB-2004-4C80-8C3F-A32385D9A138}" destId="{B730B56E-706D-4EF7-8658-653CEFF7F4CE}" srcOrd="0" destOrd="0" parTransId="{5BF69955-3369-408C-A0AA-48FB1218418A}" sibTransId="{B2C22D8E-7238-4695-A2AF-9802D22C3D55}"/>
    <dgm:cxn modelId="{2B661A7F-FF5D-4AE4-9672-2C384F7D675F}" srcId="{82933C25-9106-408C-9DFB-365A49202CC9}" destId="{77BE24F1-D449-485C-B3BB-F98B0934201C}" srcOrd="1" destOrd="0" parTransId="{0E536623-F382-4D27-B196-4C911E536123}" sibTransId="{1ECB5806-DB0D-489F-A622-2E659F2A69CC}"/>
    <dgm:cxn modelId="{4945887F-FBBF-4F5B-B4A5-9F8A35CC8F9C}" type="presOf" srcId="{CA094CB4-AD80-4B38-AF9F-1B518951C693}" destId="{AE34D202-1279-4D1C-8AA4-00A726B28C0A}" srcOrd="0" destOrd="2" presId="urn:microsoft.com/office/officeart/2005/8/layout/hProcess7"/>
    <dgm:cxn modelId="{0F2FD482-A08B-4626-B28C-1FFDC58268EB}" srcId="{82933C25-9106-408C-9DFB-365A49202CC9}" destId="{1D10059C-31E9-49F5-8189-4D4F7802E813}" srcOrd="2" destOrd="0" parTransId="{6FC54EAA-5F77-4AD4-B7AB-2B8849813D9C}" sibTransId="{0C1D5104-6CC0-479F-B482-8AFAB7D2AB5A}"/>
    <dgm:cxn modelId="{CEA13284-F903-4B92-B2E0-7CD193515DE9}" type="presOf" srcId="{8C58613D-2795-48F8-99A8-16E511CCE420}" destId="{9740BC5C-79E8-4CB7-BF84-E79E4F3DA1B4}" srcOrd="0" destOrd="2" presId="urn:microsoft.com/office/officeart/2005/8/layout/hProcess7"/>
    <dgm:cxn modelId="{E679F385-CB3B-40E9-9E1F-25C36C61A2A9}" type="presOf" srcId="{BA783E7F-99E3-45FB-B8C9-9DAE01BB193D}" destId="{1C951445-D5BD-499E-BA26-16871EC48E1B}" srcOrd="0" destOrd="0" presId="urn:microsoft.com/office/officeart/2005/8/layout/hProcess7"/>
    <dgm:cxn modelId="{9E2B0D86-06E1-49AA-BBE4-89407DC70CE3}" srcId="{9BCEB7DD-419D-44CC-A17E-95AD0D29D3BB}" destId="{ED160369-0E35-4099-B95B-0473DE9CB931}" srcOrd="5" destOrd="0" parTransId="{D655CB92-265B-40EA-85E3-B9DDD32C4DF8}" sibTransId="{A856DF0D-A2B6-43F6-B90B-013671E158D7}"/>
    <dgm:cxn modelId="{1620E387-BFF0-4889-9531-BDCBFF846644}" type="presOf" srcId="{A7303A6B-3C41-4EDD-8029-5623D1586D3D}" destId="{AE34D202-1279-4D1C-8AA4-00A726B28C0A}" srcOrd="0" destOrd="1" presId="urn:microsoft.com/office/officeart/2005/8/layout/hProcess7"/>
    <dgm:cxn modelId="{FF7B6A8D-DAF6-438D-A0D3-87AC058C1B55}" type="presOf" srcId="{7E25CFB3-21C6-455B-BBEA-95EB9727D2AF}" destId="{9740BC5C-79E8-4CB7-BF84-E79E4F3DA1B4}" srcOrd="0" destOrd="1" presId="urn:microsoft.com/office/officeart/2005/8/layout/hProcess7"/>
    <dgm:cxn modelId="{BFEBBB8D-9838-46E2-858D-629914ACEBC4}" type="presOf" srcId="{ED160369-0E35-4099-B95B-0473DE9CB931}" destId="{160BA179-59EE-4AFA-957C-A66FAD7403A8}" srcOrd="0" destOrd="0" presId="urn:microsoft.com/office/officeart/2005/8/layout/hProcess7"/>
    <dgm:cxn modelId="{AC451E94-8C33-49D3-B2D1-D20C3F1D095D}" type="presOf" srcId="{1C578626-6CA9-4DB1-846E-F39A03221ACB}" destId="{DE182D87-A139-427A-B9B3-76622B4B8F05}" srcOrd="0" destOrd="1" presId="urn:microsoft.com/office/officeart/2005/8/layout/hProcess7"/>
    <dgm:cxn modelId="{5B83D494-26D3-4D60-871C-D9A4AD36320B}" type="presOf" srcId="{00F1D07A-69DC-48F0-9BA0-CAAF692255A9}" destId="{73CFE4B5-97DA-4541-8B1E-2F2BCBAC0D61}" srcOrd="0" destOrd="0" presId="urn:microsoft.com/office/officeart/2005/8/layout/hProcess7"/>
    <dgm:cxn modelId="{B1BCE695-C7F3-4593-94D5-238B6C496177}" type="presOf" srcId="{0BA8B0DB-2004-4C80-8C3F-A32385D9A138}" destId="{514AA2DC-189E-4AB3-9A17-47F3B2151F95}" srcOrd="0" destOrd="0" presId="urn:microsoft.com/office/officeart/2005/8/layout/hProcess7"/>
    <dgm:cxn modelId="{D865C89E-3506-4293-B8CF-6810DC857E7F}" srcId="{BA783E7F-99E3-45FB-B8C9-9DAE01BB193D}" destId="{00F1D07A-69DC-48F0-9BA0-CAAF692255A9}" srcOrd="0" destOrd="0" parTransId="{2429F530-9B3F-46B1-8D45-F14E238B91F6}" sibTransId="{699EC7B6-AEDB-4A80-8A16-7DC300B2558F}"/>
    <dgm:cxn modelId="{FED7D6A1-33CD-4738-BACB-FE95F1A650FF}" type="presOf" srcId="{BBA0BFD1-09F6-4F0B-8F75-0EED86C0B79D}" destId="{73CFE4B5-97DA-4541-8B1E-2F2BCBAC0D61}" srcOrd="0" destOrd="2" presId="urn:microsoft.com/office/officeart/2005/8/layout/hProcess7"/>
    <dgm:cxn modelId="{53CB9CA3-4DC9-4505-9ADF-9793871748D9}" type="presOf" srcId="{77BE24F1-D449-485C-B3BB-F98B0934201C}" destId="{539429DE-518C-40FA-962A-273315A482F7}" srcOrd="0" destOrd="1" presId="urn:microsoft.com/office/officeart/2005/8/layout/hProcess7"/>
    <dgm:cxn modelId="{659BBFA4-7936-4F65-B725-C80CB563600D}" type="presOf" srcId="{44960C5D-5687-4973-BEF0-55B432D930A9}" destId="{AE34D202-1279-4D1C-8AA4-00A726B28C0A}" srcOrd="0" destOrd="0" presId="urn:microsoft.com/office/officeart/2005/8/layout/hProcess7"/>
    <dgm:cxn modelId="{D467B1A9-1002-4D8D-BFD1-CB53D3148623}" srcId="{9BCEB7DD-419D-44CC-A17E-95AD0D29D3BB}" destId="{8CD52D59-0DC4-428D-ABDB-B902B775CF56}" srcOrd="1" destOrd="0" parTransId="{B467BA8E-BCEC-4879-BE04-386CE952B9D9}" sibTransId="{D51F6B46-E22F-4980-8712-9A604AEBC460}"/>
    <dgm:cxn modelId="{A0B4BAAA-3A26-4A1D-B45E-D628EDC460DA}" type="presOf" srcId="{0BA8B0DB-2004-4C80-8C3F-A32385D9A138}" destId="{5DD7DC9D-2EDC-4136-B24A-ABDE1C5CFD7A}" srcOrd="1" destOrd="0" presId="urn:microsoft.com/office/officeart/2005/8/layout/hProcess7"/>
    <dgm:cxn modelId="{19A411AD-D71E-48BE-8BBA-48CF7C4D9EDB}" srcId="{675A564B-5441-4F5D-89BC-28B39DD4844E}" destId="{B7545950-412B-419A-9E3F-719647C59942}" srcOrd="0" destOrd="0" parTransId="{DE671A8E-7546-407B-B7BB-63EAF15327C0}" sibTransId="{54511DBD-4179-417D-89C3-A0FB400D43A5}"/>
    <dgm:cxn modelId="{B7D3CDB6-24D5-4945-A479-118E1C6DF903}" srcId="{82933C25-9106-408C-9DFB-365A49202CC9}" destId="{BF9501FC-2A56-4295-A051-3CF79C0C7BD8}" srcOrd="0" destOrd="0" parTransId="{8E514D2B-E076-4732-9D72-1955B443ED9E}" sibTransId="{59E28B2C-2B33-4615-BAFB-AC5FF3098596}"/>
    <dgm:cxn modelId="{12A4BDBB-35ED-466A-9CB9-A8DD6E0D1201}" srcId="{9BCEB7DD-419D-44CC-A17E-95AD0D29D3BB}" destId="{675A564B-5441-4F5D-89BC-28B39DD4844E}" srcOrd="3" destOrd="0" parTransId="{3E8CAE4A-CC78-438A-B3ED-3596D7E477BE}" sibTransId="{2E9C270B-B500-4F4F-AAD5-4392500E5FD9}"/>
    <dgm:cxn modelId="{14C30ABC-0266-4652-ABBD-CB62E3D2C16C}" type="presOf" srcId="{1A1CC693-7A99-400E-88AE-E88CE2984A6A}" destId="{FDA8AD5A-76E6-4E80-B85B-C571265CFD4A}" srcOrd="1" destOrd="0" presId="urn:microsoft.com/office/officeart/2005/8/layout/hProcess7"/>
    <dgm:cxn modelId="{F89146BD-FCE8-4990-9E9A-65DB6BB1A90D}" type="presOf" srcId="{82933C25-9106-408C-9DFB-365A49202CC9}" destId="{1571508F-A81A-4019-A097-E36D04783311}" srcOrd="0" destOrd="0" presId="urn:microsoft.com/office/officeart/2005/8/layout/hProcess7"/>
    <dgm:cxn modelId="{ACC371C1-AE66-43B2-B3C4-F75BB045858E}" srcId="{ED160369-0E35-4099-B95B-0473DE9CB931}" destId="{8C58613D-2795-48F8-99A8-16E511CCE420}" srcOrd="2" destOrd="0" parTransId="{FAE7774D-E2C0-483B-84B7-3D677364A53E}" sibTransId="{43ACD856-27F9-422E-8860-DA56CA2BB941}"/>
    <dgm:cxn modelId="{0C4F9FCE-CA3C-431D-8490-E0346D7754C4}" srcId="{BA783E7F-99E3-45FB-B8C9-9DAE01BB193D}" destId="{EEABB769-8887-4448-A82F-DE4784581E82}" srcOrd="1" destOrd="0" parTransId="{68DFE081-0040-48DC-9286-887C30306CBF}" sibTransId="{AE8FCFCC-C7B3-4567-8233-F795ACEB1D45}"/>
    <dgm:cxn modelId="{493476D4-CE33-4E26-A43E-7595BC658363}" srcId="{BA783E7F-99E3-45FB-B8C9-9DAE01BB193D}" destId="{BBA0BFD1-09F6-4F0B-8F75-0EED86C0B79D}" srcOrd="2" destOrd="0" parTransId="{2B62835A-0468-410E-9204-F290772F6D63}" sibTransId="{9DA87470-5FAF-4365-B189-851C73C628EA}"/>
    <dgm:cxn modelId="{3CB951D6-7DCF-4E35-A823-622397C2DC75}" type="presOf" srcId="{675A564B-5441-4F5D-89BC-28B39DD4844E}" destId="{96154E6C-49EB-4FDF-AA0C-C9158377F71E}" srcOrd="1" destOrd="0" presId="urn:microsoft.com/office/officeart/2005/8/layout/hProcess7"/>
    <dgm:cxn modelId="{F47BB4DC-CCEB-4321-96CB-E7B14DE83B6A}" srcId="{0BA8B0DB-2004-4C80-8C3F-A32385D9A138}" destId="{AE0E6B0B-9A5B-4994-8A29-C9929F45CDE3}" srcOrd="1" destOrd="0" parTransId="{7A66A18F-BD95-40CC-BAD0-D20DDFF0582A}" sibTransId="{8D33E2E8-333A-49D5-BE00-5EC0AC200432}"/>
    <dgm:cxn modelId="{B8744BE0-A9FF-4977-8939-93F14E4DB8C8}" srcId="{1A1CC693-7A99-400E-88AE-E88CE2984A6A}" destId="{44960C5D-5687-4973-BEF0-55B432D930A9}" srcOrd="0" destOrd="0" parTransId="{9DED2F67-E89E-4088-8FEC-CAD8B36401CC}" sibTransId="{111C69B8-980A-4295-AAED-37B26091F793}"/>
    <dgm:cxn modelId="{08B291E1-CA73-4753-B628-D77E3BB9F364}" srcId="{ED160369-0E35-4099-B95B-0473DE9CB931}" destId="{7E25CFB3-21C6-455B-BBEA-95EB9727D2AF}" srcOrd="1" destOrd="0" parTransId="{986E83AD-FE52-4CF1-9075-5C00AFCC5B43}" sibTransId="{71D0B2FD-6082-4012-A2D6-35248FD05EA3}"/>
    <dgm:cxn modelId="{857A00E3-0230-4249-BF17-EB24B369A420}" srcId="{675A564B-5441-4F5D-89BC-28B39DD4844E}" destId="{A8A25CE0-041F-4F61-8522-E03ABD437BFA}" srcOrd="2" destOrd="0" parTransId="{3B6D1469-F118-4FF2-92B8-68AAAFABFE9F}" sibTransId="{20D4FD53-4228-4FE6-817C-F60487147179}"/>
    <dgm:cxn modelId="{6FDE46E7-8B3F-4210-ACF6-12B743C510E7}" type="presOf" srcId="{8CD52D59-0DC4-428D-ABDB-B902B775CF56}" destId="{E082A08D-92A5-4EDB-81CD-84CE4A001038}" srcOrd="1" destOrd="0" presId="urn:microsoft.com/office/officeart/2005/8/layout/hProcess7"/>
    <dgm:cxn modelId="{30CEE7EA-912A-45DE-ACBE-84C6CE439444}" type="presOf" srcId="{82933C25-9106-408C-9DFB-365A49202CC9}" destId="{9AC2E9B9-B053-46FC-B65C-D8BAE52F4B22}" srcOrd="1" destOrd="0" presId="urn:microsoft.com/office/officeart/2005/8/layout/hProcess7"/>
    <dgm:cxn modelId="{0EDCB6EF-3008-4C85-BBDD-739C64623737}" srcId="{9BCEB7DD-419D-44CC-A17E-95AD0D29D3BB}" destId="{1A1CC693-7A99-400E-88AE-E88CE2984A6A}" srcOrd="6" destOrd="0" parTransId="{A8C4601D-11B6-4D09-A547-CCACBB478575}" sibTransId="{FE7552F1-6B53-4757-A71B-3D8067D11C70}"/>
    <dgm:cxn modelId="{9C608EF2-78A2-4F83-BD0A-89CFDE97EDE9}" srcId="{1A1CC693-7A99-400E-88AE-E88CE2984A6A}" destId="{CA094CB4-AD80-4B38-AF9F-1B518951C693}" srcOrd="2" destOrd="0" parTransId="{8BC98A6A-453F-4094-882A-4F3F7AB66F8E}" sibTransId="{C7B3B5B6-BE98-4E48-B833-C800FE998964}"/>
    <dgm:cxn modelId="{74CC59F3-85DE-46CB-AA93-DAB9226AD633}" srcId="{0BA8B0DB-2004-4C80-8C3F-A32385D9A138}" destId="{17333624-E8E1-4406-890A-893CBE6FB3D0}" srcOrd="2" destOrd="0" parTransId="{1BA1F8CE-317A-439B-9CC3-C8FA596E8751}" sibTransId="{1DB74F34-4F4B-4926-8913-B9054181A6DE}"/>
    <dgm:cxn modelId="{3F5ED9FB-8ED5-4595-95C4-3597BB214875}" srcId="{9BCEB7DD-419D-44CC-A17E-95AD0D29D3BB}" destId="{82933C25-9106-408C-9DFB-365A49202CC9}" srcOrd="2" destOrd="0" parTransId="{4EA2E50B-63A6-4111-8695-588F229BC4C9}" sibTransId="{A2FC0022-7198-4E1C-B98E-BAF9128BE52E}"/>
    <dgm:cxn modelId="{389271FF-191D-40BB-9F9F-C54905C8DB60}" type="presOf" srcId="{675A564B-5441-4F5D-89BC-28B39DD4844E}" destId="{AB7B150D-107C-4BF2-8C1E-A4583389F0BD}" srcOrd="0" destOrd="0" presId="urn:microsoft.com/office/officeart/2005/8/layout/hProcess7"/>
    <dgm:cxn modelId="{B40BC268-FFAF-4729-AE13-E2BF6D2C606B}" type="presParOf" srcId="{5CD220AB-F315-423A-BF8C-2FC75CEF5A7D}" destId="{0AAD7C80-A664-48D2-8FA2-09451A5FCE95}" srcOrd="0" destOrd="0" presId="urn:microsoft.com/office/officeart/2005/8/layout/hProcess7"/>
    <dgm:cxn modelId="{9C38D644-6C2D-4296-9E8B-24A5741B84BE}" type="presParOf" srcId="{0AAD7C80-A664-48D2-8FA2-09451A5FCE95}" destId="{1C951445-D5BD-499E-BA26-16871EC48E1B}" srcOrd="0" destOrd="0" presId="urn:microsoft.com/office/officeart/2005/8/layout/hProcess7"/>
    <dgm:cxn modelId="{EB1188A9-7281-4CEB-A0DA-1F3B3905146B}" type="presParOf" srcId="{0AAD7C80-A664-48D2-8FA2-09451A5FCE95}" destId="{57043BF7-C542-4712-806B-BB4F4C87A0B2}" srcOrd="1" destOrd="0" presId="urn:microsoft.com/office/officeart/2005/8/layout/hProcess7"/>
    <dgm:cxn modelId="{35B9313F-6774-4213-B53B-D079652335EE}" type="presParOf" srcId="{0AAD7C80-A664-48D2-8FA2-09451A5FCE95}" destId="{73CFE4B5-97DA-4541-8B1E-2F2BCBAC0D61}" srcOrd="2" destOrd="0" presId="urn:microsoft.com/office/officeart/2005/8/layout/hProcess7"/>
    <dgm:cxn modelId="{E96AE105-AA09-4F11-BD80-1C8F587E5FB9}" type="presParOf" srcId="{5CD220AB-F315-423A-BF8C-2FC75CEF5A7D}" destId="{0E3FE71C-4F7E-442E-8526-EB1B87986D47}" srcOrd="1" destOrd="0" presId="urn:microsoft.com/office/officeart/2005/8/layout/hProcess7"/>
    <dgm:cxn modelId="{E151427F-239E-41F1-90F4-862F2D9817B7}" type="presParOf" srcId="{5CD220AB-F315-423A-BF8C-2FC75CEF5A7D}" destId="{6E0DF0C5-ADED-406B-B5B5-11623410DE63}" srcOrd="2" destOrd="0" presId="urn:microsoft.com/office/officeart/2005/8/layout/hProcess7"/>
    <dgm:cxn modelId="{B5D26251-B573-4D56-80AD-6E2F4ADEDC84}" type="presParOf" srcId="{6E0DF0C5-ADED-406B-B5B5-11623410DE63}" destId="{FF8CEEF4-B009-432A-AA0C-F8645DB877DD}" srcOrd="0" destOrd="0" presId="urn:microsoft.com/office/officeart/2005/8/layout/hProcess7"/>
    <dgm:cxn modelId="{0B72F3C3-8AF1-4D14-8123-E17555BC60E2}" type="presParOf" srcId="{6E0DF0C5-ADED-406B-B5B5-11623410DE63}" destId="{B5EB9D7F-4A9D-4553-ADA1-C23CDD8C1FE1}" srcOrd="1" destOrd="0" presId="urn:microsoft.com/office/officeart/2005/8/layout/hProcess7"/>
    <dgm:cxn modelId="{02AF3B91-07D0-4DDF-9E16-278824330104}" type="presParOf" srcId="{6E0DF0C5-ADED-406B-B5B5-11623410DE63}" destId="{5B614D07-19BF-466F-8357-E01B95102981}" srcOrd="2" destOrd="0" presId="urn:microsoft.com/office/officeart/2005/8/layout/hProcess7"/>
    <dgm:cxn modelId="{4F394DD6-E587-416B-8225-FFFA5EF5C573}" type="presParOf" srcId="{5CD220AB-F315-423A-BF8C-2FC75CEF5A7D}" destId="{B89F983B-7BDD-4D6C-AC43-E8B876A798EB}" srcOrd="3" destOrd="0" presId="urn:microsoft.com/office/officeart/2005/8/layout/hProcess7"/>
    <dgm:cxn modelId="{9D338724-9ED3-4A07-AE2D-C2D6AF12DE41}" type="presParOf" srcId="{5CD220AB-F315-423A-BF8C-2FC75CEF5A7D}" destId="{96251F9B-4D36-4941-8F77-68CB0ACE4425}" srcOrd="4" destOrd="0" presId="urn:microsoft.com/office/officeart/2005/8/layout/hProcess7"/>
    <dgm:cxn modelId="{27E187B3-5BAA-4818-829F-CAFC7F2C07F7}" type="presParOf" srcId="{96251F9B-4D36-4941-8F77-68CB0ACE4425}" destId="{2031EE97-E455-47C0-8302-93B66EBFF710}" srcOrd="0" destOrd="0" presId="urn:microsoft.com/office/officeart/2005/8/layout/hProcess7"/>
    <dgm:cxn modelId="{4E8D08C3-5C9E-4A30-8DBC-547E05DEDA26}" type="presParOf" srcId="{96251F9B-4D36-4941-8F77-68CB0ACE4425}" destId="{E082A08D-92A5-4EDB-81CD-84CE4A001038}" srcOrd="1" destOrd="0" presId="urn:microsoft.com/office/officeart/2005/8/layout/hProcess7"/>
    <dgm:cxn modelId="{B05C7891-61B5-4591-B324-51C08EECA66C}" type="presParOf" srcId="{96251F9B-4D36-4941-8F77-68CB0ACE4425}" destId="{DE182D87-A139-427A-B9B3-76622B4B8F05}" srcOrd="2" destOrd="0" presId="urn:microsoft.com/office/officeart/2005/8/layout/hProcess7"/>
    <dgm:cxn modelId="{34F90A4C-700D-4A4F-B04F-C397EB5F2ABB}" type="presParOf" srcId="{5CD220AB-F315-423A-BF8C-2FC75CEF5A7D}" destId="{CC53F226-E9E1-42DE-B3A4-65BB013529D6}" srcOrd="5" destOrd="0" presId="urn:microsoft.com/office/officeart/2005/8/layout/hProcess7"/>
    <dgm:cxn modelId="{212FB75A-E8E5-4B4E-81D5-6DE223D8EFD5}" type="presParOf" srcId="{5CD220AB-F315-423A-BF8C-2FC75CEF5A7D}" destId="{C68C1524-BB02-48B8-AD14-E599967542D9}" srcOrd="6" destOrd="0" presId="urn:microsoft.com/office/officeart/2005/8/layout/hProcess7"/>
    <dgm:cxn modelId="{B8DB41FA-118A-455A-BF40-6771375B3DEB}" type="presParOf" srcId="{C68C1524-BB02-48B8-AD14-E599967542D9}" destId="{E80AAD94-D937-4C87-B4A4-30CF8DA14D88}" srcOrd="0" destOrd="0" presId="urn:microsoft.com/office/officeart/2005/8/layout/hProcess7"/>
    <dgm:cxn modelId="{A532918B-E717-4D81-BF46-8BDFB511121D}" type="presParOf" srcId="{C68C1524-BB02-48B8-AD14-E599967542D9}" destId="{59D76175-5C38-4CEF-B059-8E1CD662B061}" srcOrd="1" destOrd="0" presId="urn:microsoft.com/office/officeart/2005/8/layout/hProcess7"/>
    <dgm:cxn modelId="{064510BF-81BF-4C9B-8F90-F0C7590C3681}" type="presParOf" srcId="{C68C1524-BB02-48B8-AD14-E599967542D9}" destId="{1A425715-6D44-4B00-9871-4591E375F38D}" srcOrd="2" destOrd="0" presId="urn:microsoft.com/office/officeart/2005/8/layout/hProcess7"/>
    <dgm:cxn modelId="{896576C2-824C-4725-9F61-B92898D28CC9}" type="presParOf" srcId="{5CD220AB-F315-423A-BF8C-2FC75CEF5A7D}" destId="{FA22C668-C176-4392-BFC9-DE8ABC4CBEEC}" srcOrd="7" destOrd="0" presId="urn:microsoft.com/office/officeart/2005/8/layout/hProcess7"/>
    <dgm:cxn modelId="{ECDAD2DE-AE62-44AF-92F4-5BEFB0E7D9D1}" type="presParOf" srcId="{5CD220AB-F315-423A-BF8C-2FC75CEF5A7D}" destId="{6356E05C-B84B-41B3-9801-4344D66596CA}" srcOrd="8" destOrd="0" presId="urn:microsoft.com/office/officeart/2005/8/layout/hProcess7"/>
    <dgm:cxn modelId="{F19C1BAA-C369-4101-BC7E-291EDCEB60F4}" type="presParOf" srcId="{6356E05C-B84B-41B3-9801-4344D66596CA}" destId="{1571508F-A81A-4019-A097-E36D04783311}" srcOrd="0" destOrd="0" presId="urn:microsoft.com/office/officeart/2005/8/layout/hProcess7"/>
    <dgm:cxn modelId="{43394783-D3C8-4832-BAA6-1C2D02767E73}" type="presParOf" srcId="{6356E05C-B84B-41B3-9801-4344D66596CA}" destId="{9AC2E9B9-B053-46FC-B65C-D8BAE52F4B22}" srcOrd="1" destOrd="0" presId="urn:microsoft.com/office/officeart/2005/8/layout/hProcess7"/>
    <dgm:cxn modelId="{2DA025F0-1110-4BD4-8BBC-1B4520FBE324}" type="presParOf" srcId="{6356E05C-B84B-41B3-9801-4344D66596CA}" destId="{539429DE-518C-40FA-962A-273315A482F7}" srcOrd="2" destOrd="0" presId="urn:microsoft.com/office/officeart/2005/8/layout/hProcess7"/>
    <dgm:cxn modelId="{F57544F6-0C32-4FB6-8C84-B52705D2D41A}" type="presParOf" srcId="{5CD220AB-F315-423A-BF8C-2FC75CEF5A7D}" destId="{54AE9FA9-70E8-43FE-BAC4-234A0EEF3307}" srcOrd="9" destOrd="0" presId="urn:microsoft.com/office/officeart/2005/8/layout/hProcess7"/>
    <dgm:cxn modelId="{EAFD4F70-B950-4884-97FA-F680D6F99791}" type="presParOf" srcId="{5CD220AB-F315-423A-BF8C-2FC75CEF5A7D}" destId="{6FB5B941-69AD-434E-9AD5-18B09D51BD36}" srcOrd="10" destOrd="0" presId="urn:microsoft.com/office/officeart/2005/8/layout/hProcess7"/>
    <dgm:cxn modelId="{1DF1FD13-5DF4-4E11-A55B-0F53D09E9572}" type="presParOf" srcId="{6FB5B941-69AD-434E-9AD5-18B09D51BD36}" destId="{8E55495D-8E35-49E0-8BCE-12CBC8CF70C1}" srcOrd="0" destOrd="0" presId="urn:microsoft.com/office/officeart/2005/8/layout/hProcess7"/>
    <dgm:cxn modelId="{7AE29CAD-B2AC-40F8-B00A-B26056F555EB}" type="presParOf" srcId="{6FB5B941-69AD-434E-9AD5-18B09D51BD36}" destId="{5FAEB37B-9A71-4197-87EE-0244EEE37275}" srcOrd="1" destOrd="0" presId="urn:microsoft.com/office/officeart/2005/8/layout/hProcess7"/>
    <dgm:cxn modelId="{14B6EA85-68E3-415F-8E2B-F0344D7C87F4}" type="presParOf" srcId="{6FB5B941-69AD-434E-9AD5-18B09D51BD36}" destId="{E09B9AAC-55FA-47AE-9EA1-AFC00A74D273}" srcOrd="2" destOrd="0" presId="urn:microsoft.com/office/officeart/2005/8/layout/hProcess7"/>
    <dgm:cxn modelId="{D1134B7E-4457-4C62-8D5C-ADA2623F1547}" type="presParOf" srcId="{5CD220AB-F315-423A-BF8C-2FC75CEF5A7D}" destId="{BED646A4-DB97-4A36-912F-43090497B0D1}" srcOrd="11" destOrd="0" presId="urn:microsoft.com/office/officeart/2005/8/layout/hProcess7"/>
    <dgm:cxn modelId="{4151C958-06DF-4F9E-91AE-85E458D95004}" type="presParOf" srcId="{5CD220AB-F315-423A-BF8C-2FC75CEF5A7D}" destId="{E7B18230-79D4-484E-84AC-D181C0F9DFB7}" srcOrd="12" destOrd="0" presId="urn:microsoft.com/office/officeart/2005/8/layout/hProcess7"/>
    <dgm:cxn modelId="{D7559962-5596-4E9A-A5FB-4DF88CFAC61B}" type="presParOf" srcId="{E7B18230-79D4-484E-84AC-D181C0F9DFB7}" destId="{AB7B150D-107C-4BF2-8C1E-A4583389F0BD}" srcOrd="0" destOrd="0" presId="urn:microsoft.com/office/officeart/2005/8/layout/hProcess7"/>
    <dgm:cxn modelId="{14665B0B-3B32-4740-ACF6-2F95D230B2D2}" type="presParOf" srcId="{E7B18230-79D4-484E-84AC-D181C0F9DFB7}" destId="{96154E6C-49EB-4FDF-AA0C-C9158377F71E}" srcOrd="1" destOrd="0" presId="urn:microsoft.com/office/officeart/2005/8/layout/hProcess7"/>
    <dgm:cxn modelId="{602AE053-BC1E-4BC4-9C98-E8B9074D3D6D}" type="presParOf" srcId="{E7B18230-79D4-484E-84AC-D181C0F9DFB7}" destId="{F06617A8-7976-4527-A97D-4DFAEBF37286}" srcOrd="2" destOrd="0" presId="urn:microsoft.com/office/officeart/2005/8/layout/hProcess7"/>
    <dgm:cxn modelId="{B0D8C7FC-EA31-42CC-B344-525EE944966F}" type="presParOf" srcId="{5CD220AB-F315-423A-BF8C-2FC75CEF5A7D}" destId="{8798CDDA-6C6B-4076-9F5A-C4DDA688FD9B}" srcOrd="13" destOrd="0" presId="urn:microsoft.com/office/officeart/2005/8/layout/hProcess7"/>
    <dgm:cxn modelId="{930AA38A-16B9-4ECD-ADF5-C295BBAF77F8}" type="presParOf" srcId="{5CD220AB-F315-423A-BF8C-2FC75CEF5A7D}" destId="{4F308147-FA5B-43E3-BA25-048460EBFD8C}" srcOrd="14" destOrd="0" presId="urn:microsoft.com/office/officeart/2005/8/layout/hProcess7"/>
    <dgm:cxn modelId="{31D15955-20A2-422E-9346-B6D05D783D9F}" type="presParOf" srcId="{4F308147-FA5B-43E3-BA25-048460EBFD8C}" destId="{720462F1-E868-4EFF-9C50-EBC3FF64EC17}" srcOrd="0" destOrd="0" presId="urn:microsoft.com/office/officeart/2005/8/layout/hProcess7"/>
    <dgm:cxn modelId="{97D1FC83-18CB-4C74-8863-E57278FE9EC7}" type="presParOf" srcId="{4F308147-FA5B-43E3-BA25-048460EBFD8C}" destId="{D52076CF-F011-4208-A03A-5BDFD78DD456}" srcOrd="1" destOrd="0" presId="urn:microsoft.com/office/officeart/2005/8/layout/hProcess7"/>
    <dgm:cxn modelId="{F6BD16BA-BE78-4D5C-89AD-A00B74BCBFAD}" type="presParOf" srcId="{4F308147-FA5B-43E3-BA25-048460EBFD8C}" destId="{710C87CC-9EA7-4785-9F00-069AF55BAA73}" srcOrd="2" destOrd="0" presId="urn:microsoft.com/office/officeart/2005/8/layout/hProcess7"/>
    <dgm:cxn modelId="{B852656C-2AE7-4817-B878-09A07F937824}" type="presParOf" srcId="{5CD220AB-F315-423A-BF8C-2FC75CEF5A7D}" destId="{1F90C4BC-AC95-4283-83EB-19E66159CB3B}" srcOrd="15" destOrd="0" presId="urn:microsoft.com/office/officeart/2005/8/layout/hProcess7"/>
    <dgm:cxn modelId="{8AA88139-23F1-4CC9-BE30-5DB35B21BA53}" type="presParOf" srcId="{5CD220AB-F315-423A-BF8C-2FC75CEF5A7D}" destId="{50FBBE27-03B7-4062-8BFA-59207CF43F1C}" srcOrd="16" destOrd="0" presId="urn:microsoft.com/office/officeart/2005/8/layout/hProcess7"/>
    <dgm:cxn modelId="{B217C294-00AA-4779-8E88-343D38687146}" type="presParOf" srcId="{50FBBE27-03B7-4062-8BFA-59207CF43F1C}" destId="{514AA2DC-189E-4AB3-9A17-47F3B2151F95}" srcOrd="0" destOrd="0" presId="urn:microsoft.com/office/officeart/2005/8/layout/hProcess7"/>
    <dgm:cxn modelId="{BBA0E135-8182-458E-A155-A6A63CFEF898}" type="presParOf" srcId="{50FBBE27-03B7-4062-8BFA-59207CF43F1C}" destId="{5DD7DC9D-2EDC-4136-B24A-ABDE1C5CFD7A}" srcOrd="1" destOrd="0" presId="urn:microsoft.com/office/officeart/2005/8/layout/hProcess7"/>
    <dgm:cxn modelId="{9031D68E-91C1-4D5F-917A-F31F885A7274}" type="presParOf" srcId="{50FBBE27-03B7-4062-8BFA-59207CF43F1C}" destId="{8312BEFA-F3D2-4DD5-BAAA-48C4032614DA}" srcOrd="2" destOrd="0" presId="urn:microsoft.com/office/officeart/2005/8/layout/hProcess7"/>
    <dgm:cxn modelId="{79FDF8EB-8015-46BA-BC05-7B1B293B58A9}" type="presParOf" srcId="{5CD220AB-F315-423A-BF8C-2FC75CEF5A7D}" destId="{2DBE647C-4C99-471B-B9CE-216F81E984A3}" srcOrd="17" destOrd="0" presId="urn:microsoft.com/office/officeart/2005/8/layout/hProcess7"/>
    <dgm:cxn modelId="{EA918616-DA12-42F1-844D-ED657D1A3591}" type="presParOf" srcId="{5CD220AB-F315-423A-BF8C-2FC75CEF5A7D}" destId="{95AE969D-ED42-4443-B9E7-0F03960C86EF}" srcOrd="18" destOrd="0" presId="urn:microsoft.com/office/officeart/2005/8/layout/hProcess7"/>
    <dgm:cxn modelId="{4BB90EF2-62EF-46C0-BD6B-F548C2EFCE35}" type="presParOf" srcId="{95AE969D-ED42-4443-B9E7-0F03960C86EF}" destId="{D7EE531A-9792-4CED-8097-921BF96124FE}" srcOrd="0" destOrd="0" presId="urn:microsoft.com/office/officeart/2005/8/layout/hProcess7"/>
    <dgm:cxn modelId="{7D5965A9-D0A4-4BEC-9792-577757F8F2AF}" type="presParOf" srcId="{95AE969D-ED42-4443-B9E7-0F03960C86EF}" destId="{8EF1AB70-095E-4CEE-A408-69FF55EB0653}" srcOrd="1" destOrd="0" presId="urn:microsoft.com/office/officeart/2005/8/layout/hProcess7"/>
    <dgm:cxn modelId="{217F538D-A1BF-49A8-9CEF-FEE12BE9C9BD}" type="presParOf" srcId="{95AE969D-ED42-4443-B9E7-0F03960C86EF}" destId="{72BBCDBE-222E-4CD5-9ED2-09402E2FF3B4}" srcOrd="2" destOrd="0" presId="urn:microsoft.com/office/officeart/2005/8/layout/hProcess7"/>
    <dgm:cxn modelId="{F3ABF961-BA19-405B-A861-90BE46C606B9}" type="presParOf" srcId="{5CD220AB-F315-423A-BF8C-2FC75CEF5A7D}" destId="{7047F784-7C3F-4F32-BA47-35FD942E7644}" srcOrd="19" destOrd="0" presId="urn:microsoft.com/office/officeart/2005/8/layout/hProcess7"/>
    <dgm:cxn modelId="{59A42D04-2364-4E35-8390-C9833CAFDD10}" type="presParOf" srcId="{5CD220AB-F315-423A-BF8C-2FC75CEF5A7D}" destId="{63B72E86-831E-4F49-893B-F47A7560F0E5}" srcOrd="20" destOrd="0" presId="urn:microsoft.com/office/officeart/2005/8/layout/hProcess7"/>
    <dgm:cxn modelId="{DA527884-9804-4F64-9A7E-C8FE5433A935}" type="presParOf" srcId="{63B72E86-831E-4F49-893B-F47A7560F0E5}" destId="{160BA179-59EE-4AFA-957C-A66FAD7403A8}" srcOrd="0" destOrd="0" presId="urn:microsoft.com/office/officeart/2005/8/layout/hProcess7"/>
    <dgm:cxn modelId="{15766CCA-BA78-4DFD-B752-E284901C572D}" type="presParOf" srcId="{63B72E86-831E-4F49-893B-F47A7560F0E5}" destId="{9193AACC-D4B4-4A36-9216-F5BDB6F887D5}" srcOrd="1" destOrd="0" presId="urn:microsoft.com/office/officeart/2005/8/layout/hProcess7"/>
    <dgm:cxn modelId="{E7B4F41A-67C4-4CBB-9069-FDA05E9B0432}" type="presParOf" srcId="{63B72E86-831E-4F49-893B-F47A7560F0E5}" destId="{9740BC5C-79E8-4CB7-BF84-E79E4F3DA1B4}" srcOrd="2" destOrd="0" presId="urn:microsoft.com/office/officeart/2005/8/layout/hProcess7"/>
    <dgm:cxn modelId="{43BAAD08-6200-40A7-AB94-D6BCBECF7AD8}" type="presParOf" srcId="{5CD220AB-F315-423A-BF8C-2FC75CEF5A7D}" destId="{932C18AC-81EC-44AE-A4E4-5BDFF6AC3F38}" srcOrd="21" destOrd="0" presId="urn:microsoft.com/office/officeart/2005/8/layout/hProcess7"/>
    <dgm:cxn modelId="{694F8C7D-D297-41E4-93CA-8C7499E0ED6D}" type="presParOf" srcId="{5CD220AB-F315-423A-BF8C-2FC75CEF5A7D}" destId="{EEAD9FF7-950E-4534-8BFB-011F19B82D23}" srcOrd="22" destOrd="0" presId="urn:microsoft.com/office/officeart/2005/8/layout/hProcess7"/>
    <dgm:cxn modelId="{870D7FE5-F40F-44E2-AAE7-EBF5F350AF27}" type="presParOf" srcId="{EEAD9FF7-950E-4534-8BFB-011F19B82D23}" destId="{A6AFCDEB-3D4E-454F-BFE4-A4DA0EF60948}" srcOrd="0" destOrd="0" presId="urn:microsoft.com/office/officeart/2005/8/layout/hProcess7"/>
    <dgm:cxn modelId="{61CA29A7-83EB-4442-894F-A18CAADF7777}" type="presParOf" srcId="{EEAD9FF7-950E-4534-8BFB-011F19B82D23}" destId="{BF4EDDA7-618A-45B1-B785-81098B1DFED2}" srcOrd="1" destOrd="0" presId="urn:microsoft.com/office/officeart/2005/8/layout/hProcess7"/>
    <dgm:cxn modelId="{64E2CC52-5A35-439D-AAD8-FF1EBBE33D78}" type="presParOf" srcId="{EEAD9FF7-950E-4534-8BFB-011F19B82D23}" destId="{8F53717C-96F3-433C-97E4-A20C01B1D67D}" srcOrd="2" destOrd="0" presId="urn:microsoft.com/office/officeart/2005/8/layout/hProcess7"/>
    <dgm:cxn modelId="{9FF516A5-15EA-4238-A666-376F7F71AE5D}" type="presParOf" srcId="{5CD220AB-F315-423A-BF8C-2FC75CEF5A7D}" destId="{42F1B72E-D7F6-40D0-9C04-CAA9007E84C4}" srcOrd="23" destOrd="0" presId="urn:microsoft.com/office/officeart/2005/8/layout/hProcess7"/>
    <dgm:cxn modelId="{DE1C32DC-0126-4993-82DC-E3409C69E897}" type="presParOf" srcId="{5CD220AB-F315-423A-BF8C-2FC75CEF5A7D}" destId="{E46D1461-DE56-4248-97E1-E66D2269F997}" srcOrd="24" destOrd="0" presId="urn:microsoft.com/office/officeart/2005/8/layout/hProcess7"/>
    <dgm:cxn modelId="{DD4C412D-A311-4390-8500-F6C10BB5C99B}" type="presParOf" srcId="{E46D1461-DE56-4248-97E1-E66D2269F997}" destId="{A9B76D7A-8399-42A3-891D-05DFECD5AED2}" srcOrd="0" destOrd="0" presId="urn:microsoft.com/office/officeart/2005/8/layout/hProcess7"/>
    <dgm:cxn modelId="{8880467B-80FD-4229-A3C4-B0EC23931BD0}" type="presParOf" srcId="{E46D1461-DE56-4248-97E1-E66D2269F997}" destId="{FDA8AD5A-76E6-4E80-B85B-C571265CFD4A}" srcOrd="1" destOrd="0" presId="urn:microsoft.com/office/officeart/2005/8/layout/hProcess7"/>
    <dgm:cxn modelId="{1F9E84C0-8B41-40B7-934D-BD1D105B8A13}" type="presParOf" srcId="{E46D1461-DE56-4248-97E1-E66D2269F997}" destId="{AE34D202-1279-4D1C-8AA4-00A726B28C0A}" srcOrd="2" destOrd="0" presId="urn:microsoft.com/office/officeart/2005/8/layout/hProcess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DEF1415-52FE-4BB1-8F12-6D1C6FACCB4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C0B4EEBA-BE56-4A0D-97BD-E6555871356C}">
      <dgm:prSet phldrT="[Text]"/>
      <dgm:spPr/>
      <dgm:t>
        <a:bodyPr/>
        <a:lstStyle/>
        <a:p>
          <a:r>
            <a:rPr lang="en-IN" b="1" dirty="0"/>
            <a:t>Preprocessor Directives</a:t>
          </a:r>
          <a:endParaRPr lang="en-IN" dirty="0"/>
        </a:p>
      </dgm:t>
    </dgm:pt>
    <dgm:pt modelId="{B5CDE74C-0508-44CB-9588-44536F213CE1}" type="parTrans" cxnId="{1E33678A-C1D6-410A-877C-BA8EA49265DB}">
      <dgm:prSet/>
      <dgm:spPr/>
      <dgm:t>
        <a:bodyPr/>
        <a:lstStyle/>
        <a:p>
          <a:endParaRPr lang="en-IN"/>
        </a:p>
      </dgm:t>
    </dgm:pt>
    <dgm:pt modelId="{ACF010B1-12F3-416D-811D-CB14DF53A8A1}" type="sibTrans" cxnId="{1E33678A-C1D6-410A-877C-BA8EA49265DB}">
      <dgm:prSet/>
      <dgm:spPr/>
      <dgm:t>
        <a:bodyPr/>
        <a:lstStyle/>
        <a:p>
          <a:endParaRPr lang="en-IN"/>
        </a:p>
      </dgm:t>
    </dgm:pt>
    <dgm:pt modelId="{5D95115D-9A7E-4F0F-9D33-F0E6EDF9C92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#include &lt;</a:t>
          </a:r>
          <a:r>
            <a:rPr lang="en-US" dirty="0" err="1"/>
            <a:t>stdio.h</a:t>
          </a:r>
          <a:r>
            <a:rPr lang="en-US" dirty="0"/>
            <a:t>&gt; and other header files</a:t>
          </a:r>
        </a:p>
      </dgm:t>
    </dgm:pt>
    <dgm:pt modelId="{B272EACB-292E-47C4-8F69-FCF9B70CA40A}" type="parTrans" cxnId="{A929E281-A384-42AF-99BB-4A5DAE6A8D3A}">
      <dgm:prSet/>
      <dgm:spPr/>
      <dgm:t>
        <a:bodyPr/>
        <a:lstStyle/>
        <a:p>
          <a:endParaRPr lang="en-IN"/>
        </a:p>
      </dgm:t>
    </dgm:pt>
    <dgm:pt modelId="{8238D31F-AF01-4906-85FA-3FF6E4A7CAF4}" type="sibTrans" cxnId="{A929E281-A384-42AF-99BB-4A5DAE6A8D3A}">
      <dgm:prSet/>
      <dgm:spPr/>
      <dgm:t>
        <a:bodyPr/>
        <a:lstStyle/>
        <a:p>
          <a:endParaRPr lang="en-IN"/>
        </a:p>
      </dgm:t>
    </dgm:pt>
    <dgm:pt modelId="{88D35D1D-28AE-42DB-A306-F1502D126B70}">
      <dgm:prSet/>
      <dgm:spPr/>
      <dgm:t>
        <a:bodyPr/>
        <a:lstStyle/>
        <a:p>
          <a:r>
            <a:rPr lang="en-IN" b="1" dirty="0"/>
            <a:t>Macro Definitions (#define)</a:t>
          </a:r>
          <a:endParaRPr lang="en-IN" dirty="0"/>
        </a:p>
      </dgm:t>
    </dgm:pt>
    <dgm:pt modelId="{D962598E-604C-4A46-8F1E-F93EAD103CDC}" type="parTrans" cxnId="{065C4B5D-615B-491A-AFAE-4ACC22B69291}">
      <dgm:prSet/>
      <dgm:spPr/>
      <dgm:t>
        <a:bodyPr/>
        <a:lstStyle/>
        <a:p>
          <a:endParaRPr lang="en-IN"/>
        </a:p>
      </dgm:t>
    </dgm:pt>
    <dgm:pt modelId="{605A93A7-E3A9-4890-BE1A-F9C71F5D39D9}" type="sibTrans" cxnId="{065C4B5D-615B-491A-AFAE-4ACC22B69291}">
      <dgm:prSet/>
      <dgm:spPr/>
      <dgm:t>
        <a:bodyPr/>
        <a:lstStyle/>
        <a:p>
          <a:endParaRPr lang="en-IN"/>
        </a:p>
      </dgm:t>
    </dgm:pt>
    <dgm:pt modelId="{984117DA-62D2-4178-AE2B-FF157D2DC53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Example: #define PI 3.1415</a:t>
          </a:r>
        </a:p>
      </dgm:t>
    </dgm:pt>
    <dgm:pt modelId="{ECD47840-7710-43BA-8A92-814626F80C63}" type="parTrans" cxnId="{FFBA99BB-CFDB-4816-A67D-F3E916C6F65F}">
      <dgm:prSet/>
      <dgm:spPr/>
      <dgm:t>
        <a:bodyPr/>
        <a:lstStyle/>
        <a:p>
          <a:endParaRPr lang="en-IN"/>
        </a:p>
      </dgm:t>
    </dgm:pt>
    <dgm:pt modelId="{FABEC37D-351F-42D8-818C-A569B230E3B8}" type="sibTrans" cxnId="{FFBA99BB-CFDB-4816-A67D-F3E916C6F65F}">
      <dgm:prSet/>
      <dgm:spPr/>
      <dgm:t>
        <a:bodyPr/>
        <a:lstStyle/>
        <a:p>
          <a:endParaRPr lang="en-IN"/>
        </a:p>
      </dgm:t>
    </dgm:pt>
    <dgm:pt modelId="{51B1884B-8EC7-4133-B896-0C49F513C95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Example: #define SQUARE(x) (x * x)</a:t>
          </a:r>
        </a:p>
      </dgm:t>
    </dgm:pt>
    <dgm:pt modelId="{F6F4298D-A22E-4BD1-B294-35CC70177C15}" type="parTrans" cxnId="{ED2E7C77-40CA-4C82-AD06-57766AB52309}">
      <dgm:prSet/>
      <dgm:spPr/>
      <dgm:t>
        <a:bodyPr/>
        <a:lstStyle/>
        <a:p>
          <a:endParaRPr lang="en-IN"/>
        </a:p>
      </dgm:t>
    </dgm:pt>
    <dgm:pt modelId="{FC87D484-5E2B-4163-AAA9-8943AB2961BB}" type="sibTrans" cxnId="{ED2E7C77-40CA-4C82-AD06-57766AB52309}">
      <dgm:prSet/>
      <dgm:spPr/>
      <dgm:t>
        <a:bodyPr/>
        <a:lstStyle/>
        <a:p>
          <a:endParaRPr lang="en-IN"/>
        </a:p>
      </dgm:t>
    </dgm:pt>
    <dgm:pt modelId="{1FEC8D99-ACEB-4BCD-B2A1-D10B5A98C4BB}">
      <dgm:prSet/>
      <dgm:spPr/>
      <dgm:t>
        <a:bodyPr/>
        <a:lstStyle/>
        <a:p>
          <a:r>
            <a:rPr lang="en-IN" b="1" dirty="0"/>
            <a:t>Function &amp; Class Prototypes (Optional)</a:t>
          </a:r>
          <a:endParaRPr lang="en-IN" dirty="0"/>
        </a:p>
      </dgm:t>
    </dgm:pt>
    <dgm:pt modelId="{D5010BCC-6E7C-41C7-95F0-895B6758711C}" type="parTrans" cxnId="{802E5237-9740-49E8-81A2-06EDFBBD57F6}">
      <dgm:prSet/>
      <dgm:spPr/>
      <dgm:t>
        <a:bodyPr/>
        <a:lstStyle/>
        <a:p>
          <a:endParaRPr lang="en-IN"/>
        </a:p>
      </dgm:t>
    </dgm:pt>
    <dgm:pt modelId="{806C10EE-4839-486B-9EF2-00DE6ABDB473}" type="sibTrans" cxnId="{802E5237-9740-49E8-81A2-06EDFBBD57F6}">
      <dgm:prSet/>
      <dgm:spPr/>
      <dgm:t>
        <a:bodyPr/>
        <a:lstStyle/>
        <a:p>
          <a:endParaRPr lang="en-IN"/>
        </a:p>
      </dgm:t>
    </dgm:pt>
    <dgm:pt modelId="{7C81744C-1828-4C65-B2AF-F48671990C1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Declare functions &amp; Class before use for better readability</a:t>
          </a:r>
        </a:p>
      </dgm:t>
    </dgm:pt>
    <dgm:pt modelId="{2F7620FF-0C82-49E8-8FAC-D9CA09206205}" type="parTrans" cxnId="{29E279C0-4A8D-4318-BC5C-43DB4432CD82}">
      <dgm:prSet/>
      <dgm:spPr/>
      <dgm:t>
        <a:bodyPr/>
        <a:lstStyle/>
        <a:p>
          <a:endParaRPr lang="en-IN"/>
        </a:p>
      </dgm:t>
    </dgm:pt>
    <dgm:pt modelId="{1E630B2A-A780-4462-8A57-0FEB5ECD6F8D}" type="sibTrans" cxnId="{29E279C0-4A8D-4318-BC5C-43DB4432CD82}">
      <dgm:prSet/>
      <dgm:spPr/>
      <dgm:t>
        <a:bodyPr/>
        <a:lstStyle/>
        <a:p>
          <a:endParaRPr lang="en-IN"/>
        </a:p>
      </dgm:t>
    </dgm:pt>
    <dgm:pt modelId="{37EC14AC-4DDC-4CE4-BE57-B2FB9766B51C}">
      <dgm:prSet/>
      <dgm:spPr/>
      <dgm:t>
        <a:bodyPr/>
        <a:lstStyle/>
        <a:p>
          <a:r>
            <a:rPr lang="en-IN" b="1" dirty="0"/>
            <a:t>Global Variable Declarations</a:t>
          </a:r>
          <a:endParaRPr lang="en-IN" dirty="0"/>
        </a:p>
      </dgm:t>
    </dgm:pt>
    <dgm:pt modelId="{F569D50C-3257-449D-B9AE-E306E491AC9F}" type="parTrans" cxnId="{0A9C41C8-EB4D-4507-876C-9928F119B869}">
      <dgm:prSet/>
      <dgm:spPr/>
      <dgm:t>
        <a:bodyPr/>
        <a:lstStyle/>
        <a:p>
          <a:endParaRPr lang="en-IN"/>
        </a:p>
      </dgm:t>
    </dgm:pt>
    <dgm:pt modelId="{D025023A-E58F-44EB-9995-4CC582BBA385}" type="sibTrans" cxnId="{0A9C41C8-EB4D-4507-876C-9928F119B869}">
      <dgm:prSet/>
      <dgm:spPr/>
      <dgm:t>
        <a:bodyPr/>
        <a:lstStyle/>
        <a:p>
          <a:endParaRPr lang="en-IN"/>
        </a:p>
      </dgm:t>
    </dgm:pt>
    <dgm:pt modelId="{DC2C242F-12E3-49D6-9451-FB09AEF47B7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Declare variables used across functions</a:t>
          </a:r>
        </a:p>
      </dgm:t>
    </dgm:pt>
    <dgm:pt modelId="{1A99109D-9CED-468D-A585-E34935825334}" type="parTrans" cxnId="{1F74CD70-CD5C-43AC-899E-6A6E9D3E7BA3}">
      <dgm:prSet/>
      <dgm:spPr/>
      <dgm:t>
        <a:bodyPr/>
        <a:lstStyle/>
        <a:p>
          <a:endParaRPr lang="en-IN"/>
        </a:p>
      </dgm:t>
    </dgm:pt>
    <dgm:pt modelId="{2CD0D4A8-EF44-4962-A449-2436854F4A60}" type="sibTrans" cxnId="{1F74CD70-CD5C-43AC-899E-6A6E9D3E7BA3}">
      <dgm:prSet/>
      <dgm:spPr/>
      <dgm:t>
        <a:bodyPr/>
        <a:lstStyle/>
        <a:p>
          <a:endParaRPr lang="en-IN"/>
        </a:p>
      </dgm:t>
    </dgm:pt>
    <dgm:pt modelId="{2334D0FB-1CC9-48E7-99F3-EF75914EBC2B}">
      <dgm:prSet/>
      <dgm:spPr/>
      <dgm:t>
        <a:bodyPr/>
        <a:lstStyle/>
        <a:p>
          <a:r>
            <a:rPr lang="en-IN" b="1" dirty="0"/>
            <a:t>main() Function (Entry Point)</a:t>
          </a:r>
          <a:endParaRPr lang="en-IN" dirty="0"/>
        </a:p>
      </dgm:t>
    </dgm:pt>
    <dgm:pt modelId="{94BD1680-4F1E-4E03-A91F-219474473487}" type="parTrans" cxnId="{3777C770-E62F-4CBA-BE0C-9A4AA6F60037}">
      <dgm:prSet/>
      <dgm:spPr/>
      <dgm:t>
        <a:bodyPr/>
        <a:lstStyle/>
        <a:p>
          <a:endParaRPr lang="en-IN"/>
        </a:p>
      </dgm:t>
    </dgm:pt>
    <dgm:pt modelId="{859EAFDB-E28A-4436-AF8B-D7DDB0036DE3}" type="sibTrans" cxnId="{3777C770-E62F-4CBA-BE0C-9A4AA6F60037}">
      <dgm:prSet/>
      <dgm:spPr/>
      <dgm:t>
        <a:bodyPr/>
        <a:lstStyle/>
        <a:p>
          <a:endParaRPr lang="en-IN"/>
        </a:p>
      </dgm:t>
    </dgm:pt>
    <dgm:pt modelId="{DD85237B-E08B-4998-B308-BBF900FCC89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Declare and initialize variables</a:t>
          </a:r>
        </a:p>
      </dgm:t>
    </dgm:pt>
    <dgm:pt modelId="{17123A32-1BD1-4B31-92DF-B50D4440B577}" type="parTrans" cxnId="{C714458E-62CF-4366-917D-ECCB2AEBFD8A}">
      <dgm:prSet/>
      <dgm:spPr/>
      <dgm:t>
        <a:bodyPr/>
        <a:lstStyle/>
        <a:p>
          <a:endParaRPr lang="en-IN"/>
        </a:p>
      </dgm:t>
    </dgm:pt>
    <dgm:pt modelId="{9C0E568F-C6F3-4260-A3DB-B6AD0EE16D73}" type="sibTrans" cxnId="{C714458E-62CF-4366-917D-ECCB2AEBFD8A}">
      <dgm:prSet/>
      <dgm:spPr/>
      <dgm:t>
        <a:bodyPr/>
        <a:lstStyle/>
        <a:p>
          <a:endParaRPr lang="en-IN"/>
        </a:p>
      </dgm:t>
    </dgm:pt>
    <dgm:pt modelId="{DD484EAE-CBDD-4E33-8B0D-13EC86040AF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Execute logic, function calls, and statements</a:t>
          </a:r>
        </a:p>
      </dgm:t>
    </dgm:pt>
    <dgm:pt modelId="{810A164C-9567-4D8E-89DA-5419A17E02F4}" type="parTrans" cxnId="{FF2A6B44-7284-4A4A-8308-6DDCB9056C41}">
      <dgm:prSet/>
      <dgm:spPr/>
      <dgm:t>
        <a:bodyPr/>
        <a:lstStyle/>
        <a:p>
          <a:endParaRPr lang="en-IN"/>
        </a:p>
      </dgm:t>
    </dgm:pt>
    <dgm:pt modelId="{75F57518-7931-4A4C-BDB8-BA8AC2658A1F}" type="sibTrans" cxnId="{FF2A6B44-7284-4A4A-8308-6DDCB9056C41}">
      <dgm:prSet/>
      <dgm:spPr/>
      <dgm:t>
        <a:bodyPr/>
        <a:lstStyle/>
        <a:p>
          <a:endParaRPr lang="en-IN"/>
        </a:p>
      </dgm:t>
    </dgm:pt>
    <dgm:pt modelId="{34DB0B11-EC18-4777-AEC3-255ACA0CF87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Return exit status using return 0;</a:t>
          </a:r>
        </a:p>
      </dgm:t>
    </dgm:pt>
    <dgm:pt modelId="{B4DB8369-7631-4979-8D9D-09DCED6C0E30}" type="parTrans" cxnId="{B5738873-D100-46C5-8482-D69911F7457A}">
      <dgm:prSet/>
      <dgm:spPr/>
      <dgm:t>
        <a:bodyPr/>
        <a:lstStyle/>
        <a:p>
          <a:endParaRPr lang="en-IN"/>
        </a:p>
      </dgm:t>
    </dgm:pt>
    <dgm:pt modelId="{ACA762A7-F00E-4FA4-A097-BB73FF09D595}" type="sibTrans" cxnId="{B5738873-D100-46C5-8482-D69911F7457A}">
      <dgm:prSet/>
      <dgm:spPr/>
      <dgm:t>
        <a:bodyPr/>
        <a:lstStyle/>
        <a:p>
          <a:endParaRPr lang="en-IN"/>
        </a:p>
      </dgm:t>
    </dgm:pt>
    <dgm:pt modelId="{5A09D26C-EA81-4AE4-9B78-91A4B02A116E}">
      <dgm:prSet/>
      <dgm:spPr/>
      <dgm:t>
        <a:bodyPr/>
        <a:lstStyle/>
        <a:p>
          <a:r>
            <a:rPr lang="en-IN" b="1" dirty="0"/>
            <a:t>Function Definitions (User-Defined)</a:t>
          </a:r>
          <a:endParaRPr lang="en-IN" dirty="0"/>
        </a:p>
      </dgm:t>
    </dgm:pt>
    <dgm:pt modelId="{0A3E3EDC-4992-4C48-9A1A-35114EB7CC2C}" type="parTrans" cxnId="{C77C6F1B-C3F5-4F6D-9960-E7F3F102EC00}">
      <dgm:prSet/>
      <dgm:spPr/>
      <dgm:t>
        <a:bodyPr/>
        <a:lstStyle/>
        <a:p>
          <a:endParaRPr lang="en-IN"/>
        </a:p>
      </dgm:t>
    </dgm:pt>
    <dgm:pt modelId="{0C5CAED3-E7AF-4F70-8E7F-8FA76BBCE532}" type="sibTrans" cxnId="{C77C6F1B-C3F5-4F6D-9960-E7F3F102EC00}">
      <dgm:prSet/>
      <dgm:spPr/>
      <dgm:t>
        <a:bodyPr/>
        <a:lstStyle/>
        <a:p>
          <a:endParaRPr lang="en-IN"/>
        </a:p>
      </dgm:t>
    </dgm:pt>
    <dgm:pt modelId="{725629A4-DEB0-4FAC-927D-E790EA2015F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Define functions separately for modular programming</a:t>
          </a:r>
        </a:p>
      </dgm:t>
    </dgm:pt>
    <dgm:pt modelId="{39884B02-5076-421D-A0BA-7ADD1C598CC4}" type="parTrans" cxnId="{A8CFC0B7-CB9E-457A-BD02-125EF2A77530}">
      <dgm:prSet/>
      <dgm:spPr/>
      <dgm:t>
        <a:bodyPr/>
        <a:lstStyle/>
        <a:p>
          <a:endParaRPr lang="en-IN"/>
        </a:p>
      </dgm:t>
    </dgm:pt>
    <dgm:pt modelId="{301A6826-1126-4FC8-B149-E569FADED0CC}" type="sibTrans" cxnId="{A8CFC0B7-CB9E-457A-BD02-125EF2A77530}">
      <dgm:prSet/>
      <dgm:spPr/>
      <dgm:t>
        <a:bodyPr/>
        <a:lstStyle/>
        <a:p>
          <a:endParaRPr lang="en-IN"/>
        </a:p>
      </dgm:t>
    </dgm:pt>
    <dgm:pt modelId="{7A60144A-F2C6-4384-B65B-59C130480AD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Define constants or macros before compilation</a:t>
          </a:r>
          <a:endParaRPr lang="en-IN" dirty="0"/>
        </a:p>
      </dgm:t>
    </dgm:pt>
    <dgm:pt modelId="{051F3C01-2CCD-4B66-968B-23AD3745B894}" type="parTrans" cxnId="{02802800-DF29-45D4-9997-F9F18B531D31}">
      <dgm:prSet/>
      <dgm:spPr/>
      <dgm:t>
        <a:bodyPr/>
        <a:lstStyle/>
        <a:p>
          <a:endParaRPr lang="en-IN"/>
        </a:p>
      </dgm:t>
    </dgm:pt>
    <dgm:pt modelId="{F3015682-787D-4F89-B105-91E33DA0A0F5}" type="sibTrans" cxnId="{02802800-DF29-45D4-9997-F9F18B531D31}">
      <dgm:prSet/>
      <dgm:spPr/>
      <dgm:t>
        <a:bodyPr/>
        <a:lstStyle/>
        <a:p>
          <a:endParaRPr lang="en-IN"/>
        </a:p>
      </dgm:t>
    </dgm:pt>
    <dgm:pt modelId="{BBC3DC9F-58B8-4236-A11B-CDF5BB1CB39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Example: int add (int, int);</a:t>
          </a:r>
        </a:p>
      </dgm:t>
    </dgm:pt>
    <dgm:pt modelId="{9E2F3AFF-CE34-49C6-967E-21782077306C}" type="parTrans" cxnId="{11D438E7-F66C-4A82-BBDF-936AC9A4A1D6}">
      <dgm:prSet/>
      <dgm:spPr/>
      <dgm:t>
        <a:bodyPr/>
        <a:lstStyle/>
        <a:p>
          <a:endParaRPr lang="en-IN"/>
        </a:p>
      </dgm:t>
    </dgm:pt>
    <dgm:pt modelId="{D3C578A2-D03A-4B23-BBF3-21B5143F2D06}" type="sibTrans" cxnId="{11D438E7-F66C-4A82-BBDF-936AC9A4A1D6}">
      <dgm:prSet/>
      <dgm:spPr/>
      <dgm:t>
        <a:bodyPr/>
        <a:lstStyle/>
        <a:p>
          <a:endParaRPr lang="en-IN"/>
        </a:p>
      </dgm:t>
    </dgm:pt>
    <dgm:pt modelId="{17541262-9819-4E10-8489-E62A2D14EEC9}" type="pres">
      <dgm:prSet presAssocID="{BDEF1415-52FE-4BB1-8F12-6D1C6FACCB42}" presName="vert0" presStyleCnt="0">
        <dgm:presLayoutVars>
          <dgm:dir/>
          <dgm:animOne val="branch"/>
          <dgm:animLvl val="lvl"/>
        </dgm:presLayoutVars>
      </dgm:prSet>
      <dgm:spPr/>
    </dgm:pt>
    <dgm:pt modelId="{77051AEA-260E-4135-8A6B-DF1DAE72A4BF}" type="pres">
      <dgm:prSet presAssocID="{C0B4EEBA-BE56-4A0D-97BD-E6555871356C}" presName="thickLine" presStyleLbl="alignNode1" presStyleIdx="0" presStyleCnt="6"/>
      <dgm:spPr/>
    </dgm:pt>
    <dgm:pt modelId="{80ABE2A3-8084-460A-89CE-F9F319C91C76}" type="pres">
      <dgm:prSet presAssocID="{C0B4EEBA-BE56-4A0D-97BD-E6555871356C}" presName="horz1" presStyleCnt="0"/>
      <dgm:spPr/>
    </dgm:pt>
    <dgm:pt modelId="{B2DE4D1A-55A3-4A50-BB97-E726BFBD6E61}" type="pres">
      <dgm:prSet presAssocID="{C0B4EEBA-BE56-4A0D-97BD-E6555871356C}" presName="tx1" presStyleLbl="revTx" presStyleIdx="0" presStyleCnt="17"/>
      <dgm:spPr/>
    </dgm:pt>
    <dgm:pt modelId="{3EE1F363-9876-44D2-B151-F366BC4203AF}" type="pres">
      <dgm:prSet presAssocID="{C0B4EEBA-BE56-4A0D-97BD-E6555871356C}" presName="vert1" presStyleCnt="0"/>
      <dgm:spPr/>
    </dgm:pt>
    <dgm:pt modelId="{E9542324-882B-47CA-A151-F5192CAA4A5A}" type="pres">
      <dgm:prSet presAssocID="{5D95115D-9A7E-4F0F-9D33-F0E6EDF9C92D}" presName="vertSpace2a" presStyleCnt="0"/>
      <dgm:spPr/>
    </dgm:pt>
    <dgm:pt modelId="{6532ED6B-2275-40DB-90C5-7617DAAAADDD}" type="pres">
      <dgm:prSet presAssocID="{5D95115D-9A7E-4F0F-9D33-F0E6EDF9C92D}" presName="horz2" presStyleCnt="0"/>
      <dgm:spPr/>
    </dgm:pt>
    <dgm:pt modelId="{AD5E7413-ACFF-4EE2-8D37-397077DDB8BD}" type="pres">
      <dgm:prSet presAssocID="{5D95115D-9A7E-4F0F-9D33-F0E6EDF9C92D}" presName="horzSpace2" presStyleCnt="0"/>
      <dgm:spPr/>
    </dgm:pt>
    <dgm:pt modelId="{4AB24EAC-112F-427F-A854-F3C5BEFCB423}" type="pres">
      <dgm:prSet presAssocID="{5D95115D-9A7E-4F0F-9D33-F0E6EDF9C92D}" presName="tx2" presStyleLbl="revTx" presStyleIdx="1" presStyleCnt="17"/>
      <dgm:spPr/>
    </dgm:pt>
    <dgm:pt modelId="{E1844169-2C8E-4940-876B-414D99133660}" type="pres">
      <dgm:prSet presAssocID="{5D95115D-9A7E-4F0F-9D33-F0E6EDF9C92D}" presName="vert2" presStyleCnt="0"/>
      <dgm:spPr/>
    </dgm:pt>
    <dgm:pt modelId="{CA039937-A7F9-4142-B0F4-4DABF595CAC6}" type="pres">
      <dgm:prSet presAssocID="{5D95115D-9A7E-4F0F-9D33-F0E6EDF9C92D}" presName="thinLine2b" presStyleLbl="callout" presStyleIdx="0" presStyleCnt="11"/>
      <dgm:spPr/>
    </dgm:pt>
    <dgm:pt modelId="{631E03CC-6628-45E8-8D82-07A81ADCB023}" type="pres">
      <dgm:prSet presAssocID="{5D95115D-9A7E-4F0F-9D33-F0E6EDF9C92D}" presName="vertSpace2b" presStyleCnt="0"/>
      <dgm:spPr/>
    </dgm:pt>
    <dgm:pt modelId="{E43491EA-4958-42F5-8316-9B5DCCAC5A5E}" type="pres">
      <dgm:prSet presAssocID="{88D35D1D-28AE-42DB-A306-F1502D126B70}" presName="thickLine" presStyleLbl="alignNode1" presStyleIdx="1" presStyleCnt="6"/>
      <dgm:spPr/>
    </dgm:pt>
    <dgm:pt modelId="{A1CA6561-28E2-4209-881D-51631BF6802B}" type="pres">
      <dgm:prSet presAssocID="{88D35D1D-28AE-42DB-A306-F1502D126B70}" presName="horz1" presStyleCnt="0"/>
      <dgm:spPr/>
    </dgm:pt>
    <dgm:pt modelId="{6B75B2A5-FFFF-4D5A-8AA5-15F097C1045A}" type="pres">
      <dgm:prSet presAssocID="{88D35D1D-28AE-42DB-A306-F1502D126B70}" presName="tx1" presStyleLbl="revTx" presStyleIdx="2" presStyleCnt="17"/>
      <dgm:spPr/>
    </dgm:pt>
    <dgm:pt modelId="{49BEFC2E-B018-4213-A5CE-973ECBBB0571}" type="pres">
      <dgm:prSet presAssocID="{88D35D1D-28AE-42DB-A306-F1502D126B70}" presName="vert1" presStyleCnt="0"/>
      <dgm:spPr/>
    </dgm:pt>
    <dgm:pt modelId="{E7613DE3-5328-4ED9-916D-6A7A75A695F3}" type="pres">
      <dgm:prSet presAssocID="{7A60144A-F2C6-4384-B65B-59C130480AD2}" presName="vertSpace2a" presStyleCnt="0"/>
      <dgm:spPr/>
    </dgm:pt>
    <dgm:pt modelId="{B18267E6-493F-4662-AFE5-7F668323E209}" type="pres">
      <dgm:prSet presAssocID="{7A60144A-F2C6-4384-B65B-59C130480AD2}" presName="horz2" presStyleCnt="0"/>
      <dgm:spPr/>
    </dgm:pt>
    <dgm:pt modelId="{24CFCF23-1168-4DF7-90D5-262C7F313F99}" type="pres">
      <dgm:prSet presAssocID="{7A60144A-F2C6-4384-B65B-59C130480AD2}" presName="horzSpace2" presStyleCnt="0"/>
      <dgm:spPr/>
    </dgm:pt>
    <dgm:pt modelId="{D1211115-159B-4806-A52D-3D18980A2916}" type="pres">
      <dgm:prSet presAssocID="{7A60144A-F2C6-4384-B65B-59C130480AD2}" presName="tx2" presStyleLbl="revTx" presStyleIdx="3" presStyleCnt="17"/>
      <dgm:spPr/>
    </dgm:pt>
    <dgm:pt modelId="{138B7271-720A-4413-831A-D1281305672E}" type="pres">
      <dgm:prSet presAssocID="{7A60144A-F2C6-4384-B65B-59C130480AD2}" presName="vert2" presStyleCnt="0"/>
      <dgm:spPr/>
    </dgm:pt>
    <dgm:pt modelId="{2D5DADB5-FF26-4D5A-AEA6-F2F922F91FCA}" type="pres">
      <dgm:prSet presAssocID="{7A60144A-F2C6-4384-B65B-59C130480AD2}" presName="thinLine2b" presStyleLbl="callout" presStyleIdx="1" presStyleCnt="11"/>
      <dgm:spPr/>
    </dgm:pt>
    <dgm:pt modelId="{908D7E02-6907-4D84-A3BB-5B70AE3EB940}" type="pres">
      <dgm:prSet presAssocID="{7A60144A-F2C6-4384-B65B-59C130480AD2}" presName="vertSpace2b" presStyleCnt="0"/>
      <dgm:spPr/>
    </dgm:pt>
    <dgm:pt modelId="{0D64C206-3929-4E6E-AAD8-5AEFE8F6FC73}" type="pres">
      <dgm:prSet presAssocID="{984117DA-62D2-4178-AE2B-FF157D2DC53D}" presName="horz2" presStyleCnt="0"/>
      <dgm:spPr/>
    </dgm:pt>
    <dgm:pt modelId="{E890C94A-2A81-45CE-8E23-35C1D26640B6}" type="pres">
      <dgm:prSet presAssocID="{984117DA-62D2-4178-AE2B-FF157D2DC53D}" presName="horzSpace2" presStyleCnt="0"/>
      <dgm:spPr/>
    </dgm:pt>
    <dgm:pt modelId="{7A83D292-95F5-4904-9315-9976A8C7174D}" type="pres">
      <dgm:prSet presAssocID="{984117DA-62D2-4178-AE2B-FF157D2DC53D}" presName="tx2" presStyleLbl="revTx" presStyleIdx="4" presStyleCnt="17"/>
      <dgm:spPr/>
    </dgm:pt>
    <dgm:pt modelId="{2D33B2A1-A4B7-43E1-A480-EF8F452E87A9}" type="pres">
      <dgm:prSet presAssocID="{984117DA-62D2-4178-AE2B-FF157D2DC53D}" presName="vert2" presStyleCnt="0"/>
      <dgm:spPr/>
    </dgm:pt>
    <dgm:pt modelId="{BA0BE800-4699-47BB-A6BF-87A2FC83E215}" type="pres">
      <dgm:prSet presAssocID="{984117DA-62D2-4178-AE2B-FF157D2DC53D}" presName="thinLine2b" presStyleLbl="callout" presStyleIdx="2" presStyleCnt="11"/>
      <dgm:spPr/>
    </dgm:pt>
    <dgm:pt modelId="{E7513FEF-17DB-43F5-AF47-1A4D685064C7}" type="pres">
      <dgm:prSet presAssocID="{984117DA-62D2-4178-AE2B-FF157D2DC53D}" presName="vertSpace2b" presStyleCnt="0"/>
      <dgm:spPr/>
    </dgm:pt>
    <dgm:pt modelId="{4DF18BE7-054B-419F-9230-D81537D0B550}" type="pres">
      <dgm:prSet presAssocID="{51B1884B-8EC7-4133-B896-0C49F513C950}" presName="horz2" presStyleCnt="0"/>
      <dgm:spPr/>
    </dgm:pt>
    <dgm:pt modelId="{60CD5FC5-C0DE-4DA5-9ED2-8C9ADBD88F35}" type="pres">
      <dgm:prSet presAssocID="{51B1884B-8EC7-4133-B896-0C49F513C950}" presName="horzSpace2" presStyleCnt="0"/>
      <dgm:spPr/>
    </dgm:pt>
    <dgm:pt modelId="{EB798969-FCC0-4BB0-A896-93ED90200286}" type="pres">
      <dgm:prSet presAssocID="{51B1884B-8EC7-4133-B896-0C49F513C950}" presName="tx2" presStyleLbl="revTx" presStyleIdx="5" presStyleCnt="17"/>
      <dgm:spPr/>
    </dgm:pt>
    <dgm:pt modelId="{06DA2132-1673-40A0-A8C6-4CF460C04CE3}" type="pres">
      <dgm:prSet presAssocID="{51B1884B-8EC7-4133-B896-0C49F513C950}" presName="vert2" presStyleCnt="0"/>
      <dgm:spPr/>
    </dgm:pt>
    <dgm:pt modelId="{9FAF0C8F-D265-45C3-BE5F-61EA92C742A3}" type="pres">
      <dgm:prSet presAssocID="{51B1884B-8EC7-4133-B896-0C49F513C950}" presName="thinLine2b" presStyleLbl="callout" presStyleIdx="3" presStyleCnt="11"/>
      <dgm:spPr/>
    </dgm:pt>
    <dgm:pt modelId="{144770F2-1C7F-424F-A940-14D7B14F431E}" type="pres">
      <dgm:prSet presAssocID="{51B1884B-8EC7-4133-B896-0C49F513C950}" presName="vertSpace2b" presStyleCnt="0"/>
      <dgm:spPr/>
    </dgm:pt>
    <dgm:pt modelId="{C62F2B52-A0FD-4455-B22D-6C495F16C8E7}" type="pres">
      <dgm:prSet presAssocID="{1FEC8D99-ACEB-4BCD-B2A1-D10B5A98C4BB}" presName="thickLine" presStyleLbl="alignNode1" presStyleIdx="2" presStyleCnt="6"/>
      <dgm:spPr/>
    </dgm:pt>
    <dgm:pt modelId="{CF9B41E6-CB66-41A9-96EE-86DC702B4603}" type="pres">
      <dgm:prSet presAssocID="{1FEC8D99-ACEB-4BCD-B2A1-D10B5A98C4BB}" presName="horz1" presStyleCnt="0"/>
      <dgm:spPr/>
    </dgm:pt>
    <dgm:pt modelId="{2E6EFAA2-7D36-447E-AD4B-2F618EF26657}" type="pres">
      <dgm:prSet presAssocID="{1FEC8D99-ACEB-4BCD-B2A1-D10B5A98C4BB}" presName="tx1" presStyleLbl="revTx" presStyleIdx="6" presStyleCnt="17"/>
      <dgm:spPr/>
    </dgm:pt>
    <dgm:pt modelId="{5E32C18A-D90D-4FF6-AB31-298E56CEE497}" type="pres">
      <dgm:prSet presAssocID="{1FEC8D99-ACEB-4BCD-B2A1-D10B5A98C4BB}" presName="vert1" presStyleCnt="0"/>
      <dgm:spPr/>
    </dgm:pt>
    <dgm:pt modelId="{9181A504-7327-4ACB-BA93-79AB2A70D632}" type="pres">
      <dgm:prSet presAssocID="{7C81744C-1828-4C65-B2AF-F48671990C15}" presName="vertSpace2a" presStyleCnt="0"/>
      <dgm:spPr/>
    </dgm:pt>
    <dgm:pt modelId="{0C8D7262-1419-4DAC-A302-27E28424E0A7}" type="pres">
      <dgm:prSet presAssocID="{7C81744C-1828-4C65-B2AF-F48671990C15}" presName="horz2" presStyleCnt="0"/>
      <dgm:spPr/>
    </dgm:pt>
    <dgm:pt modelId="{E3DC96D1-86AB-4134-A43D-EC2C9552523E}" type="pres">
      <dgm:prSet presAssocID="{7C81744C-1828-4C65-B2AF-F48671990C15}" presName="horzSpace2" presStyleCnt="0"/>
      <dgm:spPr/>
    </dgm:pt>
    <dgm:pt modelId="{C4B8FB10-CC46-4564-AFAE-9FF88BA5B91F}" type="pres">
      <dgm:prSet presAssocID="{7C81744C-1828-4C65-B2AF-F48671990C15}" presName="tx2" presStyleLbl="revTx" presStyleIdx="7" presStyleCnt="17"/>
      <dgm:spPr/>
    </dgm:pt>
    <dgm:pt modelId="{97ACCA81-D1D8-4A5F-9B4D-25716E9DB5D6}" type="pres">
      <dgm:prSet presAssocID="{7C81744C-1828-4C65-B2AF-F48671990C15}" presName="vert2" presStyleCnt="0"/>
      <dgm:spPr/>
    </dgm:pt>
    <dgm:pt modelId="{4E3668F7-F3AF-460B-90B0-37564E0B22F5}" type="pres">
      <dgm:prSet presAssocID="{7C81744C-1828-4C65-B2AF-F48671990C15}" presName="thinLine2b" presStyleLbl="callout" presStyleIdx="4" presStyleCnt="11"/>
      <dgm:spPr/>
    </dgm:pt>
    <dgm:pt modelId="{C9C06998-3856-4B9B-8D6E-DF89959C4A08}" type="pres">
      <dgm:prSet presAssocID="{7C81744C-1828-4C65-B2AF-F48671990C15}" presName="vertSpace2b" presStyleCnt="0"/>
      <dgm:spPr/>
    </dgm:pt>
    <dgm:pt modelId="{C0A5BBD3-9D44-4DAE-BF46-81707D341F75}" type="pres">
      <dgm:prSet presAssocID="{BBC3DC9F-58B8-4236-A11B-CDF5BB1CB396}" presName="horz2" presStyleCnt="0"/>
      <dgm:spPr/>
    </dgm:pt>
    <dgm:pt modelId="{2B9CB409-7333-4D50-9EC0-B6593D93786F}" type="pres">
      <dgm:prSet presAssocID="{BBC3DC9F-58B8-4236-A11B-CDF5BB1CB396}" presName="horzSpace2" presStyleCnt="0"/>
      <dgm:spPr/>
    </dgm:pt>
    <dgm:pt modelId="{31FDF98E-B96E-435E-B3E1-8E3639F76BF0}" type="pres">
      <dgm:prSet presAssocID="{BBC3DC9F-58B8-4236-A11B-CDF5BB1CB396}" presName="tx2" presStyleLbl="revTx" presStyleIdx="8" presStyleCnt="17"/>
      <dgm:spPr/>
    </dgm:pt>
    <dgm:pt modelId="{634179A2-00B6-4FE8-A600-CFF295002F22}" type="pres">
      <dgm:prSet presAssocID="{BBC3DC9F-58B8-4236-A11B-CDF5BB1CB396}" presName="vert2" presStyleCnt="0"/>
      <dgm:spPr/>
    </dgm:pt>
    <dgm:pt modelId="{C426EB74-06B5-44F0-9703-50CA224D4114}" type="pres">
      <dgm:prSet presAssocID="{BBC3DC9F-58B8-4236-A11B-CDF5BB1CB396}" presName="thinLine2b" presStyleLbl="callout" presStyleIdx="5" presStyleCnt="11"/>
      <dgm:spPr/>
    </dgm:pt>
    <dgm:pt modelId="{615C4CFC-6596-49D8-8891-F77BA3E5EFA8}" type="pres">
      <dgm:prSet presAssocID="{BBC3DC9F-58B8-4236-A11B-CDF5BB1CB396}" presName="vertSpace2b" presStyleCnt="0"/>
      <dgm:spPr/>
    </dgm:pt>
    <dgm:pt modelId="{430949C2-D2C6-4165-9E11-3999BDC2FB0B}" type="pres">
      <dgm:prSet presAssocID="{37EC14AC-4DDC-4CE4-BE57-B2FB9766B51C}" presName="thickLine" presStyleLbl="alignNode1" presStyleIdx="3" presStyleCnt="6"/>
      <dgm:spPr/>
    </dgm:pt>
    <dgm:pt modelId="{A2027BD3-E93A-4A5B-880B-3A3A1AB8CB25}" type="pres">
      <dgm:prSet presAssocID="{37EC14AC-4DDC-4CE4-BE57-B2FB9766B51C}" presName="horz1" presStyleCnt="0"/>
      <dgm:spPr/>
    </dgm:pt>
    <dgm:pt modelId="{FB6DA0C5-A11F-4D97-9EDF-016BCF095A4A}" type="pres">
      <dgm:prSet presAssocID="{37EC14AC-4DDC-4CE4-BE57-B2FB9766B51C}" presName="tx1" presStyleLbl="revTx" presStyleIdx="9" presStyleCnt="17"/>
      <dgm:spPr/>
    </dgm:pt>
    <dgm:pt modelId="{B7B5B68E-1CE9-41D3-A9B8-EC1852965D7A}" type="pres">
      <dgm:prSet presAssocID="{37EC14AC-4DDC-4CE4-BE57-B2FB9766B51C}" presName="vert1" presStyleCnt="0"/>
      <dgm:spPr/>
    </dgm:pt>
    <dgm:pt modelId="{FE6FC04F-7A69-46F2-ABF8-CE68612BA268}" type="pres">
      <dgm:prSet presAssocID="{DC2C242F-12E3-49D6-9451-FB09AEF47B76}" presName="vertSpace2a" presStyleCnt="0"/>
      <dgm:spPr/>
    </dgm:pt>
    <dgm:pt modelId="{338FF06E-3E27-47BA-87B0-16BF4909DC2B}" type="pres">
      <dgm:prSet presAssocID="{DC2C242F-12E3-49D6-9451-FB09AEF47B76}" presName="horz2" presStyleCnt="0"/>
      <dgm:spPr/>
    </dgm:pt>
    <dgm:pt modelId="{FB7EC040-B8CC-4121-A56E-49FBC18E710A}" type="pres">
      <dgm:prSet presAssocID="{DC2C242F-12E3-49D6-9451-FB09AEF47B76}" presName="horzSpace2" presStyleCnt="0"/>
      <dgm:spPr/>
    </dgm:pt>
    <dgm:pt modelId="{3273FF5A-C79E-44F5-828E-799D2819FE82}" type="pres">
      <dgm:prSet presAssocID="{DC2C242F-12E3-49D6-9451-FB09AEF47B76}" presName="tx2" presStyleLbl="revTx" presStyleIdx="10" presStyleCnt="17"/>
      <dgm:spPr/>
    </dgm:pt>
    <dgm:pt modelId="{A0674A40-2C60-4152-A30B-8BAEB15B7F90}" type="pres">
      <dgm:prSet presAssocID="{DC2C242F-12E3-49D6-9451-FB09AEF47B76}" presName="vert2" presStyleCnt="0"/>
      <dgm:spPr/>
    </dgm:pt>
    <dgm:pt modelId="{80957002-6AF5-40F8-A5F7-87B72EDD7F48}" type="pres">
      <dgm:prSet presAssocID="{DC2C242F-12E3-49D6-9451-FB09AEF47B76}" presName="thinLine2b" presStyleLbl="callout" presStyleIdx="6" presStyleCnt="11"/>
      <dgm:spPr/>
    </dgm:pt>
    <dgm:pt modelId="{F1A1091D-F97D-4D4E-8339-9615B1C172C6}" type="pres">
      <dgm:prSet presAssocID="{DC2C242F-12E3-49D6-9451-FB09AEF47B76}" presName="vertSpace2b" presStyleCnt="0"/>
      <dgm:spPr/>
    </dgm:pt>
    <dgm:pt modelId="{358D84AC-9D67-45A1-8B7C-45D05D13D929}" type="pres">
      <dgm:prSet presAssocID="{2334D0FB-1CC9-48E7-99F3-EF75914EBC2B}" presName="thickLine" presStyleLbl="alignNode1" presStyleIdx="4" presStyleCnt="6"/>
      <dgm:spPr/>
    </dgm:pt>
    <dgm:pt modelId="{08F4CEC6-ADE4-4D91-A754-174BCF9980DA}" type="pres">
      <dgm:prSet presAssocID="{2334D0FB-1CC9-48E7-99F3-EF75914EBC2B}" presName="horz1" presStyleCnt="0"/>
      <dgm:spPr/>
    </dgm:pt>
    <dgm:pt modelId="{FE005E26-ED72-4C9D-A754-1A6799FFE43E}" type="pres">
      <dgm:prSet presAssocID="{2334D0FB-1CC9-48E7-99F3-EF75914EBC2B}" presName="tx1" presStyleLbl="revTx" presStyleIdx="11" presStyleCnt="17"/>
      <dgm:spPr/>
    </dgm:pt>
    <dgm:pt modelId="{658E9D36-4791-4A85-8A32-4FD667967C8D}" type="pres">
      <dgm:prSet presAssocID="{2334D0FB-1CC9-48E7-99F3-EF75914EBC2B}" presName="vert1" presStyleCnt="0"/>
      <dgm:spPr/>
    </dgm:pt>
    <dgm:pt modelId="{C4989859-FEA4-4CB6-B553-43B5DAAA067D}" type="pres">
      <dgm:prSet presAssocID="{DD85237B-E08B-4998-B308-BBF900FCC892}" presName="vertSpace2a" presStyleCnt="0"/>
      <dgm:spPr/>
    </dgm:pt>
    <dgm:pt modelId="{3EE589B2-F9E9-49C9-BC65-F078E51C94EB}" type="pres">
      <dgm:prSet presAssocID="{DD85237B-E08B-4998-B308-BBF900FCC892}" presName="horz2" presStyleCnt="0"/>
      <dgm:spPr/>
    </dgm:pt>
    <dgm:pt modelId="{BD138CF6-6AE1-4EAD-9ACA-44EE95CC2E3C}" type="pres">
      <dgm:prSet presAssocID="{DD85237B-E08B-4998-B308-BBF900FCC892}" presName="horzSpace2" presStyleCnt="0"/>
      <dgm:spPr/>
    </dgm:pt>
    <dgm:pt modelId="{1A77A7E8-F50B-4B70-A54F-DF78F0A1C4AD}" type="pres">
      <dgm:prSet presAssocID="{DD85237B-E08B-4998-B308-BBF900FCC892}" presName="tx2" presStyleLbl="revTx" presStyleIdx="12" presStyleCnt="17"/>
      <dgm:spPr/>
    </dgm:pt>
    <dgm:pt modelId="{5115DC7C-0886-4053-AAF6-47BBB97DB6C2}" type="pres">
      <dgm:prSet presAssocID="{DD85237B-E08B-4998-B308-BBF900FCC892}" presName="vert2" presStyleCnt="0"/>
      <dgm:spPr/>
    </dgm:pt>
    <dgm:pt modelId="{D40E6C99-3784-4C47-871F-8935C3F84DD7}" type="pres">
      <dgm:prSet presAssocID="{DD85237B-E08B-4998-B308-BBF900FCC892}" presName="thinLine2b" presStyleLbl="callout" presStyleIdx="7" presStyleCnt="11"/>
      <dgm:spPr/>
    </dgm:pt>
    <dgm:pt modelId="{8EF27404-F3B0-4026-8440-CBE56D4E4BA1}" type="pres">
      <dgm:prSet presAssocID="{DD85237B-E08B-4998-B308-BBF900FCC892}" presName="vertSpace2b" presStyleCnt="0"/>
      <dgm:spPr/>
    </dgm:pt>
    <dgm:pt modelId="{F83E5936-380F-4623-A0A1-6992C383A65E}" type="pres">
      <dgm:prSet presAssocID="{DD484EAE-CBDD-4E33-8B0D-13EC86040AFF}" presName="horz2" presStyleCnt="0"/>
      <dgm:spPr/>
    </dgm:pt>
    <dgm:pt modelId="{D46810C1-37CE-401D-9E28-437C39EAD511}" type="pres">
      <dgm:prSet presAssocID="{DD484EAE-CBDD-4E33-8B0D-13EC86040AFF}" presName="horzSpace2" presStyleCnt="0"/>
      <dgm:spPr/>
    </dgm:pt>
    <dgm:pt modelId="{7C49843B-9650-4F98-8732-2FC3A4210B40}" type="pres">
      <dgm:prSet presAssocID="{DD484EAE-CBDD-4E33-8B0D-13EC86040AFF}" presName="tx2" presStyleLbl="revTx" presStyleIdx="13" presStyleCnt="17"/>
      <dgm:spPr/>
    </dgm:pt>
    <dgm:pt modelId="{17504CB2-569B-459F-864A-981E7DDEE567}" type="pres">
      <dgm:prSet presAssocID="{DD484EAE-CBDD-4E33-8B0D-13EC86040AFF}" presName="vert2" presStyleCnt="0"/>
      <dgm:spPr/>
    </dgm:pt>
    <dgm:pt modelId="{6924F066-4993-4BF0-9C14-E9E94E262791}" type="pres">
      <dgm:prSet presAssocID="{DD484EAE-CBDD-4E33-8B0D-13EC86040AFF}" presName="thinLine2b" presStyleLbl="callout" presStyleIdx="8" presStyleCnt="11"/>
      <dgm:spPr/>
    </dgm:pt>
    <dgm:pt modelId="{484B687C-9B95-4866-86EA-B2483A72C69A}" type="pres">
      <dgm:prSet presAssocID="{DD484EAE-CBDD-4E33-8B0D-13EC86040AFF}" presName="vertSpace2b" presStyleCnt="0"/>
      <dgm:spPr/>
    </dgm:pt>
    <dgm:pt modelId="{FFA5AED9-D9D5-49B1-A2B4-E6B8767C6FA4}" type="pres">
      <dgm:prSet presAssocID="{34DB0B11-EC18-4777-AEC3-255ACA0CF87B}" presName="horz2" presStyleCnt="0"/>
      <dgm:spPr/>
    </dgm:pt>
    <dgm:pt modelId="{53767CB9-03B7-4CCA-9AEA-6B5A6F18300C}" type="pres">
      <dgm:prSet presAssocID="{34DB0B11-EC18-4777-AEC3-255ACA0CF87B}" presName="horzSpace2" presStyleCnt="0"/>
      <dgm:spPr/>
    </dgm:pt>
    <dgm:pt modelId="{237ABB34-8C59-4CAD-B675-260758FE1A85}" type="pres">
      <dgm:prSet presAssocID="{34DB0B11-EC18-4777-AEC3-255ACA0CF87B}" presName="tx2" presStyleLbl="revTx" presStyleIdx="14" presStyleCnt="17"/>
      <dgm:spPr/>
    </dgm:pt>
    <dgm:pt modelId="{ED603B46-90AF-4752-B491-49DF0DCA6E37}" type="pres">
      <dgm:prSet presAssocID="{34DB0B11-EC18-4777-AEC3-255ACA0CF87B}" presName="vert2" presStyleCnt="0"/>
      <dgm:spPr/>
    </dgm:pt>
    <dgm:pt modelId="{FC4E6894-7748-4DF2-98D1-D4A3B0F468F8}" type="pres">
      <dgm:prSet presAssocID="{34DB0B11-EC18-4777-AEC3-255ACA0CF87B}" presName="thinLine2b" presStyleLbl="callout" presStyleIdx="9" presStyleCnt="11"/>
      <dgm:spPr/>
    </dgm:pt>
    <dgm:pt modelId="{3E28F4F3-C6B9-49F3-84FA-210BBC3ED5AD}" type="pres">
      <dgm:prSet presAssocID="{34DB0B11-EC18-4777-AEC3-255ACA0CF87B}" presName="vertSpace2b" presStyleCnt="0"/>
      <dgm:spPr/>
    </dgm:pt>
    <dgm:pt modelId="{95C6898B-504D-4869-8A8B-BE295411C52C}" type="pres">
      <dgm:prSet presAssocID="{5A09D26C-EA81-4AE4-9B78-91A4B02A116E}" presName="thickLine" presStyleLbl="alignNode1" presStyleIdx="5" presStyleCnt="6"/>
      <dgm:spPr/>
    </dgm:pt>
    <dgm:pt modelId="{1B4DD769-B9C8-47B5-B054-7D2D6594CF75}" type="pres">
      <dgm:prSet presAssocID="{5A09D26C-EA81-4AE4-9B78-91A4B02A116E}" presName="horz1" presStyleCnt="0"/>
      <dgm:spPr/>
    </dgm:pt>
    <dgm:pt modelId="{E479FB4D-DD83-4290-B14B-669EBDE6BD42}" type="pres">
      <dgm:prSet presAssocID="{5A09D26C-EA81-4AE4-9B78-91A4B02A116E}" presName="tx1" presStyleLbl="revTx" presStyleIdx="15" presStyleCnt="17"/>
      <dgm:spPr/>
    </dgm:pt>
    <dgm:pt modelId="{B5FAADF6-A74F-4E47-9774-11FC7034E201}" type="pres">
      <dgm:prSet presAssocID="{5A09D26C-EA81-4AE4-9B78-91A4B02A116E}" presName="vert1" presStyleCnt="0"/>
      <dgm:spPr/>
    </dgm:pt>
    <dgm:pt modelId="{A36C31A5-91A4-4D07-9E6B-34F66233C9F5}" type="pres">
      <dgm:prSet presAssocID="{725629A4-DEB0-4FAC-927D-E790EA2015FB}" presName="vertSpace2a" presStyleCnt="0"/>
      <dgm:spPr/>
    </dgm:pt>
    <dgm:pt modelId="{DD1DD9BC-8524-4E62-AA31-FC7414AA0813}" type="pres">
      <dgm:prSet presAssocID="{725629A4-DEB0-4FAC-927D-E790EA2015FB}" presName="horz2" presStyleCnt="0"/>
      <dgm:spPr/>
    </dgm:pt>
    <dgm:pt modelId="{2A1826F5-5C8D-4E14-BC3D-320668460EFF}" type="pres">
      <dgm:prSet presAssocID="{725629A4-DEB0-4FAC-927D-E790EA2015FB}" presName="horzSpace2" presStyleCnt="0"/>
      <dgm:spPr/>
    </dgm:pt>
    <dgm:pt modelId="{9705096E-A621-45ED-A1ED-CCE8D0DA7946}" type="pres">
      <dgm:prSet presAssocID="{725629A4-DEB0-4FAC-927D-E790EA2015FB}" presName="tx2" presStyleLbl="revTx" presStyleIdx="16" presStyleCnt="17"/>
      <dgm:spPr/>
    </dgm:pt>
    <dgm:pt modelId="{4D32227B-8ECA-4175-99C5-9C5CD7A0A74E}" type="pres">
      <dgm:prSet presAssocID="{725629A4-DEB0-4FAC-927D-E790EA2015FB}" presName="vert2" presStyleCnt="0"/>
      <dgm:spPr/>
    </dgm:pt>
    <dgm:pt modelId="{D574084E-4E6D-4A2E-B2FE-3DCB91ABAC8A}" type="pres">
      <dgm:prSet presAssocID="{725629A4-DEB0-4FAC-927D-E790EA2015FB}" presName="thinLine2b" presStyleLbl="callout" presStyleIdx="10" presStyleCnt="11"/>
      <dgm:spPr/>
    </dgm:pt>
    <dgm:pt modelId="{B73ED3E5-376F-4F4D-8A77-BF7BB3B57DA2}" type="pres">
      <dgm:prSet presAssocID="{725629A4-DEB0-4FAC-927D-E790EA2015FB}" presName="vertSpace2b" presStyleCnt="0"/>
      <dgm:spPr/>
    </dgm:pt>
  </dgm:ptLst>
  <dgm:cxnLst>
    <dgm:cxn modelId="{02802800-DF29-45D4-9997-F9F18B531D31}" srcId="{88D35D1D-28AE-42DB-A306-F1502D126B70}" destId="{7A60144A-F2C6-4384-B65B-59C130480AD2}" srcOrd="0" destOrd="0" parTransId="{051F3C01-2CCD-4B66-968B-23AD3745B894}" sibTransId="{F3015682-787D-4F89-B105-91E33DA0A0F5}"/>
    <dgm:cxn modelId="{1EB74F06-2BC0-4220-B7D9-1ECFCEDFE3A3}" type="presOf" srcId="{5A09D26C-EA81-4AE4-9B78-91A4B02A116E}" destId="{E479FB4D-DD83-4290-B14B-669EBDE6BD42}" srcOrd="0" destOrd="0" presId="urn:microsoft.com/office/officeart/2008/layout/LinedList"/>
    <dgm:cxn modelId="{DBDF061B-9F3F-4334-BD50-940BD71A29CF}" type="presOf" srcId="{DD484EAE-CBDD-4E33-8B0D-13EC86040AFF}" destId="{7C49843B-9650-4F98-8732-2FC3A4210B40}" srcOrd="0" destOrd="0" presId="urn:microsoft.com/office/officeart/2008/layout/LinedList"/>
    <dgm:cxn modelId="{C77C6F1B-C3F5-4F6D-9960-E7F3F102EC00}" srcId="{BDEF1415-52FE-4BB1-8F12-6D1C6FACCB42}" destId="{5A09D26C-EA81-4AE4-9B78-91A4B02A116E}" srcOrd="5" destOrd="0" parTransId="{0A3E3EDC-4992-4C48-9A1A-35114EB7CC2C}" sibTransId="{0C5CAED3-E7AF-4F70-8E7F-8FA76BBCE532}"/>
    <dgm:cxn modelId="{F8BDA320-0F6D-4DB7-B5DB-E09C51CF4FF8}" type="presOf" srcId="{BDEF1415-52FE-4BB1-8F12-6D1C6FACCB42}" destId="{17541262-9819-4E10-8489-E62A2D14EEC9}" srcOrd="0" destOrd="0" presId="urn:microsoft.com/office/officeart/2008/layout/LinedList"/>
    <dgm:cxn modelId="{41C1612A-B2DA-44F9-8053-3F78DDED358A}" type="presOf" srcId="{7C81744C-1828-4C65-B2AF-F48671990C15}" destId="{C4B8FB10-CC46-4564-AFAE-9FF88BA5B91F}" srcOrd="0" destOrd="0" presId="urn:microsoft.com/office/officeart/2008/layout/LinedList"/>
    <dgm:cxn modelId="{7891682C-3388-4859-89E4-02E7626A14AE}" type="presOf" srcId="{DD85237B-E08B-4998-B308-BBF900FCC892}" destId="{1A77A7E8-F50B-4B70-A54F-DF78F0A1C4AD}" srcOrd="0" destOrd="0" presId="urn:microsoft.com/office/officeart/2008/layout/LinedList"/>
    <dgm:cxn modelId="{644C6C35-40BA-4CF6-855C-42AA7B5C6B7E}" type="presOf" srcId="{5D95115D-9A7E-4F0F-9D33-F0E6EDF9C92D}" destId="{4AB24EAC-112F-427F-A854-F3C5BEFCB423}" srcOrd="0" destOrd="0" presId="urn:microsoft.com/office/officeart/2008/layout/LinedList"/>
    <dgm:cxn modelId="{802E5237-9740-49E8-81A2-06EDFBBD57F6}" srcId="{BDEF1415-52FE-4BB1-8F12-6D1C6FACCB42}" destId="{1FEC8D99-ACEB-4BCD-B2A1-D10B5A98C4BB}" srcOrd="2" destOrd="0" parTransId="{D5010BCC-6E7C-41C7-95F0-895B6758711C}" sibTransId="{806C10EE-4839-486B-9EF2-00DE6ABDB473}"/>
    <dgm:cxn modelId="{1F80793B-61BB-4A6F-A583-392D7D7036CA}" type="presOf" srcId="{2334D0FB-1CC9-48E7-99F3-EF75914EBC2B}" destId="{FE005E26-ED72-4C9D-A754-1A6799FFE43E}" srcOrd="0" destOrd="0" presId="urn:microsoft.com/office/officeart/2008/layout/LinedList"/>
    <dgm:cxn modelId="{065C4B5D-615B-491A-AFAE-4ACC22B69291}" srcId="{BDEF1415-52FE-4BB1-8F12-6D1C6FACCB42}" destId="{88D35D1D-28AE-42DB-A306-F1502D126B70}" srcOrd="1" destOrd="0" parTransId="{D962598E-604C-4A46-8F1E-F93EAD103CDC}" sibTransId="{605A93A7-E3A9-4890-BE1A-F9C71F5D39D9}"/>
    <dgm:cxn modelId="{FF2A6B44-7284-4A4A-8308-6DDCB9056C41}" srcId="{2334D0FB-1CC9-48E7-99F3-EF75914EBC2B}" destId="{DD484EAE-CBDD-4E33-8B0D-13EC86040AFF}" srcOrd="1" destOrd="0" parTransId="{810A164C-9567-4D8E-89DA-5419A17E02F4}" sibTransId="{75F57518-7931-4A4C-BDB8-BA8AC2658A1F}"/>
    <dgm:cxn modelId="{65E4286A-FB12-4ADC-BD7B-EF8D86DCDB70}" type="presOf" srcId="{725629A4-DEB0-4FAC-927D-E790EA2015FB}" destId="{9705096E-A621-45ED-A1ED-CCE8D0DA7946}" srcOrd="0" destOrd="0" presId="urn:microsoft.com/office/officeart/2008/layout/LinedList"/>
    <dgm:cxn modelId="{2E99976F-7C4D-405F-B71B-3336AC5628F5}" type="presOf" srcId="{1FEC8D99-ACEB-4BCD-B2A1-D10B5A98C4BB}" destId="{2E6EFAA2-7D36-447E-AD4B-2F618EF26657}" srcOrd="0" destOrd="0" presId="urn:microsoft.com/office/officeart/2008/layout/LinedList"/>
    <dgm:cxn modelId="{BAC5984F-5F16-4B7C-B829-268050936FFF}" type="presOf" srcId="{34DB0B11-EC18-4777-AEC3-255ACA0CF87B}" destId="{237ABB34-8C59-4CAD-B675-260758FE1A85}" srcOrd="0" destOrd="0" presId="urn:microsoft.com/office/officeart/2008/layout/LinedList"/>
    <dgm:cxn modelId="{3777C770-E62F-4CBA-BE0C-9A4AA6F60037}" srcId="{BDEF1415-52FE-4BB1-8F12-6D1C6FACCB42}" destId="{2334D0FB-1CC9-48E7-99F3-EF75914EBC2B}" srcOrd="4" destOrd="0" parTransId="{94BD1680-4F1E-4E03-A91F-219474473487}" sibTransId="{859EAFDB-E28A-4436-AF8B-D7DDB0036DE3}"/>
    <dgm:cxn modelId="{1F74CD70-CD5C-43AC-899E-6A6E9D3E7BA3}" srcId="{37EC14AC-4DDC-4CE4-BE57-B2FB9766B51C}" destId="{DC2C242F-12E3-49D6-9451-FB09AEF47B76}" srcOrd="0" destOrd="0" parTransId="{1A99109D-9CED-468D-A585-E34935825334}" sibTransId="{2CD0D4A8-EF44-4962-A449-2436854F4A60}"/>
    <dgm:cxn modelId="{B5738873-D100-46C5-8482-D69911F7457A}" srcId="{2334D0FB-1CC9-48E7-99F3-EF75914EBC2B}" destId="{34DB0B11-EC18-4777-AEC3-255ACA0CF87B}" srcOrd="2" destOrd="0" parTransId="{B4DB8369-7631-4979-8D9D-09DCED6C0E30}" sibTransId="{ACA762A7-F00E-4FA4-A097-BB73FF09D595}"/>
    <dgm:cxn modelId="{ED2E7C77-40CA-4C82-AD06-57766AB52309}" srcId="{88D35D1D-28AE-42DB-A306-F1502D126B70}" destId="{51B1884B-8EC7-4133-B896-0C49F513C950}" srcOrd="2" destOrd="0" parTransId="{F6F4298D-A22E-4BD1-B294-35CC70177C15}" sibTransId="{FC87D484-5E2B-4163-AAA9-8943AB2961BB}"/>
    <dgm:cxn modelId="{6AD9F75A-4B23-4A49-9E80-B3DC15C0AD21}" type="presOf" srcId="{DC2C242F-12E3-49D6-9451-FB09AEF47B76}" destId="{3273FF5A-C79E-44F5-828E-799D2819FE82}" srcOrd="0" destOrd="0" presId="urn:microsoft.com/office/officeart/2008/layout/LinedList"/>
    <dgm:cxn modelId="{A929E281-A384-42AF-99BB-4A5DAE6A8D3A}" srcId="{C0B4EEBA-BE56-4A0D-97BD-E6555871356C}" destId="{5D95115D-9A7E-4F0F-9D33-F0E6EDF9C92D}" srcOrd="0" destOrd="0" parTransId="{B272EACB-292E-47C4-8F69-FCF9B70CA40A}" sibTransId="{8238D31F-AF01-4906-85FA-3FF6E4A7CAF4}"/>
    <dgm:cxn modelId="{1E33678A-C1D6-410A-877C-BA8EA49265DB}" srcId="{BDEF1415-52FE-4BB1-8F12-6D1C6FACCB42}" destId="{C0B4EEBA-BE56-4A0D-97BD-E6555871356C}" srcOrd="0" destOrd="0" parTransId="{B5CDE74C-0508-44CB-9588-44536F213CE1}" sibTransId="{ACF010B1-12F3-416D-811D-CB14DF53A8A1}"/>
    <dgm:cxn modelId="{C714458E-62CF-4366-917D-ECCB2AEBFD8A}" srcId="{2334D0FB-1CC9-48E7-99F3-EF75914EBC2B}" destId="{DD85237B-E08B-4998-B308-BBF900FCC892}" srcOrd="0" destOrd="0" parTransId="{17123A32-1BD1-4B31-92DF-B50D4440B577}" sibTransId="{9C0E568F-C6F3-4260-A3DB-B6AD0EE16D73}"/>
    <dgm:cxn modelId="{DFBD6F90-54AE-47CA-BDB3-39AE9D1AD024}" type="presOf" srcId="{C0B4EEBA-BE56-4A0D-97BD-E6555871356C}" destId="{B2DE4D1A-55A3-4A50-BB97-E726BFBD6E61}" srcOrd="0" destOrd="0" presId="urn:microsoft.com/office/officeart/2008/layout/LinedList"/>
    <dgm:cxn modelId="{CB5682A4-82C3-4349-936D-58F6F42BCFB9}" type="presOf" srcId="{984117DA-62D2-4178-AE2B-FF157D2DC53D}" destId="{7A83D292-95F5-4904-9315-9976A8C7174D}" srcOrd="0" destOrd="0" presId="urn:microsoft.com/office/officeart/2008/layout/LinedList"/>
    <dgm:cxn modelId="{801AA5A9-0FDC-49F6-8996-53CCF7ABB62F}" type="presOf" srcId="{BBC3DC9F-58B8-4236-A11B-CDF5BB1CB396}" destId="{31FDF98E-B96E-435E-B3E1-8E3639F76BF0}" srcOrd="0" destOrd="0" presId="urn:microsoft.com/office/officeart/2008/layout/LinedList"/>
    <dgm:cxn modelId="{712159B6-9B44-4807-B457-9D773B057F7F}" type="presOf" srcId="{51B1884B-8EC7-4133-B896-0C49F513C950}" destId="{EB798969-FCC0-4BB0-A896-93ED90200286}" srcOrd="0" destOrd="0" presId="urn:microsoft.com/office/officeart/2008/layout/LinedList"/>
    <dgm:cxn modelId="{A8CFC0B7-CB9E-457A-BD02-125EF2A77530}" srcId="{5A09D26C-EA81-4AE4-9B78-91A4B02A116E}" destId="{725629A4-DEB0-4FAC-927D-E790EA2015FB}" srcOrd="0" destOrd="0" parTransId="{39884B02-5076-421D-A0BA-7ADD1C598CC4}" sibTransId="{301A6826-1126-4FC8-B149-E569FADED0CC}"/>
    <dgm:cxn modelId="{FFBA99BB-CFDB-4816-A67D-F3E916C6F65F}" srcId="{88D35D1D-28AE-42DB-A306-F1502D126B70}" destId="{984117DA-62D2-4178-AE2B-FF157D2DC53D}" srcOrd="1" destOrd="0" parTransId="{ECD47840-7710-43BA-8A92-814626F80C63}" sibTransId="{FABEC37D-351F-42D8-818C-A569B230E3B8}"/>
    <dgm:cxn modelId="{29E279C0-4A8D-4318-BC5C-43DB4432CD82}" srcId="{1FEC8D99-ACEB-4BCD-B2A1-D10B5A98C4BB}" destId="{7C81744C-1828-4C65-B2AF-F48671990C15}" srcOrd="0" destOrd="0" parTransId="{2F7620FF-0C82-49E8-8FAC-D9CA09206205}" sibTransId="{1E630B2A-A780-4462-8A57-0FEB5ECD6F8D}"/>
    <dgm:cxn modelId="{0A9C41C8-EB4D-4507-876C-9928F119B869}" srcId="{BDEF1415-52FE-4BB1-8F12-6D1C6FACCB42}" destId="{37EC14AC-4DDC-4CE4-BE57-B2FB9766B51C}" srcOrd="3" destOrd="0" parTransId="{F569D50C-3257-449D-B9AE-E306E491AC9F}" sibTransId="{D025023A-E58F-44EB-9995-4CC582BBA385}"/>
    <dgm:cxn modelId="{06952DCE-84C2-4EA0-8868-9D3E0C052655}" type="presOf" srcId="{37EC14AC-4DDC-4CE4-BE57-B2FB9766B51C}" destId="{FB6DA0C5-A11F-4D97-9EDF-016BCF095A4A}" srcOrd="0" destOrd="0" presId="urn:microsoft.com/office/officeart/2008/layout/LinedList"/>
    <dgm:cxn modelId="{D9055FD7-F8F1-4C39-B217-9C0581860FE2}" type="presOf" srcId="{7A60144A-F2C6-4384-B65B-59C130480AD2}" destId="{D1211115-159B-4806-A52D-3D18980A2916}" srcOrd="0" destOrd="0" presId="urn:microsoft.com/office/officeart/2008/layout/LinedList"/>
    <dgm:cxn modelId="{07C72DD9-AB2B-47DB-9DA3-5A6A8E1C77DD}" type="presOf" srcId="{88D35D1D-28AE-42DB-A306-F1502D126B70}" destId="{6B75B2A5-FFFF-4D5A-8AA5-15F097C1045A}" srcOrd="0" destOrd="0" presId="urn:microsoft.com/office/officeart/2008/layout/LinedList"/>
    <dgm:cxn modelId="{11D438E7-F66C-4A82-BBDF-936AC9A4A1D6}" srcId="{1FEC8D99-ACEB-4BCD-B2A1-D10B5A98C4BB}" destId="{BBC3DC9F-58B8-4236-A11B-CDF5BB1CB396}" srcOrd="1" destOrd="0" parTransId="{9E2F3AFF-CE34-49C6-967E-21782077306C}" sibTransId="{D3C578A2-D03A-4B23-BBF3-21B5143F2D06}"/>
    <dgm:cxn modelId="{037D478C-9B87-44EB-BE97-A1C73DCED642}" type="presParOf" srcId="{17541262-9819-4E10-8489-E62A2D14EEC9}" destId="{77051AEA-260E-4135-8A6B-DF1DAE72A4BF}" srcOrd="0" destOrd="0" presId="urn:microsoft.com/office/officeart/2008/layout/LinedList"/>
    <dgm:cxn modelId="{E5552A5F-DF31-4A62-BDB5-4C43F1BFE7A3}" type="presParOf" srcId="{17541262-9819-4E10-8489-E62A2D14EEC9}" destId="{80ABE2A3-8084-460A-89CE-F9F319C91C76}" srcOrd="1" destOrd="0" presId="urn:microsoft.com/office/officeart/2008/layout/LinedList"/>
    <dgm:cxn modelId="{0AFBC476-7AA7-4033-A335-14EC4B9A1285}" type="presParOf" srcId="{80ABE2A3-8084-460A-89CE-F9F319C91C76}" destId="{B2DE4D1A-55A3-4A50-BB97-E726BFBD6E61}" srcOrd="0" destOrd="0" presId="urn:microsoft.com/office/officeart/2008/layout/LinedList"/>
    <dgm:cxn modelId="{E5548EEC-D11B-4E5A-942F-21E3D19A960E}" type="presParOf" srcId="{80ABE2A3-8084-460A-89CE-F9F319C91C76}" destId="{3EE1F363-9876-44D2-B151-F366BC4203AF}" srcOrd="1" destOrd="0" presId="urn:microsoft.com/office/officeart/2008/layout/LinedList"/>
    <dgm:cxn modelId="{E9972546-F1F2-4B8B-B866-57A566539E2C}" type="presParOf" srcId="{3EE1F363-9876-44D2-B151-F366BC4203AF}" destId="{E9542324-882B-47CA-A151-F5192CAA4A5A}" srcOrd="0" destOrd="0" presId="urn:microsoft.com/office/officeart/2008/layout/LinedList"/>
    <dgm:cxn modelId="{8959E386-E0D5-4AB7-A712-2366EFDFD865}" type="presParOf" srcId="{3EE1F363-9876-44D2-B151-F366BC4203AF}" destId="{6532ED6B-2275-40DB-90C5-7617DAAAADDD}" srcOrd="1" destOrd="0" presId="urn:microsoft.com/office/officeart/2008/layout/LinedList"/>
    <dgm:cxn modelId="{9921B599-7CAD-4CF7-9002-122BB40EE086}" type="presParOf" srcId="{6532ED6B-2275-40DB-90C5-7617DAAAADDD}" destId="{AD5E7413-ACFF-4EE2-8D37-397077DDB8BD}" srcOrd="0" destOrd="0" presId="urn:microsoft.com/office/officeart/2008/layout/LinedList"/>
    <dgm:cxn modelId="{4D33ADFD-AB8A-47B6-AFEB-F0740278BA7F}" type="presParOf" srcId="{6532ED6B-2275-40DB-90C5-7617DAAAADDD}" destId="{4AB24EAC-112F-427F-A854-F3C5BEFCB423}" srcOrd="1" destOrd="0" presId="urn:microsoft.com/office/officeart/2008/layout/LinedList"/>
    <dgm:cxn modelId="{2D71E690-46A9-423C-8F75-37243B275E10}" type="presParOf" srcId="{6532ED6B-2275-40DB-90C5-7617DAAAADDD}" destId="{E1844169-2C8E-4940-876B-414D99133660}" srcOrd="2" destOrd="0" presId="urn:microsoft.com/office/officeart/2008/layout/LinedList"/>
    <dgm:cxn modelId="{7A792FCA-86BB-4AFA-9337-73E0BE963E4D}" type="presParOf" srcId="{3EE1F363-9876-44D2-B151-F366BC4203AF}" destId="{CA039937-A7F9-4142-B0F4-4DABF595CAC6}" srcOrd="2" destOrd="0" presId="urn:microsoft.com/office/officeart/2008/layout/LinedList"/>
    <dgm:cxn modelId="{30709497-B5D4-4C33-A81F-2364418D7A82}" type="presParOf" srcId="{3EE1F363-9876-44D2-B151-F366BC4203AF}" destId="{631E03CC-6628-45E8-8D82-07A81ADCB023}" srcOrd="3" destOrd="0" presId="urn:microsoft.com/office/officeart/2008/layout/LinedList"/>
    <dgm:cxn modelId="{2978C904-59D9-469E-837F-5739B057E537}" type="presParOf" srcId="{17541262-9819-4E10-8489-E62A2D14EEC9}" destId="{E43491EA-4958-42F5-8316-9B5DCCAC5A5E}" srcOrd="2" destOrd="0" presId="urn:microsoft.com/office/officeart/2008/layout/LinedList"/>
    <dgm:cxn modelId="{64B904D1-2A8D-4037-876F-62AF30A6F6D8}" type="presParOf" srcId="{17541262-9819-4E10-8489-E62A2D14EEC9}" destId="{A1CA6561-28E2-4209-881D-51631BF6802B}" srcOrd="3" destOrd="0" presId="urn:microsoft.com/office/officeart/2008/layout/LinedList"/>
    <dgm:cxn modelId="{159FD8C1-B379-4E62-B8FB-0571B0993275}" type="presParOf" srcId="{A1CA6561-28E2-4209-881D-51631BF6802B}" destId="{6B75B2A5-FFFF-4D5A-8AA5-15F097C1045A}" srcOrd="0" destOrd="0" presId="urn:microsoft.com/office/officeart/2008/layout/LinedList"/>
    <dgm:cxn modelId="{860C2724-D277-4E9B-90E4-36B8E3252952}" type="presParOf" srcId="{A1CA6561-28E2-4209-881D-51631BF6802B}" destId="{49BEFC2E-B018-4213-A5CE-973ECBBB0571}" srcOrd="1" destOrd="0" presId="urn:microsoft.com/office/officeart/2008/layout/LinedList"/>
    <dgm:cxn modelId="{FDE983C3-6AF3-4118-B201-317549E5E618}" type="presParOf" srcId="{49BEFC2E-B018-4213-A5CE-973ECBBB0571}" destId="{E7613DE3-5328-4ED9-916D-6A7A75A695F3}" srcOrd="0" destOrd="0" presId="urn:microsoft.com/office/officeart/2008/layout/LinedList"/>
    <dgm:cxn modelId="{CA3985C1-D8BA-4436-8F56-8CD477CF7043}" type="presParOf" srcId="{49BEFC2E-B018-4213-A5CE-973ECBBB0571}" destId="{B18267E6-493F-4662-AFE5-7F668323E209}" srcOrd="1" destOrd="0" presId="urn:microsoft.com/office/officeart/2008/layout/LinedList"/>
    <dgm:cxn modelId="{DFD89942-85DC-4899-B6CA-2CB580C1A6D2}" type="presParOf" srcId="{B18267E6-493F-4662-AFE5-7F668323E209}" destId="{24CFCF23-1168-4DF7-90D5-262C7F313F99}" srcOrd="0" destOrd="0" presId="urn:microsoft.com/office/officeart/2008/layout/LinedList"/>
    <dgm:cxn modelId="{1C0F7DC8-E1C8-4548-B97A-8E42148BD90D}" type="presParOf" srcId="{B18267E6-493F-4662-AFE5-7F668323E209}" destId="{D1211115-159B-4806-A52D-3D18980A2916}" srcOrd="1" destOrd="0" presId="urn:microsoft.com/office/officeart/2008/layout/LinedList"/>
    <dgm:cxn modelId="{1AAF91BA-7469-47BA-B517-6D48F5695F6B}" type="presParOf" srcId="{B18267E6-493F-4662-AFE5-7F668323E209}" destId="{138B7271-720A-4413-831A-D1281305672E}" srcOrd="2" destOrd="0" presId="urn:microsoft.com/office/officeart/2008/layout/LinedList"/>
    <dgm:cxn modelId="{D4FC3FF0-4CF6-4B2C-A7A8-0DACAAECA436}" type="presParOf" srcId="{49BEFC2E-B018-4213-A5CE-973ECBBB0571}" destId="{2D5DADB5-FF26-4D5A-AEA6-F2F922F91FCA}" srcOrd="2" destOrd="0" presId="urn:microsoft.com/office/officeart/2008/layout/LinedList"/>
    <dgm:cxn modelId="{C4BF47A4-C745-44F0-B0EA-C0937291071F}" type="presParOf" srcId="{49BEFC2E-B018-4213-A5CE-973ECBBB0571}" destId="{908D7E02-6907-4D84-A3BB-5B70AE3EB940}" srcOrd="3" destOrd="0" presId="urn:microsoft.com/office/officeart/2008/layout/LinedList"/>
    <dgm:cxn modelId="{74C30302-BB36-4A1B-A300-07613A21616F}" type="presParOf" srcId="{49BEFC2E-B018-4213-A5CE-973ECBBB0571}" destId="{0D64C206-3929-4E6E-AAD8-5AEFE8F6FC73}" srcOrd="4" destOrd="0" presId="urn:microsoft.com/office/officeart/2008/layout/LinedList"/>
    <dgm:cxn modelId="{A0FBDE0A-2FE1-41D3-ACF3-1963B1B06238}" type="presParOf" srcId="{0D64C206-3929-4E6E-AAD8-5AEFE8F6FC73}" destId="{E890C94A-2A81-45CE-8E23-35C1D26640B6}" srcOrd="0" destOrd="0" presId="urn:microsoft.com/office/officeart/2008/layout/LinedList"/>
    <dgm:cxn modelId="{9363AAA9-0E80-454D-A4BD-DBAF7D02E610}" type="presParOf" srcId="{0D64C206-3929-4E6E-AAD8-5AEFE8F6FC73}" destId="{7A83D292-95F5-4904-9315-9976A8C7174D}" srcOrd="1" destOrd="0" presId="urn:microsoft.com/office/officeart/2008/layout/LinedList"/>
    <dgm:cxn modelId="{5BCF03E0-9E41-4D47-908E-2A15A7AEBF66}" type="presParOf" srcId="{0D64C206-3929-4E6E-AAD8-5AEFE8F6FC73}" destId="{2D33B2A1-A4B7-43E1-A480-EF8F452E87A9}" srcOrd="2" destOrd="0" presId="urn:microsoft.com/office/officeart/2008/layout/LinedList"/>
    <dgm:cxn modelId="{4528E0C9-8C14-418F-AF7C-15070B7B1BE1}" type="presParOf" srcId="{49BEFC2E-B018-4213-A5CE-973ECBBB0571}" destId="{BA0BE800-4699-47BB-A6BF-87A2FC83E215}" srcOrd="5" destOrd="0" presId="urn:microsoft.com/office/officeart/2008/layout/LinedList"/>
    <dgm:cxn modelId="{C7F2C2BA-3469-49ED-87CD-52A7DFFE8EF2}" type="presParOf" srcId="{49BEFC2E-B018-4213-A5CE-973ECBBB0571}" destId="{E7513FEF-17DB-43F5-AF47-1A4D685064C7}" srcOrd="6" destOrd="0" presId="urn:microsoft.com/office/officeart/2008/layout/LinedList"/>
    <dgm:cxn modelId="{2A3B8DDD-B5FE-4A00-9A92-A50B3D0A6907}" type="presParOf" srcId="{49BEFC2E-B018-4213-A5CE-973ECBBB0571}" destId="{4DF18BE7-054B-419F-9230-D81537D0B550}" srcOrd="7" destOrd="0" presId="urn:microsoft.com/office/officeart/2008/layout/LinedList"/>
    <dgm:cxn modelId="{C065BCCC-9353-4943-974D-4AFF246FCB1D}" type="presParOf" srcId="{4DF18BE7-054B-419F-9230-D81537D0B550}" destId="{60CD5FC5-C0DE-4DA5-9ED2-8C9ADBD88F35}" srcOrd="0" destOrd="0" presId="urn:microsoft.com/office/officeart/2008/layout/LinedList"/>
    <dgm:cxn modelId="{B51087D3-66CE-482E-99D2-B5F04E513FA0}" type="presParOf" srcId="{4DF18BE7-054B-419F-9230-D81537D0B550}" destId="{EB798969-FCC0-4BB0-A896-93ED90200286}" srcOrd="1" destOrd="0" presId="urn:microsoft.com/office/officeart/2008/layout/LinedList"/>
    <dgm:cxn modelId="{B4961211-42EF-456B-BA85-8403971610BD}" type="presParOf" srcId="{4DF18BE7-054B-419F-9230-D81537D0B550}" destId="{06DA2132-1673-40A0-A8C6-4CF460C04CE3}" srcOrd="2" destOrd="0" presId="urn:microsoft.com/office/officeart/2008/layout/LinedList"/>
    <dgm:cxn modelId="{58961720-71CC-4BAE-8823-4852B0B2086D}" type="presParOf" srcId="{49BEFC2E-B018-4213-A5CE-973ECBBB0571}" destId="{9FAF0C8F-D265-45C3-BE5F-61EA92C742A3}" srcOrd="8" destOrd="0" presId="urn:microsoft.com/office/officeart/2008/layout/LinedList"/>
    <dgm:cxn modelId="{D0CC73F3-5D37-4299-B3EA-DF08A9D223D0}" type="presParOf" srcId="{49BEFC2E-B018-4213-A5CE-973ECBBB0571}" destId="{144770F2-1C7F-424F-A940-14D7B14F431E}" srcOrd="9" destOrd="0" presId="urn:microsoft.com/office/officeart/2008/layout/LinedList"/>
    <dgm:cxn modelId="{9681699F-88C4-4905-BA94-213F569181DD}" type="presParOf" srcId="{17541262-9819-4E10-8489-E62A2D14EEC9}" destId="{C62F2B52-A0FD-4455-B22D-6C495F16C8E7}" srcOrd="4" destOrd="0" presId="urn:microsoft.com/office/officeart/2008/layout/LinedList"/>
    <dgm:cxn modelId="{E5E3CAFF-855B-488A-B875-C6C5A97A08A3}" type="presParOf" srcId="{17541262-9819-4E10-8489-E62A2D14EEC9}" destId="{CF9B41E6-CB66-41A9-96EE-86DC702B4603}" srcOrd="5" destOrd="0" presId="urn:microsoft.com/office/officeart/2008/layout/LinedList"/>
    <dgm:cxn modelId="{485FD7D0-3551-4A91-8CB3-0730363F79F0}" type="presParOf" srcId="{CF9B41E6-CB66-41A9-96EE-86DC702B4603}" destId="{2E6EFAA2-7D36-447E-AD4B-2F618EF26657}" srcOrd="0" destOrd="0" presId="urn:microsoft.com/office/officeart/2008/layout/LinedList"/>
    <dgm:cxn modelId="{C6EB92BF-8ABE-4DE7-90DE-45E97EFC166F}" type="presParOf" srcId="{CF9B41E6-CB66-41A9-96EE-86DC702B4603}" destId="{5E32C18A-D90D-4FF6-AB31-298E56CEE497}" srcOrd="1" destOrd="0" presId="urn:microsoft.com/office/officeart/2008/layout/LinedList"/>
    <dgm:cxn modelId="{BC204E81-25FE-4262-8DD0-18A38B00B396}" type="presParOf" srcId="{5E32C18A-D90D-4FF6-AB31-298E56CEE497}" destId="{9181A504-7327-4ACB-BA93-79AB2A70D632}" srcOrd="0" destOrd="0" presId="urn:microsoft.com/office/officeart/2008/layout/LinedList"/>
    <dgm:cxn modelId="{349A1FDA-A8A7-4C01-A2CA-035361713ABC}" type="presParOf" srcId="{5E32C18A-D90D-4FF6-AB31-298E56CEE497}" destId="{0C8D7262-1419-4DAC-A302-27E28424E0A7}" srcOrd="1" destOrd="0" presId="urn:microsoft.com/office/officeart/2008/layout/LinedList"/>
    <dgm:cxn modelId="{C0F46F9F-60CB-4302-883F-D1D5A3D95714}" type="presParOf" srcId="{0C8D7262-1419-4DAC-A302-27E28424E0A7}" destId="{E3DC96D1-86AB-4134-A43D-EC2C9552523E}" srcOrd="0" destOrd="0" presId="urn:microsoft.com/office/officeart/2008/layout/LinedList"/>
    <dgm:cxn modelId="{1BE8C748-BE42-4CEE-AF5F-9C1A9D94B16C}" type="presParOf" srcId="{0C8D7262-1419-4DAC-A302-27E28424E0A7}" destId="{C4B8FB10-CC46-4564-AFAE-9FF88BA5B91F}" srcOrd="1" destOrd="0" presId="urn:microsoft.com/office/officeart/2008/layout/LinedList"/>
    <dgm:cxn modelId="{3E426161-4027-4322-B075-BE5F2A76C015}" type="presParOf" srcId="{0C8D7262-1419-4DAC-A302-27E28424E0A7}" destId="{97ACCA81-D1D8-4A5F-9B4D-25716E9DB5D6}" srcOrd="2" destOrd="0" presId="urn:microsoft.com/office/officeart/2008/layout/LinedList"/>
    <dgm:cxn modelId="{F1731C5E-081D-433E-87B6-C5861E452087}" type="presParOf" srcId="{5E32C18A-D90D-4FF6-AB31-298E56CEE497}" destId="{4E3668F7-F3AF-460B-90B0-37564E0B22F5}" srcOrd="2" destOrd="0" presId="urn:microsoft.com/office/officeart/2008/layout/LinedList"/>
    <dgm:cxn modelId="{62656CE3-5974-4302-82D6-D9339C3ECE5A}" type="presParOf" srcId="{5E32C18A-D90D-4FF6-AB31-298E56CEE497}" destId="{C9C06998-3856-4B9B-8D6E-DF89959C4A08}" srcOrd="3" destOrd="0" presId="urn:microsoft.com/office/officeart/2008/layout/LinedList"/>
    <dgm:cxn modelId="{60E3C9A6-6172-441B-B33B-BCCC3F835BB5}" type="presParOf" srcId="{5E32C18A-D90D-4FF6-AB31-298E56CEE497}" destId="{C0A5BBD3-9D44-4DAE-BF46-81707D341F75}" srcOrd="4" destOrd="0" presId="urn:microsoft.com/office/officeart/2008/layout/LinedList"/>
    <dgm:cxn modelId="{A69547EF-A899-4A1B-A172-53B05967C446}" type="presParOf" srcId="{C0A5BBD3-9D44-4DAE-BF46-81707D341F75}" destId="{2B9CB409-7333-4D50-9EC0-B6593D93786F}" srcOrd="0" destOrd="0" presId="urn:microsoft.com/office/officeart/2008/layout/LinedList"/>
    <dgm:cxn modelId="{64DA7FAA-12E0-4BB5-910E-45F564659967}" type="presParOf" srcId="{C0A5BBD3-9D44-4DAE-BF46-81707D341F75}" destId="{31FDF98E-B96E-435E-B3E1-8E3639F76BF0}" srcOrd="1" destOrd="0" presId="urn:microsoft.com/office/officeart/2008/layout/LinedList"/>
    <dgm:cxn modelId="{05D77CDB-E86C-4C99-9FC4-F4918180D225}" type="presParOf" srcId="{C0A5BBD3-9D44-4DAE-BF46-81707D341F75}" destId="{634179A2-00B6-4FE8-A600-CFF295002F22}" srcOrd="2" destOrd="0" presId="urn:microsoft.com/office/officeart/2008/layout/LinedList"/>
    <dgm:cxn modelId="{E142F9CF-1E26-4D3A-8F16-E4B7E4402701}" type="presParOf" srcId="{5E32C18A-D90D-4FF6-AB31-298E56CEE497}" destId="{C426EB74-06B5-44F0-9703-50CA224D4114}" srcOrd="5" destOrd="0" presId="urn:microsoft.com/office/officeart/2008/layout/LinedList"/>
    <dgm:cxn modelId="{D4CC9F04-2C07-4385-B7EA-CC7A64BA8BE6}" type="presParOf" srcId="{5E32C18A-D90D-4FF6-AB31-298E56CEE497}" destId="{615C4CFC-6596-49D8-8891-F77BA3E5EFA8}" srcOrd="6" destOrd="0" presId="urn:microsoft.com/office/officeart/2008/layout/LinedList"/>
    <dgm:cxn modelId="{B7ADF6FA-AE25-4A55-A077-03902D7F79FC}" type="presParOf" srcId="{17541262-9819-4E10-8489-E62A2D14EEC9}" destId="{430949C2-D2C6-4165-9E11-3999BDC2FB0B}" srcOrd="6" destOrd="0" presId="urn:microsoft.com/office/officeart/2008/layout/LinedList"/>
    <dgm:cxn modelId="{80A76B9E-FC09-46C1-93D3-C0E741A01C7A}" type="presParOf" srcId="{17541262-9819-4E10-8489-E62A2D14EEC9}" destId="{A2027BD3-E93A-4A5B-880B-3A3A1AB8CB25}" srcOrd="7" destOrd="0" presId="urn:microsoft.com/office/officeart/2008/layout/LinedList"/>
    <dgm:cxn modelId="{28AFC8CD-478E-4817-9061-EB517074C240}" type="presParOf" srcId="{A2027BD3-E93A-4A5B-880B-3A3A1AB8CB25}" destId="{FB6DA0C5-A11F-4D97-9EDF-016BCF095A4A}" srcOrd="0" destOrd="0" presId="urn:microsoft.com/office/officeart/2008/layout/LinedList"/>
    <dgm:cxn modelId="{C876279C-F7D9-4333-ACF9-9C4D63FC2E1F}" type="presParOf" srcId="{A2027BD3-E93A-4A5B-880B-3A3A1AB8CB25}" destId="{B7B5B68E-1CE9-41D3-A9B8-EC1852965D7A}" srcOrd="1" destOrd="0" presId="urn:microsoft.com/office/officeart/2008/layout/LinedList"/>
    <dgm:cxn modelId="{11DBD7AE-C796-4AA7-BBCF-03EFF2C19581}" type="presParOf" srcId="{B7B5B68E-1CE9-41D3-A9B8-EC1852965D7A}" destId="{FE6FC04F-7A69-46F2-ABF8-CE68612BA268}" srcOrd="0" destOrd="0" presId="urn:microsoft.com/office/officeart/2008/layout/LinedList"/>
    <dgm:cxn modelId="{3740C5B6-8C82-4D86-AB3F-D1A6474F2B3F}" type="presParOf" srcId="{B7B5B68E-1CE9-41D3-A9B8-EC1852965D7A}" destId="{338FF06E-3E27-47BA-87B0-16BF4909DC2B}" srcOrd="1" destOrd="0" presId="urn:microsoft.com/office/officeart/2008/layout/LinedList"/>
    <dgm:cxn modelId="{D57EA2E7-BE1D-404A-BB7D-E1BBB39B1FF3}" type="presParOf" srcId="{338FF06E-3E27-47BA-87B0-16BF4909DC2B}" destId="{FB7EC040-B8CC-4121-A56E-49FBC18E710A}" srcOrd="0" destOrd="0" presId="urn:microsoft.com/office/officeart/2008/layout/LinedList"/>
    <dgm:cxn modelId="{8FA9D1C0-E6B1-403D-9FD8-4E63831169B7}" type="presParOf" srcId="{338FF06E-3E27-47BA-87B0-16BF4909DC2B}" destId="{3273FF5A-C79E-44F5-828E-799D2819FE82}" srcOrd="1" destOrd="0" presId="urn:microsoft.com/office/officeart/2008/layout/LinedList"/>
    <dgm:cxn modelId="{F413703B-BEBC-4FF5-9114-B43A9C1FE592}" type="presParOf" srcId="{338FF06E-3E27-47BA-87B0-16BF4909DC2B}" destId="{A0674A40-2C60-4152-A30B-8BAEB15B7F90}" srcOrd="2" destOrd="0" presId="urn:microsoft.com/office/officeart/2008/layout/LinedList"/>
    <dgm:cxn modelId="{853C29F4-9094-4E29-976B-FD3CBE42305A}" type="presParOf" srcId="{B7B5B68E-1CE9-41D3-A9B8-EC1852965D7A}" destId="{80957002-6AF5-40F8-A5F7-87B72EDD7F48}" srcOrd="2" destOrd="0" presId="urn:microsoft.com/office/officeart/2008/layout/LinedList"/>
    <dgm:cxn modelId="{C2B1CA06-8685-4E13-B4B7-6AE162B181F7}" type="presParOf" srcId="{B7B5B68E-1CE9-41D3-A9B8-EC1852965D7A}" destId="{F1A1091D-F97D-4D4E-8339-9615B1C172C6}" srcOrd="3" destOrd="0" presId="urn:microsoft.com/office/officeart/2008/layout/LinedList"/>
    <dgm:cxn modelId="{0C36C2E4-A92A-4420-B6E8-9D54062F0C0F}" type="presParOf" srcId="{17541262-9819-4E10-8489-E62A2D14EEC9}" destId="{358D84AC-9D67-45A1-8B7C-45D05D13D929}" srcOrd="8" destOrd="0" presId="urn:microsoft.com/office/officeart/2008/layout/LinedList"/>
    <dgm:cxn modelId="{3BAB90AB-D6D6-48F4-B4B1-6FDA1A366B1A}" type="presParOf" srcId="{17541262-9819-4E10-8489-E62A2D14EEC9}" destId="{08F4CEC6-ADE4-4D91-A754-174BCF9980DA}" srcOrd="9" destOrd="0" presId="urn:microsoft.com/office/officeart/2008/layout/LinedList"/>
    <dgm:cxn modelId="{2AA4B097-E4F6-450A-AEBB-39C53B47772F}" type="presParOf" srcId="{08F4CEC6-ADE4-4D91-A754-174BCF9980DA}" destId="{FE005E26-ED72-4C9D-A754-1A6799FFE43E}" srcOrd="0" destOrd="0" presId="urn:microsoft.com/office/officeart/2008/layout/LinedList"/>
    <dgm:cxn modelId="{68616E28-D364-49FD-8836-9E04B8B2411D}" type="presParOf" srcId="{08F4CEC6-ADE4-4D91-A754-174BCF9980DA}" destId="{658E9D36-4791-4A85-8A32-4FD667967C8D}" srcOrd="1" destOrd="0" presId="urn:microsoft.com/office/officeart/2008/layout/LinedList"/>
    <dgm:cxn modelId="{B670BB52-CA2B-4E27-ABD0-369D044DD654}" type="presParOf" srcId="{658E9D36-4791-4A85-8A32-4FD667967C8D}" destId="{C4989859-FEA4-4CB6-B553-43B5DAAA067D}" srcOrd="0" destOrd="0" presId="urn:microsoft.com/office/officeart/2008/layout/LinedList"/>
    <dgm:cxn modelId="{6A12FDB6-C9F7-4B5D-9EE0-120E1943B191}" type="presParOf" srcId="{658E9D36-4791-4A85-8A32-4FD667967C8D}" destId="{3EE589B2-F9E9-49C9-BC65-F078E51C94EB}" srcOrd="1" destOrd="0" presId="urn:microsoft.com/office/officeart/2008/layout/LinedList"/>
    <dgm:cxn modelId="{3A2B2028-3645-436C-A684-E23A559D7518}" type="presParOf" srcId="{3EE589B2-F9E9-49C9-BC65-F078E51C94EB}" destId="{BD138CF6-6AE1-4EAD-9ACA-44EE95CC2E3C}" srcOrd="0" destOrd="0" presId="urn:microsoft.com/office/officeart/2008/layout/LinedList"/>
    <dgm:cxn modelId="{51ACCDF7-458A-414A-9F09-F1A5ABAFED21}" type="presParOf" srcId="{3EE589B2-F9E9-49C9-BC65-F078E51C94EB}" destId="{1A77A7E8-F50B-4B70-A54F-DF78F0A1C4AD}" srcOrd="1" destOrd="0" presId="urn:microsoft.com/office/officeart/2008/layout/LinedList"/>
    <dgm:cxn modelId="{B67E6C51-C942-4629-82CB-6893D3DDB935}" type="presParOf" srcId="{3EE589B2-F9E9-49C9-BC65-F078E51C94EB}" destId="{5115DC7C-0886-4053-AAF6-47BBB97DB6C2}" srcOrd="2" destOrd="0" presId="urn:microsoft.com/office/officeart/2008/layout/LinedList"/>
    <dgm:cxn modelId="{C2FD497C-9785-40B3-92B4-0EF18C557638}" type="presParOf" srcId="{658E9D36-4791-4A85-8A32-4FD667967C8D}" destId="{D40E6C99-3784-4C47-871F-8935C3F84DD7}" srcOrd="2" destOrd="0" presId="urn:microsoft.com/office/officeart/2008/layout/LinedList"/>
    <dgm:cxn modelId="{CDFFC695-8FCC-44B9-84CF-15D239DDB14B}" type="presParOf" srcId="{658E9D36-4791-4A85-8A32-4FD667967C8D}" destId="{8EF27404-F3B0-4026-8440-CBE56D4E4BA1}" srcOrd="3" destOrd="0" presId="urn:microsoft.com/office/officeart/2008/layout/LinedList"/>
    <dgm:cxn modelId="{3A7AD04D-AD39-4586-8B4F-DC940977134D}" type="presParOf" srcId="{658E9D36-4791-4A85-8A32-4FD667967C8D}" destId="{F83E5936-380F-4623-A0A1-6992C383A65E}" srcOrd="4" destOrd="0" presId="urn:microsoft.com/office/officeart/2008/layout/LinedList"/>
    <dgm:cxn modelId="{61610A64-C1F6-4A47-A47E-EE846A314C30}" type="presParOf" srcId="{F83E5936-380F-4623-A0A1-6992C383A65E}" destId="{D46810C1-37CE-401D-9E28-437C39EAD511}" srcOrd="0" destOrd="0" presId="urn:microsoft.com/office/officeart/2008/layout/LinedList"/>
    <dgm:cxn modelId="{86B6B05A-3B1A-4A3F-8D6C-EF1D802E46FB}" type="presParOf" srcId="{F83E5936-380F-4623-A0A1-6992C383A65E}" destId="{7C49843B-9650-4F98-8732-2FC3A4210B40}" srcOrd="1" destOrd="0" presId="urn:microsoft.com/office/officeart/2008/layout/LinedList"/>
    <dgm:cxn modelId="{41407F4E-6F6D-41AE-905D-3A74EF876AC0}" type="presParOf" srcId="{F83E5936-380F-4623-A0A1-6992C383A65E}" destId="{17504CB2-569B-459F-864A-981E7DDEE567}" srcOrd="2" destOrd="0" presId="urn:microsoft.com/office/officeart/2008/layout/LinedList"/>
    <dgm:cxn modelId="{798C1F84-8221-46E7-912C-3DF2A2BF737B}" type="presParOf" srcId="{658E9D36-4791-4A85-8A32-4FD667967C8D}" destId="{6924F066-4993-4BF0-9C14-E9E94E262791}" srcOrd="5" destOrd="0" presId="urn:microsoft.com/office/officeart/2008/layout/LinedList"/>
    <dgm:cxn modelId="{20626C95-B577-410E-8DC5-412C514CD775}" type="presParOf" srcId="{658E9D36-4791-4A85-8A32-4FD667967C8D}" destId="{484B687C-9B95-4866-86EA-B2483A72C69A}" srcOrd="6" destOrd="0" presId="urn:microsoft.com/office/officeart/2008/layout/LinedList"/>
    <dgm:cxn modelId="{3E01E6E3-3B5E-4C34-ACA0-9ABA68D17621}" type="presParOf" srcId="{658E9D36-4791-4A85-8A32-4FD667967C8D}" destId="{FFA5AED9-D9D5-49B1-A2B4-E6B8767C6FA4}" srcOrd="7" destOrd="0" presId="urn:microsoft.com/office/officeart/2008/layout/LinedList"/>
    <dgm:cxn modelId="{13F9F619-5845-4FF9-8246-AF2C59520A01}" type="presParOf" srcId="{FFA5AED9-D9D5-49B1-A2B4-E6B8767C6FA4}" destId="{53767CB9-03B7-4CCA-9AEA-6B5A6F18300C}" srcOrd="0" destOrd="0" presId="urn:microsoft.com/office/officeart/2008/layout/LinedList"/>
    <dgm:cxn modelId="{5AEFF7AE-C7C5-4A90-862A-9029E9A374E2}" type="presParOf" srcId="{FFA5AED9-D9D5-49B1-A2B4-E6B8767C6FA4}" destId="{237ABB34-8C59-4CAD-B675-260758FE1A85}" srcOrd="1" destOrd="0" presId="urn:microsoft.com/office/officeart/2008/layout/LinedList"/>
    <dgm:cxn modelId="{FF5A6C79-B56B-4B57-B353-E96D1F405D0D}" type="presParOf" srcId="{FFA5AED9-D9D5-49B1-A2B4-E6B8767C6FA4}" destId="{ED603B46-90AF-4752-B491-49DF0DCA6E37}" srcOrd="2" destOrd="0" presId="urn:microsoft.com/office/officeart/2008/layout/LinedList"/>
    <dgm:cxn modelId="{7C583227-71BB-4F21-AF82-A3784C2CC583}" type="presParOf" srcId="{658E9D36-4791-4A85-8A32-4FD667967C8D}" destId="{FC4E6894-7748-4DF2-98D1-D4A3B0F468F8}" srcOrd="8" destOrd="0" presId="urn:microsoft.com/office/officeart/2008/layout/LinedList"/>
    <dgm:cxn modelId="{629934C0-170A-4D77-9E77-119A2D47A550}" type="presParOf" srcId="{658E9D36-4791-4A85-8A32-4FD667967C8D}" destId="{3E28F4F3-C6B9-49F3-84FA-210BBC3ED5AD}" srcOrd="9" destOrd="0" presId="urn:microsoft.com/office/officeart/2008/layout/LinedList"/>
    <dgm:cxn modelId="{86EDE739-1703-49D6-9F05-904E0A836F1A}" type="presParOf" srcId="{17541262-9819-4E10-8489-E62A2D14EEC9}" destId="{95C6898B-504D-4869-8A8B-BE295411C52C}" srcOrd="10" destOrd="0" presId="urn:microsoft.com/office/officeart/2008/layout/LinedList"/>
    <dgm:cxn modelId="{91F2EE72-3159-45E1-AF90-5FF9BBA21E83}" type="presParOf" srcId="{17541262-9819-4E10-8489-E62A2D14EEC9}" destId="{1B4DD769-B9C8-47B5-B054-7D2D6594CF75}" srcOrd="11" destOrd="0" presId="urn:microsoft.com/office/officeart/2008/layout/LinedList"/>
    <dgm:cxn modelId="{9CC1AB79-D527-40E7-BDE3-FFEDCCB69B7A}" type="presParOf" srcId="{1B4DD769-B9C8-47B5-B054-7D2D6594CF75}" destId="{E479FB4D-DD83-4290-B14B-669EBDE6BD42}" srcOrd="0" destOrd="0" presId="urn:microsoft.com/office/officeart/2008/layout/LinedList"/>
    <dgm:cxn modelId="{3EB02C17-00DD-4DC9-B163-BFC945D23A2C}" type="presParOf" srcId="{1B4DD769-B9C8-47B5-B054-7D2D6594CF75}" destId="{B5FAADF6-A74F-4E47-9774-11FC7034E201}" srcOrd="1" destOrd="0" presId="urn:microsoft.com/office/officeart/2008/layout/LinedList"/>
    <dgm:cxn modelId="{97134679-C053-45EC-938C-2DCE29D1AC42}" type="presParOf" srcId="{B5FAADF6-A74F-4E47-9774-11FC7034E201}" destId="{A36C31A5-91A4-4D07-9E6B-34F66233C9F5}" srcOrd="0" destOrd="0" presId="urn:microsoft.com/office/officeart/2008/layout/LinedList"/>
    <dgm:cxn modelId="{01773869-6E08-4013-BEE9-D1882E5D50AE}" type="presParOf" srcId="{B5FAADF6-A74F-4E47-9774-11FC7034E201}" destId="{DD1DD9BC-8524-4E62-AA31-FC7414AA0813}" srcOrd="1" destOrd="0" presId="urn:microsoft.com/office/officeart/2008/layout/LinedList"/>
    <dgm:cxn modelId="{DEE23D58-82DE-490B-BC6E-B805ECD52DB2}" type="presParOf" srcId="{DD1DD9BC-8524-4E62-AA31-FC7414AA0813}" destId="{2A1826F5-5C8D-4E14-BC3D-320668460EFF}" srcOrd="0" destOrd="0" presId="urn:microsoft.com/office/officeart/2008/layout/LinedList"/>
    <dgm:cxn modelId="{A901C050-8884-429B-B1A2-D9FBEE2C9E12}" type="presParOf" srcId="{DD1DD9BC-8524-4E62-AA31-FC7414AA0813}" destId="{9705096E-A621-45ED-A1ED-CCE8D0DA7946}" srcOrd="1" destOrd="0" presId="urn:microsoft.com/office/officeart/2008/layout/LinedList"/>
    <dgm:cxn modelId="{F077D4F1-C854-41DB-AB45-208981011A8A}" type="presParOf" srcId="{DD1DD9BC-8524-4E62-AA31-FC7414AA0813}" destId="{4D32227B-8ECA-4175-99C5-9C5CD7A0A74E}" srcOrd="2" destOrd="0" presId="urn:microsoft.com/office/officeart/2008/layout/LinedList"/>
    <dgm:cxn modelId="{1F7BCD67-C8F5-4371-900B-B9E229E0BCE1}" type="presParOf" srcId="{B5FAADF6-A74F-4E47-9774-11FC7034E201}" destId="{D574084E-4E6D-4A2E-B2FE-3DCB91ABAC8A}" srcOrd="2" destOrd="0" presId="urn:microsoft.com/office/officeart/2008/layout/LinedList"/>
    <dgm:cxn modelId="{7BCCA94A-1DF0-45E7-A477-59D840F04599}" type="presParOf" srcId="{B5FAADF6-A74F-4E47-9774-11FC7034E201}" destId="{B73ED3E5-376F-4F4D-8A77-BF7BB3B57DA2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BEF59F2-E517-40BF-B2E2-A154EBF641FF}" type="doc">
      <dgm:prSet loTypeId="urn:microsoft.com/office/officeart/2005/8/layout/hProcess9" loCatId="process" qsTypeId="urn:microsoft.com/office/officeart/2005/8/quickstyle/3d4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3BB970D4-C137-4465-B3C5-5C86B2CDB9FE}">
      <dgm:prSet/>
      <dgm:spPr/>
      <dgm:t>
        <a:bodyPr/>
        <a:lstStyle/>
        <a:p>
          <a:r>
            <a:rPr lang="en-IN" b="1" dirty="0"/>
            <a:t>Writing the Source Code</a:t>
          </a:r>
          <a:endParaRPr lang="en-IN" dirty="0"/>
        </a:p>
      </dgm:t>
    </dgm:pt>
    <dgm:pt modelId="{D942091C-F2CF-4D01-92DD-4BE1E0688E91}" type="parTrans" cxnId="{9A0A50E4-1CA9-424A-B072-C35EAB5186DC}">
      <dgm:prSet/>
      <dgm:spPr/>
      <dgm:t>
        <a:bodyPr/>
        <a:lstStyle/>
        <a:p>
          <a:endParaRPr lang="en-IN"/>
        </a:p>
      </dgm:t>
    </dgm:pt>
    <dgm:pt modelId="{558B219E-0315-4E2F-9085-418F09BA4C12}" type="sibTrans" cxnId="{9A0A50E4-1CA9-424A-B072-C35EAB5186DC}">
      <dgm:prSet/>
      <dgm:spPr/>
      <dgm:t>
        <a:bodyPr/>
        <a:lstStyle/>
        <a:p>
          <a:endParaRPr lang="en-IN"/>
        </a:p>
      </dgm:t>
    </dgm:pt>
    <dgm:pt modelId="{63C97025-FA78-4301-9E7B-C15C7FBAE53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.CPP File</a:t>
          </a:r>
        </a:p>
      </dgm:t>
    </dgm:pt>
    <dgm:pt modelId="{E3A6869F-DA37-4384-ADD8-22894A056426}" type="parTrans" cxnId="{CE318A42-C49D-43FA-B586-0C08F09AC103}">
      <dgm:prSet/>
      <dgm:spPr/>
      <dgm:t>
        <a:bodyPr/>
        <a:lstStyle/>
        <a:p>
          <a:endParaRPr lang="en-IN"/>
        </a:p>
      </dgm:t>
    </dgm:pt>
    <dgm:pt modelId="{0B8E2958-7F5E-40B8-9FED-F40A2D293CAE}" type="sibTrans" cxnId="{CE318A42-C49D-43FA-B586-0C08F09AC103}">
      <dgm:prSet/>
      <dgm:spPr/>
      <dgm:t>
        <a:bodyPr/>
        <a:lstStyle/>
        <a:p>
          <a:endParaRPr lang="en-IN"/>
        </a:p>
      </dgm:t>
    </dgm:pt>
    <dgm:pt modelId="{B17FD2CB-1DC2-4735-9547-7C2BE0941F20}">
      <dgm:prSet/>
      <dgm:spPr/>
      <dgm:t>
        <a:bodyPr/>
        <a:lstStyle/>
        <a:p>
          <a:r>
            <a:rPr lang="en-IN" b="1" dirty="0"/>
            <a:t>Preprocessing</a:t>
          </a:r>
          <a:endParaRPr lang="en-IN" dirty="0"/>
        </a:p>
      </dgm:t>
    </dgm:pt>
    <dgm:pt modelId="{7608D7D8-0708-449B-820B-ED8517235CA5}" type="parTrans" cxnId="{0479B5A4-C184-427C-B079-50D3EDE6254E}">
      <dgm:prSet/>
      <dgm:spPr/>
      <dgm:t>
        <a:bodyPr/>
        <a:lstStyle/>
        <a:p>
          <a:endParaRPr lang="en-IN"/>
        </a:p>
      </dgm:t>
    </dgm:pt>
    <dgm:pt modelId="{E77D2583-B548-48D9-9AB5-133CB37B6CD2}" type="sibTrans" cxnId="{0479B5A4-C184-427C-B079-50D3EDE6254E}">
      <dgm:prSet/>
      <dgm:spPr/>
      <dgm:t>
        <a:bodyPr/>
        <a:lstStyle/>
        <a:p>
          <a:endParaRPr lang="en-IN"/>
        </a:p>
      </dgm:t>
    </dgm:pt>
    <dgm:pt modelId="{8124C793-017B-4D35-ADDD-7B89072F4AC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The preprocessor expands macros, includes header files, and removes comments.</a:t>
          </a:r>
        </a:p>
      </dgm:t>
    </dgm:pt>
    <dgm:pt modelId="{DFD49C9B-8377-494A-BBFF-A1A428E97176}" type="parTrans" cxnId="{6EC15AD4-91D4-4F83-992B-40A7FC20FACC}">
      <dgm:prSet/>
      <dgm:spPr/>
      <dgm:t>
        <a:bodyPr/>
        <a:lstStyle/>
        <a:p>
          <a:endParaRPr lang="en-IN"/>
        </a:p>
      </dgm:t>
    </dgm:pt>
    <dgm:pt modelId="{72F3EB06-1E1F-4E3C-B9BB-11C1B4861B68}" type="sibTrans" cxnId="{6EC15AD4-91D4-4F83-992B-40A7FC20FACC}">
      <dgm:prSet/>
      <dgm:spPr/>
      <dgm:t>
        <a:bodyPr/>
        <a:lstStyle/>
        <a:p>
          <a:endParaRPr lang="en-IN"/>
        </a:p>
      </dgm:t>
    </dgm:pt>
    <dgm:pt modelId="{F668581A-B941-4CED-8788-B95BB01A7F83}">
      <dgm:prSet/>
      <dgm:spPr/>
      <dgm:t>
        <a:bodyPr/>
        <a:lstStyle/>
        <a:p>
          <a:r>
            <a:rPr lang="en-IN" b="1" dirty="0"/>
            <a:t>Compilation</a:t>
          </a:r>
          <a:endParaRPr lang="en-IN" dirty="0"/>
        </a:p>
      </dgm:t>
    </dgm:pt>
    <dgm:pt modelId="{4636E0F1-A7E4-4B44-B15F-BAB4AE7D46EF}" type="parTrans" cxnId="{AD155AA6-830C-4F35-9E83-3763894E2D95}">
      <dgm:prSet/>
      <dgm:spPr/>
      <dgm:t>
        <a:bodyPr/>
        <a:lstStyle/>
        <a:p>
          <a:endParaRPr lang="en-IN"/>
        </a:p>
      </dgm:t>
    </dgm:pt>
    <dgm:pt modelId="{353E01E3-2DFF-4230-A326-448C3F50E968}" type="sibTrans" cxnId="{AD155AA6-830C-4F35-9E83-3763894E2D95}">
      <dgm:prSet/>
      <dgm:spPr/>
      <dgm:t>
        <a:bodyPr/>
        <a:lstStyle/>
        <a:p>
          <a:endParaRPr lang="en-IN"/>
        </a:p>
      </dgm:t>
    </dgm:pt>
    <dgm:pt modelId="{73DE7688-BC31-4441-A9C1-1ED3B4D6D1F2}">
      <dgm:prSet/>
      <dgm:spPr/>
      <dgm:t>
        <a:bodyPr/>
        <a:lstStyle/>
        <a:p>
          <a:r>
            <a:rPr lang="en-IN" b="1" dirty="0"/>
            <a:t>Assembly</a:t>
          </a:r>
          <a:endParaRPr lang="en-IN" dirty="0"/>
        </a:p>
      </dgm:t>
    </dgm:pt>
    <dgm:pt modelId="{B17F31DA-8CD8-4581-B635-C79831677E47}" type="parTrans" cxnId="{5A4C688B-C792-4AD7-B9EB-937D4641DCA4}">
      <dgm:prSet/>
      <dgm:spPr/>
      <dgm:t>
        <a:bodyPr/>
        <a:lstStyle/>
        <a:p>
          <a:endParaRPr lang="en-IN"/>
        </a:p>
      </dgm:t>
    </dgm:pt>
    <dgm:pt modelId="{9FE2C8EA-5AD4-4AAD-9C52-A57ABC3F4784}" type="sibTrans" cxnId="{5A4C688B-C792-4AD7-B9EB-937D4641DCA4}">
      <dgm:prSet/>
      <dgm:spPr/>
      <dgm:t>
        <a:bodyPr/>
        <a:lstStyle/>
        <a:p>
          <a:endParaRPr lang="en-IN"/>
        </a:p>
      </dgm:t>
    </dgm:pt>
    <dgm:pt modelId="{76DBD5B1-F51B-4682-B251-AEB6788A213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The assembler converts assembly code into machine code (binary).</a:t>
          </a:r>
        </a:p>
      </dgm:t>
    </dgm:pt>
    <dgm:pt modelId="{7265FD4C-BDE3-4326-B1E3-52E927707F45}" type="parTrans" cxnId="{75D88C49-7F93-4433-B712-F7CAFCF7F299}">
      <dgm:prSet/>
      <dgm:spPr/>
      <dgm:t>
        <a:bodyPr/>
        <a:lstStyle/>
        <a:p>
          <a:endParaRPr lang="en-IN"/>
        </a:p>
      </dgm:t>
    </dgm:pt>
    <dgm:pt modelId="{9B2A1C29-EB6A-4BAD-9F0F-10BF9128AF66}" type="sibTrans" cxnId="{75D88C49-7F93-4433-B712-F7CAFCF7F299}">
      <dgm:prSet/>
      <dgm:spPr/>
      <dgm:t>
        <a:bodyPr/>
        <a:lstStyle/>
        <a:p>
          <a:endParaRPr lang="en-IN"/>
        </a:p>
      </dgm:t>
    </dgm:pt>
    <dgm:pt modelId="{35EA31B9-D2D5-4D1C-B68B-4A1F397B98F5}">
      <dgm:prSet/>
      <dgm:spPr/>
      <dgm:t>
        <a:bodyPr/>
        <a:lstStyle/>
        <a:p>
          <a:r>
            <a:rPr lang="en-US" b="1" dirty="0"/>
            <a:t>Linking</a:t>
          </a:r>
          <a:endParaRPr lang="en-US" dirty="0"/>
        </a:p>
      </dgm:t>
    </dgm:pt>
    <dgm:pt modelId="{9BDB1FB6-F86F-4E81-9D5F-2156E6CF6D75}" type="parTrans" cxnId="{74B50DDF-36EF-4670-AD4E-8B39D24B1FDF}">
      <dgm:prSet/>
      <dgm:spPr/>
      <dgm:t>
        <a:bodyPr/>
        <a:lstStyle/>
        <a:p>
          <a:endParaRPr lang="en-IN"/>
        </a:p>
      </dgm:t>
    </dgm:pt>
    <dgm:pt modelId="{A4D79E04-F623-428E-BBD7-3D01C2EF4767}" type="sibTrans" cxnId="{74B50DDF-36EF-4670-AD4E-8B39D24B1FDF}">
      <dgm:prSet/>
      <dgm:spPr/>
      <dgm:t>
        <a:bodyPr/>
        <a:lstStyle/>
        <a:p>
          <a:endParaRPr lang="en-IN"/>
        </a:p>
      </dgm:t>
    </dgm:pt>
    <dgm:pt modelId="{2A385BEE-8F5C-46B1-B4AC-E69CB7D4004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The linker combines object files and libraries to generate the final executable.</a:t>
          </a:r>
        </a:p>
      </dgm:t>
    </dgm:pt>
    <dgm:pt modelId="{746211D9-C0A3-43D2-B94A-D1D0292FBD43}" type="parTrans" cxnId="{B988B114-8B86-4333-B6A9-30F6125500CB}">
      <dgm:prSet/>
      <dgm:spPr/>
      <dgm:t>
        <a:bodyPr/>
        <a:lstStyle/>
        <a:p>
          <a:endParaRPr lang="en-IN"/>
        </a:p>
      </dgm:t>
    </dgm:pt>
    <dgm:pt modelId="{887305D3-8356-4A63-B866-9CE1393797C6}" type="sibTrans" cxnId="{B988B114-8B86-4333-B6A9-30F6125500CB}">
      <dgm:prSet/>
      <dgm:spPr/>
      <dgm:t>
        <a:bodyPr/>
        <a:lstStyle/>
        <a:p>
          <a:endParaRPr lang="en-IN"/>
        </a:p>
      </dgm:t>
    </dgm:pt>
    <dgm:pt modelId="{2934FDDD-AB2F-4E16-A0EB-3092C92206E6}">
      <dgm:prSet/>
      <dgm:spPr/>
      <dgm:t>
        <a:bodyPr/>
        <a:lstStyle/>
        <a:p>
          <a:r>
            <a:rPr lang="en-US" b="1" dirty="0"/>
            <a:t>Loading</a:t>
          </a:r>
          <a:endParaRPr lang="en-US" dirty="0"/>
        </a:p>
      </dgm:t>
    </dgm:pt>
    <dgm:pt modelId="{8CB10E3C-B750-421D-8F97-6D8E3F0CCEC9}" type="parTrans" cxnId="{89B5B56A-22A4-4AC3-BEDF-22526976A9A5}">
      <dgm:prSet/>
      <dgm:spPr/>
      <dgm:t>
        <a:bodyPr/>
        <a:lstStyle/>
        <a:p>
          <a:endParaRPr lang="en-IN"/>
        </a:p>
      </dgm:t>
    </dgm:pt>
    <dgm:pt modelId="{DB5563D6-5987-44EB-A036-015797C7AE8E}" type="sibTrans" cxnId="{89B5B56A-22A4-4AC3-BEDF-22526976A9A5}">
      <dgm:prSet/>
      <dgm:spPr/>
      <dgm:t>
        <a:bodyPr/>
        <a:lstStyle/>
        <a:p>
          <a:endParaRPr lang="en-IN"/>
        </a:p>
      </dgm:t>
    </dgm:pt>
    <dgm:pt modelId="{BE1656EC-0B6F-4FC5-9C07-02B9DD7D543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The OS loads the executable into memory and prepares it for execution.</a:t>
          </a:r>
        </a:p>
      </dgm:t>
    </dgm:pt>
    <dgm:pt modelId="{D553591D-75AD-4855-9B86-53071438E6F7}" type="parTrans" cxnId="{7F8F276F-4650-491D-9F2E-392FB4327B4A}">
      <dgm:prSet/>
      <dgm:spPr/>
      <dgm:t>
        <a:bodyPr/>
        <a:lstStyle/>
        <a:p>
          <a:endParaRPr lang="en-IN"/>
        </a:p>
      </dgm:t>
    </dgm:pt>
    <dgm:pt modelId="{175FD20E-290C-4329-AEF3-83012417FFF5}" type="sibTrans" cxnId="{7F8F276F-4650-491D-9F2E-392FB4327B4A}">
      <dgm:prSet/>
      <dgm:spPr/>
      <dgm:t>
        <a:bodyPr/>
        <a:lstStyle/>
        <a:p>
          <a:endParaRPr lang="en-IN"/>
        </a:p>
      </dgm:t>
    </dgm:pt>
    <dgm:pt modelId="{0D778686-89DC-4E6D-BF94-E95902E104DF}">
      <dgm:prSet/>
      <dgm:spPr/>
      <dgm:t>
        <a:bodyPr/>
        <a:lstStyle/>
        <a:p>
          <a:r>
            <a:rPr lang="en-IN" b="1" dirty="0"/>
            <a:t>Execution</a:t>
          </a:r>
          <a:endParaRPr lang="en-IN" dirty="0"/>
        </a:p>
      </dgm:t>
    </dgm:pt>
    <dgm:pt modelId="{48FCFD80-3A4B-4559-B2D3-8BA25573D37F}" type="parTrans" cxnId="{F0B000FB-E26F-48C8-9DC6-55B475604C88}">
      <dgm:prSet/>
      <dgm:spPr/>
      <dgm:t>
        <a:bodyPr/>
        <a:lstStyle/>
        <a:p>
          <a:endParaRPr lang="en-IN"/>
        </a:p>
      </dgm:t>
    </dgm:pt>
    <dgm:pt modelId="{C822606E-9A86-41B3-ACAE-EC7D0726B1FE}" type="sibTrans" cxnId="{F0B000FB-E26F-48C8-9DC6-55B475604C88}">
      <dgm:prSet/>
      <dgm:spPr/>
      <dgm:t>
        <a:bodyPr/>
        <a:lstStyle/>
        <a:p>
          <a:endParaRPr lang="en-IN"/>
        </a:p>
      </dgm:t>
    </dgm:pt>
    <dgm:pt modelId="{447BC2DC-8B2C-456F-8AA4-A3FEA106305D}">
      <dgm:prSet/>
      <dgm:spPr/>
      <dgm:t>
        <a:bodyPr/>
        <a:lstStyle/>
        <a:p>
          <a:r>
            <a:rPr lang="en-IN" b="1" dirty="0"/>
            <a:t>Program Termination</a:t>
          </a:r>
          <a:endParaRPr lang="en-IN" dirty="0"/>
        </a:p>
      </dgm:t>
    </dgm:pt>
    <dgm:pt modelId="{AC06E6C9-5C4E-4D02-A9E2-2EFD76A20A52}" type="parTrans" cxnId="{836ECE00-13C7-4238-9038-4067E81A2AB9}">
      <dgm:prSet/>
      <dgm:spPr/>
      <dgm:t>
        <a:bodyPr/>
        <a:lstStyle/>
        <a:p>
          <a:endParaRPr lang="en-IN"/>
        </a:p>
      </dgm:t>
    </dgm:pt>
    <dgm:pt modelId="{D627B430-A94F-4997-8F08-75A60D547BAF}" type="sibTrans" cxnId="{836ECE00-13C7-4238-9038-4067E81A2AB9}">
      <dgm:prSet/>
      <dgm:spPr/>
      <dgm:t>
        <a:bodyPr/>
        <a:lstStyle/>
        <a:p>
          <a:endParaRPr lang="en-IN"/>
        </a:p>
      </dgm:t>
    </dgm:pt>
    <dgm:pt modelId="{3CF1D586-399C-49EB-95EE-A8257EA544F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The program finishes execution, and memory is deallocated.</a:t>
          </a:r>
        </a:p>
      </dgm:t>
    </dgm:pt>
    <dgm:pt modelId="{9378DA5A-F908-413B-94B7-0DDC153001E9}" type="parTrans" cxnId="{0222C780-DD6F-4EDA-BFA4-D20EC3A22C50}">
      <dgm:prSet/>
      <dgm:spPr/>
      <dgm:t>
        <a:bodyPr/>
        <a:lstStyle/>
        <a:p>
          <a:endParaRPr lang="en-IN"/>
        </a:p>
      </dgm:t>
    </dgm:pt>
    <dgm:pt modelId="{0F0643E6-0B70-4D71-8DA9-472D6A25A005}" type="sibTrans" cxnId="{0222C780-DD6F-4EDA-BFA4-D20EC3A22C50}">
      <dgm:prSet/>
      <dgm:spPr/>
      <dgm:t>
        <a:bodyPr/>
        <a:lstStyle/>
        <a:p>
          <a:endParaRPr lang="en-IN"/>
        </a:p>
      </dgm:t>
    </dgm:pt>
    <dgm:pt modelId="{71568624-136E-4DC9-94AE-60563D7C39F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The programmer writes a PPC program and saves it with a .</a:t>
          </a:r>
          <a:r>
            <a:rPr lang="en-US" dirty="0" err="1"/>
            <a:t>cpp</a:t>
          </a:r>
          <a:r>
            <a:rPr lang="en-US" dirty="0"/>
            <a:t> extension.</a:t>
          </a:r>
        </a:p>
      </dgm:t>
    </dgm:pt>
    <dgm:pt modelId="{07D97EF9-C179-4F68-B511-4C7877A87672}" type="parTrans" cxnId="{15176E00-59D4-468C-85D0-808C94258804}">
      <dgm:prSet/>
      <dgm:spPr/>
      <dgm:t>
        <a:bodyPr/>
        <a:lstStyle/>
        <a:p>
          <a:endParaRPr lang="en-IN"/>
        </a:p>
      </dgm:t>
    </dgm:pt>
    <dgm:pt modelId="{A0387C20-DEBA-4B3C-9FB3-9CA4D2C6CFC0}" type="sibTrans" cxnId="{15176E00-59D4-468C-85D0-808C94258804}">
      <dgm:prSet/>
      <dgm:spPr/>
      <dgm:t>
        <a:bodyPr/>
        <a:lstStyle/>
        <a:p>
          <a:endParaRPr lang="en-IN"/>
        </a:p>
      </dgm:t>
    </dgm:pt>
    <dgm:pt modelId="{09C19EDA-4E86-4F4E-A83D-EB0C3A10FF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dirty="0"/>
            <a:t>.</a:t>
          </a:r>
          <a:r>
            <a:rPr lang="en-US" b="1" dirty="0" err="1"/>
            <a:t>i</a:t>
          </a:r>
          <a:r>
            <a:rPr lang="en-US" b="1" dirty="0"/>
            <a:t> File</a:t>
          </a:r>
        </a:p>
      </dgm:t>
    </dgm:pt>
    <dgm:pt modelId="{0FC2AA1F-9B1A-4F1C-9101-0F1BF0A59B09}" type="parTrans" cxnId="{3EDDA9C8-CB9F-4789-B93E-C9A807A0B04D}">
      <dgm:prSet/>
      <dgm:spPr/>
      <dgm:t>
        <a:bodyPr/>
        <a:lstStyle/>
        <a:p>
          <a:endParaRPr lang="en-IN"/>
        </a:p>
      </dgm:t>
    </dgm:pt>
    <dgm:pt modelId="{31F0103F-F941-4A58-9968-75364057E032}" type="sibTrans" cxnId="{3EDDA9C8-CB9F-4789-B93E-C9A807A0B04D}">
      <dgm:prSet/>
      <dgm:spPr/>
      <dgm:t>
        <a:bodyPr/>
        <a:lstStyle/>
        <a:p>
          <a:endParaRPr lang="en-IN"/>
        </a:p>
      </dgm:t>
    </dgm:pt>
    <dgm:pt modelId="{7C2138FE-884D-4E45-BD21-4D14D74ADEC9}">
      <dgm:prSet/>
      <dgm:spPr/>
      <dgm:t>
        <a:bodyPr/>
        <a:lstStyle/>
        <a:p>
          <a:r>
            <a:rPr lang="en-IN" b="1" dirty="0"/>
            <a:t>.s File</a:t>
          </a:r>
          <a:endParaRPr lang="en-IN" dirty="0"/>
        </a:p>
      </dgm:t>
    </dgm:pt>
    <dgm:pt modelId="{56494643-B583-4AC6-9881-33BA2C69FF8B}" type="parTrans" cxnId="{99B1143F-3810-4ACF-87E5-D37E406C9965}">
      <dgm:prSet/>
      <dgm:spPr/>
      <dgm:t>
        <a:bodyPr/>
        <a:lstStyle/>
        <a:p>
          <a:endParaRPr lang="en-IN"/>
        </a:p>
      </dgm:t>
    </dgm:pt>
    <dgm:pt modelId="{BD4B0DD8-540E-43D3-B350-4D8A1283220F}" type="sibTrans" cxnId="{99B1143F-3810-4ACF-87E5-D37E406C9965}">
      <dgm:prSet/>
      <dgm:spPr/>
      <dgm:t>
        <a:bodyPr/>
        <a:lstStyle/>
        <a:p>
          <a:endParaRPr lang="en-IN"/>
        </a:p>
      </dgm:t>
    </dgm:pt>
    <dgm:pt modelId="{AECB943A-49AD-4526-A417-6892B5A54401}">
      <dgm:prSet/>
      <dgm:spPr/>
      <dgm:t>
        <a:bodyPr/>
        <a:lstStyle/>
        <a:p>
          <a:r>
            <a:rPr lang="en-US"/>
            <a:t>The compiler translates preprocessed code into assembly language.</a:t>
          </a:r>
          <a:endParaRPr lang="en-IN" dirty="0"/>
        </a:p>
      </dgm:t>
    </dgm:pt>
    <dgm:pt modelId="{905B580C-AC50-4AAD-A393-001F94408A4E}" type="parTrans" cxnId="{75AA8952-7558-4DFD-AEB3-D9016DCAFEE2}">
      <dgm:prSet/>
      <dgm:spPr/>
      <dgm:t>
        <a:bodyPr/>
        <a:lstStyle/>
        <a:p>
          <a:endParaRPr lang="en-IN"/>
        </a:p>
      </dgm:t>
    </dgm:pt>
    <dgm:pt modelId="{EF75B4D0-DE1F-43CC-83BC-968F2F301A61}" type="sibTrans" cxnId="{75AA8952-7558-4DFD-AEB3-D9016DCAFEE2}">
      <dgm:prSet/>
      <dgm:spPr/>
      <dgm:t>
        <a:bodyPr/>
        <a:lstStyle/>
        <a:p>
          <a:endParaRPr lang="en-IN"/>
        </a:p>
      </dgm:t>
    </dgm:pt>
    <dgm:pt modelId="{A9EC360E-32D0-486F-AD66-56BF34D0ED97}">
      <dgm:prSet/>
      <dgm:spPr/>
      <dgm:t>
        <a:bodyPr/>
        <a:lstStyle/>
        <a:p>
          <a:r>
            <a:rPr lang="en-US" b="0" dirty="0"/>
            <a:t>optional based on compiler</a:t>
          </a:r>
        </a:p>
      </dgm:t>
    </dgm:pt>
    <dgm:pt modelId="{33DB4C70-2F42-4DD4-A377-05BA23E7F412}" type="parTrans" cxnId="{01954C8E-B112-44E9-8EDC-9AFDD29BCD1B}">
      <dgm:prSet/>
      <dgm:spPr/>
      <dgm:t>
        <a:bodyPr/>
        <a:lstStyle/>
        <a:p>
          <a:endParaRPr lang="en-IN"/>
        </a:p>
      </dgm:t>
    </dgm:pt>
    <dgm:pt modelId="{B9578A45-65A7-4F7A-A358-A6717D914425}" type="sibTrans" cxnId="{01954C8E-B112-44E9-8EDC-9AFDD29BCD1B}">
      <dgm:prSet/>
      <dgm:spPr/>
      <dgm:t>
        <a:bodyPr/>
        <a:lstStyle/>
        <a:p>
          <a:endParaRPr lang="en-IN"/>
        </a:p>
      </dgm:t>
    </dgm:pt>
    <dgm:pt modelId="{FA4C1AB1-BC5E-40FC-B001-2A5E5D39418E}">
      <dgm:prSet/>
      <dgm:spPr/>
      <dgm:t>
        <a:bodyPr/>
        <a:lstStyle/>
        <a:p>
          <a:r>
            <a:rPr lang="en-IN" b="1" dirty="0"/>
            <a:t>.o or .</a:t>
          </a:r>
          <a:r>
            <a:rPr lang="en-IN" b="1" dirty="0" err="1"/>
            <a:t>obj</a:t>
          </a:r>
          <a:r>
            <a:rPr lang="en-IN" b="1" dirty="0"/>
            <a:t> File</a:t>
          </a:r>
          <a:endParaRPr lang="en-IN" dirty="0"/>
        </a:p>
      </dgm:t>
    </dgm:pt>
    <dgm:pt modelId="{F4918FFC-9167-4113-90BC-3F92883187EC}" type="parTrans" cxnId="{EECFF3FF-2A0A-4EE2-8641-8B986145FAD6}">
      <dgm:prSet/>
      <dgm:spPr/>
      <dgm:t>
        <a:bodyPr/>
        <a:lstStyle/>
        <a:p>
          <a:endParaRPr lang="en-IN"/>
        </a:p>
      </dgm:t>
    </dgm:pt>
    <dgm:pt modelId="{7DF22F04-9988-4DAC-BDD8-7F368803C17B}" type="sibTrans" cxnId="{EECFF3FF-2A0A-4EE2-8641-8B986145FAD6}">
      <dgm:prSet/>
      <dgm:spPr/>
      <dgm:t>
        <a:bodyPr/>
        <a:lstStyle/>
        <a:p>
          <a:endParaRPr lang="en-IN"/>
        </a:p>
      </dgm:t>
    </dgm:pt>
    <dgm:pt modelId="{47F2CA92-4DDC-4DA4-91EC-C4009B6B8FC7}">
      <dgm:prSet/>
      <dgm:spPr/>
      <dgm:t>
        <a:bodyPr/>
        <a:lstStyle/>
        <a:p>
          <a:r>
            <a:rPr lang="en-US" b="1" dirty="0"/>
            <a:t>.exe</a:t>
          </a:r>
          <a:endParaRPr lang="en-US" dirty="0"/>
        </a:p>
      </dgm:t>
    </dgm:pt>
    <dgm:pt modelId="{C27BD768-F8B2-4DAD-8551-49AF2421E525}" type="parTrans" cxnId="{640ADF3F-2E98-442C-94B1-640BFF18D28D}">
      <dgm:prSet/>
      <dgm:spPr/>
      <dgm:t>
        <a:bodyPr/>
        <a:lstStyle/>
        <a:p>
          <a:endParaRPr lang="en-IN"/>
        </a:p>
      </dgm:t>
    </dgm:pt>
    <dgm:pt modelId="{C8341989-7E8B-458E-B1DD-68AB5E1A70E1}" type="sibTrans" cxnId="{640ADF3F-2E98-442C-94B1-640BFF18D28D}">
      <dgm:prSet/>
      <dgm:spPr/>
      <dgm:t>
        <a:bodyPr/>
        <a:lstStyle/>
        <a:p>
          <a:endParaRPr lang="en-IN"/>
        </a:p>
      </dgm:t>
    </dgm:pt>
    <dgm:pt modelId="{ABFDC966-213B-4492-A27A-A1396DFFF998}">
      <dgm:prSet/>
      <dgm:spPr/>
      <dgm:t>
        <a:bodyPr/>
        <a:lstStyle/>
        <a:p>
          <a:r>
            <a:rPr lang="en-US" b="1" dirty="0"/>
            <a:t>Program Loaded into RAM</a:t>
          </a:r>
          <a:endParaRPr lang="en-US" dirty="0"/>
        </a:p>
      </dgm:t>
    </dgm:pt>
    <dgm:pt modelId="{C6F47D45-CFA3-4D80-B6B1-164D2AAE4743}" type="parTrans" cxnId="{335FBA0A-C5D6-47A0-82FE-6D7A5C0EFDAD}">
      <dgm:prSet/>
      <dgm:spPr/>
      <dgm:t>
        <a:bodyPr/>
        <a:lstStyle/>
        <a:p>
          <a:endParaRPr lang="en-IN"/>
        </a:p>
      </dgm:t>
    </dgm:pt>
    <dgm:pt modelId="{732F23DD-3CB1-4CBD-9ED9-EC88B254F095}" type="sibTrans" cxnId="{335FBA0A-C5D6-47A0-82FE-6D7A5C0EFDAD}">
      <dgm:prSet/>
      <dgm:spPr/>
      <dgm:t>
        <a:bodyPr/>
        <a:lstStyle/>
        <a:p>
          <a:endParaRPr lang="en-IN"/>
        </a:p>
      </dgm:t>
    </dgm:pt>
    <dgm:pt modelId="{8F8009BC-CD96-4C57-B5EE-73C8BE789A57}">
      <dgm:prSet/>
      <dgm:spPr/>
      <dgm:t>
        <a:bodyPr/>
        <a:lstStyle/>
        <a:p>
          <a:r>
            <a:rPr lang="en-US" dirty="0"/>
            <a:t>The CPU runs the program, executing instructions as per logic.</a:t>
          </a:r>
          <a:endParaRPr lang="en-IN" dirty="0"/>
        </a:p>
      </dgm:t>
    </dgm:pt>
    <dgm:pt modelId="{A3DEF3B0-B3D6-4700-8EDA-6BBE571B61CF}" type="parTrans" cxnId="{830EA592-8A4E-4D51-A46D-1EB8AFB13687}">
      <dgm:prSet/>
      <dgm:spPr/>
      <dgm:t>
        <a:bodyPr/>
        <a:lstStyle/>
        <a:p>
          <a:endParaRPr lang="en-IN"/>
        </a:p>
      </dgm:t>
    </dgm:pt>
    <dgm:pt modelId="{5C71E01A-FBC2-4534-91B5-60C88B96F358}" type="sibTrans" cxnId="{830EA592-8A4E-4D51-A46D-1EB8AFB13687}">
      <dgm:prSet/>
      <dgm:spPr/>
      <dgm:t>
        <a:bodyPr/>
        <a:lstStyle/>
        <a:p>
          <a:endParaRPr lang="en-IN"/>
        </a:p>
      </dgm:t>
    </dgm:pt>
    <dgm:pt modelId="{32C8BE4E-9132-400F-9370-8C3EB85B581A}" type="pres">
      <dgm:prSet presAssocID="{6BEF59F2-E517-40BF-B2E2-A154EBF641FF}" presName="CompostProcess" presStyleCnt="0">
        <dgm:presLayoutVars>
          <dgm:dir/>
          <dgm:resizeHandles val="exact"/>
        </dgm:presLayoutVars>
      </dgm:prSet>
      <dgm:spPr/>
    </dgm:pt>
    <dgm:pt modelId="{77C1AF48-F65A-4E8F-8506-B86A95D6DCA6}" type="pres">
      <dgm:prSet presAssocID="{6BEF59F2-E517-40BF-B2E2-A154EBF641FF}" presName="arrow" presStyleLbl="bgShp" presStyleIdx="0" presStyleCnt="1" custScaleX="116978"/>
      <dgm:spPr/>
    </dgm:pt>
    <dgm:pt modelId="{BEF17CCB-6487-4448-B0B5-017500885120}" type="pres">
      <dgm:prSet presAssocID="{6BEF59F2-E517-40BF-B2E2-A154EBF641FF}" presName="linearProcess" presStyleCnt="0"/>
      <dgm:spPr/>
    </dgm:pt>
    <dgm:pt modelId="{A2D4D7EE-B78A-4523-89A9-AE983054C254}" type="pres">
      <dgm:prSet presAssocID="{3BB970D4-C137-4465-B3C5-5C86B2CDB9FE}" presName="textNode" presStyleLbl="node1" presStyleIdx="0" presStyleCnt="8">
        <dgm:presLayoutVars>
          <dgm:bulletEnabled val="1"/>
        </dgm:presLayoutVars>
      </dgm:prSet>
      <dgm:spPr/>
    </dgm:pt>
    <dgm:pt modelId="{F03CBEC4-CD73-4019-B2CE-BA38FB6A4153}" type="pres">
      <dgm:prSet presAssocID="{558B219E-0315-4E2F-9085-418F09BA4C12}" presName="sibTrans" presStyleCnt="0"/>
      <dgm:spPr/>
    </dgm:pt>
    <dgm:pt modelId="{E0F6F5AC-5A3D-458E-9856-DF41AE1DB466}" type="pres">
      <dgm:prSet presAssocID="{B17FD2CB-1DC2-4735-9547-7C2BE0941F20}" presName="textNode" presStyleLbl="node1" presStyleIdx="1" presStyleCnt="8">
        <dgm:presLayoutVars>
          <dgm:bulletEnabled val="1"/>
        </dgm:presLayoutVars>
      </dgm:prSet>
      <dgm:spPr/>
    </dgm:pt>
    <dgm:pt modelId="{BE0C23EC-05FE-48CF-8587-C26F3BFCB144}" type="pres">
      <dgm:prSet presAssocID="{E77D2583-B548-48D9-9AB5-133CB37B6CD2}" presName="sibTrans" presStyleCnt="0"/>
      <dgm:spPr/>
    </dgm:pt>
    <dgm:pt modelId="{E7510340-AE4E-47FD-9B75-234468B9C498}" type="pres">
      <dgm:prSet presAssocID="{F668581A-B941-4CED-8788-B95BB01A7F83}" presName="textNode" presStyleLbl="node1" presStyleIdx="2" presStyleCnt="8">
        <dgm:presLayoutVars>
          <dgm:bulletEnabled val="1"/>
        </dgm:presLayoutVars>
      </dgm:prSet>
      <dgm:spPr/>
    </dgm:pt>
    <dgm:pt modelId="{7B7B8353-C408-433D-A810-7131FC8A63D9}" type="pres">
      <dgm:prSet presAssocID="{353E01E3-2DFF-4230-A326-448C3F50E968}" presName="sibTrans" presStyleCnt="0"/>
      <dgm:spPr/>
    </dgm:pt>
    <dgm:pt modelId="{E55D8DA8-3EC9-4E70-9DE9-8E949F0C791E}" type="pres">
      <dgm:prSet presAssocID="{73DE7688-BC31-4441-A9C1-1ED3B4D6D1F2}" presName="textNode" presStyleLbl="node1" presStyleIdx="3" presStyleCnt="8">
        <dgm:presLayoutVars>
          <dgm:bulletEnabled val="1"/>
        </dgm:presLayoutVars>
      </dgm:prSet>
      <dgm:spPr/>
    </dgm:pt>
    <dgm:pt modelId="{77F56A8B-956F-4677-83A5-AB04F2AED347}" type="pres">
      <dgm:prSet presAssocID="{9FE2C8EA-5AD4-4AAD-9C52-A57ABC3F4784}" presName="sibTrans" presStyleCnt="0"/>
      <dgm:spPr/>
    </dgm:pt>
    <dgm:pt modelId="{1FDABB34-E90B-49D7-BA5A-8D53960DE33B}" type="pres">
      <dgm:prSet presAssocID="{35EA31B9-D2D5-4D1C-B68B-4A1F397B98F5}" presName="textNode" presStyleLbl="node1" presStyleIdx="4" presStyleCnt="8">
        <dgm:presLayoutVars>
          <dgm:bulletEnabled val="1"/>
        </dgm:presLayoutVars>
      </dgm:prSet>
      <dgm:spPr/>
    </dgm:pt>
    <dgm:pt modelId="{A49AC58B-AABD-4AD6-B4D2-87A1C7B26915}" type="pres">
      <dgm:prSet presAssocID="{A4D79E04-F623-428E-BBD7-3D01C2EF4767}" presName="sibTrans" presStyleCnt="0"/>
      <dgm:spPr/>
    </dgm:pt>
    <dgm:pt modelId="{8304DAFD-DDF7-4AF0-8B1C-1D1300E446F2}" type="pres">
      <dgm:prSet presAssocID="{2934FDDD-AB2F-4E16-A0EB-3092C92206E6}" presName="textNode" presStyleLbl="node1" presStyleIdx="5" presStyleCnt="8">
        <dgm:presLayoutVars>
          <dgm:bulletEnabled val="1"/>
        </dgm:presLayoutVars>
      </dgm:prSet>
      <dgm:spPr/>
    </dgm:pt>
    <dgm:pt modelId="{4B42A196-CFE1-4167-98F6-4C410DCD6E7D}" type="pres">
      <dgm:prSet presAssocID="{DB5563D6-5987-44EB-A036-015797C7AE8E}" presName="sibTrans" presStyleCnt="0"/>
      <dgm:spPr/>
    </dgm:pt>
    <dgm:pt modelId="{7F454995-FCF9-4BF9-BF1C-5465EB6FE3A4}" type="pres">
      <dgm:prSet presAssocID="{0D778686-89DC-4E6D-BF94-E95902E104DF}" presName="textNode" presStyleLbl="node1" presStyleIdx="6" presStyleCnt="8">
        <dgm:presLayoutVars>
          <dgm:bulletEnabled val="1"/>
        </dgm:presLayoutVars>
      </dgm:prSet>
      <dgm:spPr/>
    </dgm:pt>
    <dgm:pt modelId="{A0AC17BD-3D58-47A2-AC36-9EE9EE491625}" type="pres">
      <dgm:prSet presAssocID="{C822606E-9A86-41B3-ACAE-EC7D0726B1FE}" presName="sibTrans" presStyleCnt="0"/>
      <dgm:spPr/>
    </dgm:pt>
    <dgm:pt modelId="{48CAF64A-E61F-42F5-8ACB-92694C91842F}" type="pres">
      <dgm:prSet presAssocID="{447BC2DC-8B2C-456F-8AA4-A3FEA106305D}" presName="textNode" presStyleLbl="node1" presStyleIdx="7" presStyleCnt="8">
        <dgm:presLayoutVars>
          <dgm:bulletEnabled val="1"/>
        </dgm:presLayoutVars>
      </dgm:prSet>
      <dgm:spPr/>
    </dgm:pt>
  </dgm:ptLst>
  <dgm:cxnLst>
    <dgm:cxn modelId="{15176E00-59D4-468C-85D0-808C94258804}" srcId="{3BB970D4-C137-4465-B3C5-5C86B2CDB9FE}" destId="{71568624-136E-4DC9-94AE-60563D7C39F0}" srcOrd="1" destOrd="0" parTransId="{07D97EF9-C179-4F68-B511-4C7877A87672}" sibTransId="{A0387C20-DEBA-4B3C-9FB3-9CA4D2C6CFC0}"/>
    <dgm:cxn modelId="{836ECE00-13C7-4238-9038-4067E81A2AB9}" srcId="{6BEF59F2-E517-40BF-B2E2-A154EBF641FF}" destId="{447BC2DC-8B2C-456F-8AA4-A3FEA106305D}" srcOrd="7" destOrd="0" parTransId="{AC06E6C9-5C4E-4D02-A9E2-2EFD76A20A52}" sibTransId="{D627B430-A94F-4997-8F08-75A60D547BAF}"/>
    <dgm:cxn modelId="{335FBA0A-C5D6-47A0-82FE-6D7A5C0EFDAD}" srcId="{2934FDDD-AB2F-4E16-A0EB-3092C92206E6}" destId="{ABFDC966-213B-4492-A27A-A1396DFFF998}" srcOrd="0" destOrd="0" parTransId="{C6F47D45-CFA3-4D80-B6B1-164D2AAE4743}" sibTransId="{732F23DD-3CB1-4CBD-9ED9-EC88B254F095}"/>
    <dgm:cxn modelId="{4F3EDD0A-520D-46FC-9853-D121E52C6897}" type="presOf" srcId="{63C97025-FA78-4301-9E7B-C15C7FBAE532}" destId="{A2D4D7EE-B78A-4523-89A9-AE983054C254}" srcOrd="0" destOrd="1" presId="urn:microsoft.com/office/officeart/2005/8/layout/hProcess9"/>
    <dgm:cxn modelId="{B988B114-8B86-4333-B6A9-30F6125500CB}" srcId="{35EA31B9-D2D5-4D1C-B68B-4A1F397B98F5}" destId="{2A385BEE-8F5C-46B1-B4AC-E69CB7D40042}" srcOrd="1" destOrd="0" parTransId="{746211D9-C0A3-43D2-B94A-D1D0292FBD43}" sibTransId="{887305D3-8356-4A63-B866-9CE1393797C6}"/>
    <dgm:cxn modelId="{8D91E918-E40E-4804-931E-04A231497673}" type="presOf" srcId="{AECB943A-49AD-4526-A417-6892B5A54401}" destId="{E7510340-AE4E-47FD-9B75-234468B9C498}" srcOrd="0" destOrd="2" presId="urn:microsoft.com/office/officeart/2005/8/layout/hProcess9"/>
    <dgm:cxn modelId="{4B94FC18-67E6-4A72-A1B5-37211763C0D6}" type="presOf" srcId="{F668581A-B941-4CED-8788-B95BB01A7F83}" destId="{E7510340-AE4E-47FD-9B75-234468B9C498}" srcOrd="0" destOrd="0" presId="urn:microsoft.com/office/officeart/2005/8/layout/hProcess9"/>
    <dgm:cxn modelId="{4D24E729-837D-41B2-94B3-53FFD955FAF6}" type="presOf" srcId="{47F2CA92-4DDC-4DA4-91EC-C4009B6B8FC7}" destId="{1FDABB34-E90B-49D7-BA5A-8D53960DE33B}" srcOrd="0" destOrd="1" presId="urn:microsoft.com/office/officeart/2005/8/layout/hProcess9"/>
    <dgm:cxn modelId="{08E3572A-74A6-4801-8A57-27978563A64E}" type="presOf" srcId="{0D778686-89DC-4E6D-BF94-E95902E104DF}" destId="{7F454995-FCF9-4BF9-BF1C-5465EB6FE3A4}" srcOrd="0" destOrd="0" presId="urn:microsoft.com/office/officeart/2005/8/layout/hProcess9"/>
    <dgm:cxn modelId="{E9BAF738-A634-423B-A747-836FC8EE0E1C}" type="presOf" srcId="{ABFDC966-213B-4492-A27A-A1396DFFF998}" destId="{8304DAFD-DDF7-4AF0-8B1C-1D1300E446F2}" srcOrd="0" destOrd="1" presId="urn:microsoft.com/office/officeart/2005/8/layout/hProcess9"/>
    <dgm:cxn modelId="{6154B23E-82FA-48E3-B22B-02DE033CC96F}" type="presOf" srcId="{8F8009BC-CD96-4C57-B5EE-73C8BE789A57}" destId="{7F454995-FCF9-4BF9-BF1C-5465EB6FE3A4}" srcOrd="0" destOrd="1" presId="urn:microsoft.com/office/officeart/2005/8/layout/hProcess9"/>
    <dgm:cxn modelId="{99B1143F-3810-4ACF-87E5-D37E406C9965}" srcId="{F668581A-B941-4CED-8788-B95BB01A7F83}" destId="{7C2138FE-884D-4E45-BD21-4D14D74ADEC9}" srcOrd="0" destOrd="0" parTransId="{56494643-B583-4AC6-9881-33BA2C69FF8B}" sibTransId="{BD4B0DD8-540E-43D3-B350-4D8A1283220F}"/>
    <dgm:cxn modelId="{640ADF3F-2E98-442C-94B1-640BFF18D28D}" srcId="{35EA31B9-D2D5-4D1C-B68B-4A1F397B98F5}" destId="{47F2CA92-4DDC-4DA4-91EC-C4009B6B8FC7}" srcOrd="0" destOrd="0" parTransId="{C27BD768-F8B2-4DAD-8551-49AF2421E525}" sibTransId="{C8341989-7E8B-458E-B1DD-68AB5E1A70E1}"/>
    <dgm:cxn modelId="{D6E7AD5B-06B5-48CB-9A6C-D74C6461B65A}" type="presOf" srcId="{B17FD2CB-1DC2-4735-9547-7C2BE0941F20}" destId="{E0F6F5AC-5A3D-458E-9856-DF41AE1DB466}" srcOrd="0" destOrd="0" presId="urn:microsoft.com/office/officeart/2005/8/layout/hProcess9"/>
    <dgm:cxn modelId="{F3450462-5D58-41F4-B59F-BC2D97922901}" type="presOf" srcId="{447BC2DC-8B2C-456F-8AA4-A3FEA106305D}" destId="{48CAF64A-E61F-42F5-8ACB-92694C91842F}" srcOrd="0" destOrd="0" presId="urn:microsoft.com/office/officeart/2005/8/layout/hProcess9"/>
    <dgm:cxn modelId="{CE318A42-C49D-43FA-B586-0C08F09AC103}" srcId="{3BB970D4-C137-4465-B3C5-5C86B2CDB9FE}" destId="{63C97025-FA78-4301-9E7B-C15C7FBAE532}" srcOrd="0" destOrd="0" parTransId="{E3A6869F-DA37-4384-ADD8-22894A056426}" sibTransId="{0B8E2958-7F5E-40B8-9FED-F40A2D293CAE}"/>
    <dgm:cxn modelId="{75D88C49-7F93-4433-B712-F7CAFCF7F299}" srcId="{73DE7688-BC31-4441-A9C1-1ED3B4D6D1F2}" destId="{76DBD5B1-F51B-4682-B251-AEB6788A213A}" srcOrd="1" destOrd="0" parTransId="{7265FD4C-BDE3-4326-B1E3-52E927707F45}" sibTransId="{9B2A1C29-EB6A-4BAD-9F0F-10BF9128AF66}"/>
    <dgm:cxn modelId="{89B5B56A-22A4-4AC3-BEDF-22526976A9A5}" srcId="{6BEF59F2-E517-40BF-B2E2-A154EBF641FF}" destId="{2934FDDD-AB2F-4E16-A0EB-3092C92206E6}" srcOrd="5" destOrd="0" parTransId="{8CB10E3C-B750-421D-8F97-6D8E3F0CCEC9}" sibTransId="{DB5563D6-5987-44EB-A036-015797C7AE8E}"/>
    <dgm:cxn modelId="{7F8F276F-4650-491D-9F2E-392FB4327B4A}" srcId="{2934FDDD-AB2F-4E16-A0EB-3092C92206E6}" destId="{BE1656EC-0B6F-4FC5-9C07-02B9DD7D5437}" srcOrd="1" destOrd="0" parTransId="{D553591D-75AD-4855-9B86-53071438E6F7}" sibTransId="{175FD20E-290C-4329-AEF3-83012417FFF5}"/>
    <dgm:cxn modelId="{75AA8952-7558-4DFD-AEB3-D9016DCAFEE2}" srcId="{F668581A-B941-4CED-8788-B95BB01A7F83}" destId="{AECB943A-49AD-4526-A417-6892B5A54401}" srcOrd="1" destOrd="0" parTransId="{905B580C-AC50-4AAD-A393-001F94408A4E}" sibTransId="{EF75B4D0-DE1F-43CC-83BC-968F2F301A61}"/>
    <dgm:cxn modelId="{B928A756-28BE-4CB1-981F-260A89D57698}" type="presOf" srcId="{76DBD5B1-F51B-4682-B251-AEB6788A213A}" destId="{E55D8DA8-3EC9-4E70-9DE9-8E949F0C791E}" srcOrd="0" destOrd="2" presId="urn:microsoft.com/office/officeart/2005/8/layout/hProcess9"/>
    <dgm:cxn modelId="{006A0F59-988E-409C-B8B3-115E94B742F1}" type="presOf" srcId="{A9EC360E-32D0-486F-AD66-56BF34D0ED97}" destId="{E0F6F5AC-5A3D-458E-9856-DF41AE1DB466}" srcOrd="0" destOrd="2" presId="urn:microsoft.com/office/officeart/2005/8/layout/hProcess9"/>
    <dgm:cxn modelId="{0222C780-DD6F-4EDA-BFA4-D20EC3A22C50}" srcId="{447BC2DC-8B2C-456F-8AA4-A3FEA106305D}" destId="{3CF1D586-399C-49EB-95EE-A8257EA544FC}" srcOrd="0" destOrd="0" parTransId="{9378DA5A-F908-413B-94B7-0DDC153001E9}" sibTransId="{0F0643E6-0B70-4D71-8DA9-472D6A25A005}"/>
    <dgm:cxn modelId="{75996683-C168-465B-8621-F387A44B3940}" type="presOf" srcId="{2A385BEE-8F5C-46B1-B4AC-E69CB7D40042}" destId="{1FDABB34-E90B-49D7-BA5A-8D53960DE33B}" srcOrd="0" destOrd="2" presId="urn:microsoft.com/office/officeart/2005/8/layout/hProcess9"/>
    <dgm:cxn modelId="{5A4C688B-C792-4AD7-B9EB-937D4641DCA4}" srcId="{6BEF59F2-E517-40BF-B2E2-A154EBF641FF}" destId="{73DE7688-BC31-4441-A9C1-1ED3B4D6D1F2}" srcOrd="3" destOrd="0" parTransId="{B17F31DA-8CD8-4581-B635-C79831677E47}" sibTransId="{9FE2C8EA-5AD4-4AAD-9C52-A57ABC3F4784}"/>
    <dgm:cxn modelId="{01954C8E-B112-44E9-8EDC-9AFDD29BCD1B}" srcId="{B17FD2CB-1DC2-4735-9547-7C2BE0941F20}" destId="{A9EC360E-32D0-486F-AD66-56BF34D0ED97}" srcOrd="1" destOrd="0" parTransId="{33DB4C70-2F42-4DD4-A377-05BA23E7F412}" sibTransId="{B9578A45-65A7-4F7A-A358-A6717D914425}"/>
    <dgm:cxn modelId="{830EA592-8A4E-4D51-A46D-1EB8AFB13687}" srcId="{0D778686-89DC-4E6D-BF94-E95902E104DF}" destId="{8F8009BC-CD96-4C57-B5EE-73C8BE789A57}" srcOrd="0" destOrd="0" parTransId="{A3DEF3B0-B3D6-4700-8EDA-6BBE571B61CF}" sibTransId="{5C71E01A-FBC2-4534-91B5-60C88B96F358}"/>
    <dgm:cxn modelId="{1F8D2E95-C1C5-4E34-A23E-1B14827EF078}" type="presOf" srcId="{FA4C1AB1-BC5E-40FC-B001-2A5E5D39418E}" destId="{E55D8DA8-3EC9-4E70-9DE9-8E949F0C791E}" srcOrd="0" destOrd="1" presId="urn:microsoft.com/office/officeart/2005/8/layout/hProcess9"/>
    <dgm:cxn modelId="{B3AAE59E-C693-4F64-9586-69FC53CA58A2}" type="presOf" srcId="{09C19EDA-4E86-4F4E-A83D-EB0C3A10FF40}" destId="{E0F6F5AC-5A3D-458E-9856-DF41AE1DB466}" srcOrd="0" destOrd="1" presId="urn:microsoft.com/office/officeart/2005/8/layout/hProcess9"/>
    <dgm:cxn modelId="{DB27D19F-6E83-48B7-A169-84E2B9D99B69}" type="presOf" srcId="{35EA31B9-D2D5-4D1C-B68B-4A1F397B98F5}" destId="{1FDABB34-E90B-49D7-BA5A-8D53960DE33B}" srcOrd="0" destOrd="0" presId="urn:microsoft.com/office/officeart/2005/8/layout/hProcess9"/>
    <dgm:cxn modelId="{19A314A4-49B6-4D32-BA35-4786412AE2DC}" type="presOf" srcId="{3CF1D586-399C-49EB-95EE-A8257EA544FC}" destId="{48CAF64A-E61F-42F5-8ACB-92694C91842F}" srcOrd="0" destOrd="1" presId="urn:microsoft.com/office/officeart/2005/8/layout/hProcess9"/>
    <dgm:cxn modelId="{0479B5A4-C184-427C-B079-50D3EDE6254E}" srcId="{6BEF59F2-E517-40BF-B2E2-A154EBF641FF}" destId="{B17FD2CB-1DC2-4735-9547-7C2BE0941F20}" srcOrd="1" destOrd="0" parTransId="{7608D7D8-0708-449B-820B-ED8517235CA5}" sibTransId="{E77D2583-B548-48D9-9AB5-133CB37B6CD2}"/>
    <dgm:cxn modelId="{66E069A5-295B-45CE-91A7-677856AADE28}" type="presOf" srcId="{7C2138FE-884D-4E45-BD21-4D14D74ADEC9}" destId="{E7510340-AE4E-47FD-9B75-234468B9C498}" srcOrd="0" destOrd="1" presId="urn:microsoft.com/office/officeart/2005/8/layout/hProcess9"/>
    <dgm:cxn modelId="{AD155AA6-830C-4F35-9E83-3763894E2D95}" srcId="{6BEF59F2-E517-40BF-B2E2-A154EBF641FF}" destId="{F668581A-B941-4CED-8788-B95BB01A7F83}" srcOrd="2" destOrd="0" parTransId="{4636E0F1-A7E4-4B44-B15F-BAB4AE7D46EF}" sibTransId="{353E01E3-2DFF-4230-A326-448C3F50E968}"/>
    <dgm:cxn modelId="{C0CD1CAF-3CD2-45A8-AB44-B541F05C9B32}" type="presOf" srcId="{BE1656EC-0B6F-4FC5-9C07-02B9DD7D5437}" destId="{8304DAFD-DDF7-4AF0-8B1C-1D1300E446F2}" srcOrd="0" destOrd="2" presId="urn:microsoft.com/office/officeart/2005/8/layout/hProcess9"/>
    <dgm:cxn modelId="{AF555FBA-2583-42FA-B225-E24D56065623}" type="presOf" srcId="{73DE7688-BC31-4441-A9C1-1ED3B4D6D1F2}" destId="{E55D8DA8-3EC9-4E70-9DE9-8E949F0C791E}" srcOrd="0" destOrd="0" presId="urn:microsoft.com/office/officeart/2005/8/layout/hProcess9"/>
    <dgm:cxn modelId="{3EDDA9C8-CB9F-4789-B93E-C9A807A0B04D}" srcId="{B17FD2CB-1DC2-4735-9547-7C2BE0941F20}" destId="{09C19EDA-4E86-4F4E-A83D-EB0C3A10FF40}" srcOrd="0" destOrd="0" parTransId="{0FC2AA1F-9B1A-4F1C-9101-0F1BF0A59B09}" sibTransId="{31F0103F-F941-4A58-9968-75364057E032}"/>
    <dgm:cxn modelId="{77294DCA-F41D-41CC-85FE-F22C4BC8C418}" type="presOf" srcId="{71568624-136E-4DC9-94AE-60563D7C39F0}" destId="{A2D4D7EE-B78A-4523-89A9-AE983054C254}" srcOrd="0" destOrd="2" presId="urn:microsoft.com/office/officeart/2005/8/layout/hProcess9"/>
    <dgm:cxn modelId="{FA0FEED3-BEBC-46C2-916F-5DCD3D65B6ED}" type="presOf" srcId="{6BEF59F2-E517-40BF-B2E2-A154EBF641FF}" destId="{32C8BE4E-9132-400F-9370-8C3EB85B581A}" srcOrd="0" destOrd="0" presId="urn:microsoft.com/office/officeart/2005/8/layout/hProcess9"/>
    <dgm:cxn modelId="{6EC15AD4-91D4-4F83-992B-40A7FC20FACC}" srcId="{B17FD2CB-1DC2-4735-9547-7C2BE0941F20}" destId="{8124C793-017B-4D35-ADDD-7B89072F4AC5}" srcOrd="2" destOrd="0" parTransId="{DFD49C9B-8377-494A-BBFF-A1A428E97176}" sibTransId="{72F3EB06-1E1F-4E3C-B9BB-11C1B4861B68}"/>
    <dgm:cxn modelId="{410704D8-FCBF-450D-85E0-5A73900064AF}" type="presOf" srcId="{3BB970D4-C137-4465-B3C5-5C86B2CDB9FE}" destId="{A2D4D7EE-B78A-4523-89A9-AE983054C254}" srcOrd="0" destOrd="0" presId="urn:microsoft.com/office/officeart/2005/8/layout/hProcess9"/>
    <dgm:cxn modelId="{47F145D8-8590-4CF3-8779-2D79A19A13C0}" type="presOf" srcId="{8124C793-017B-4D35-ADDD-7B89072F4AC5}" destId="{E0F6F5AC-5A3D-458E-9856-DF41AE1DB466}" srcOrd="0" destOrd="3" presId="urn:microsoft.com/office/officeart/2005/8/layout/hProcess9"/>
    <dgm:cxn modelId="{74B50DDF-36EF-4670-AD4E-8B39D24B1FDF}" srcId="{6BEF59F2-E517-40BF-B2E2-A154EBF641FF}" destId="{35EA31B9-D2D5-4D1C-B68B-4A1F397B98F5}" srcOrd="4" destOrd="0" parTransId="{9BDB1FB6-F86F-4E81-9D5F-2156E6CF6D75}" sibTransId="{A4D79E04-F623-428E-BBD7-3D01C2EF4767}"/>
    <dgm:cxn modelId="{27A2DCDF-F337-465E-BD48-630A2405C5EA}" type="presOf" srcId="{2934FDDD-AB2F-4E16-A0EB-3092C92206E6}" destId="{8304DAFD-DDF7-4AF0-8B1C-1D1300E446F2}" srcOrd="0" destOrd="0" presId="urn:microsoft.com/office/officeart/2005/8/layout/hProcess9"/>
    <dgm:cxn modelId="{9A0A50E4-1CA9-424A-B072-C35EAB5186DC}" srcId="{6BEF59F2-E517-40BF-B2E2-A154EBF641FF}" destId="{3BB970D4-C137-4465-B3C5-5C86B2CDB9FE}" srcOrd="0" destOrd="0" parTransId="{D942091C-F2CF-4D01-92DD-4BE1E0688E91}" sibTransId="{558B219E-0315-4E2F-9085-418F09BA4C12}"/>
    <dgm:cxn modelId="{F0B000FB-E26F-48C8-9DC6-55B475604C88}" srcId="{6BEF59F2-E517-40BF-B2E2-A154EBF641FF}" destId="{0D778686-89DC-4E6D-BF94-E95902E104DF}" srcOrd="6" destOrd="0" parTransId="{48FCFD80-3A4B-4559-B2D3-8BA25573D37F}" sibTransId="{C822606E-9A86-41B3-ACAE-EC7D0726B1FE}"/>
    <dgm:cxn modelId="{EECFF3FF-2A0A-4EE2-8641-8B986145FAD6}" srcId="{73DE7688-BC31-4441-A9C1-1ED3B4D6D1F2}" destId="{FA4C1AB1-BC5E-40FC-B001-2A5E5D39418E}" srcOrd="0" destOrd="0" parTransId="{F4918FFC-9167-4113-90BC-3F92883187EC}" sibTransId="{7DF22F04-9988-4DAC-BDD8-7F368803C17B}"/>
    <dgm:cxn modelId="{84396B99-10D4-4356-B660-034EF6CD33AD}" type="presParOf" srcId="{32C8BE4E-9132-400F-9370-8C3EB85B581A}" destId="{77C1AF48-F65A-4E8F-8506-B86A95D6DCA6}" srcOrd="0" destOrd="0" presId="urn:microsoft.com/office/officeart/2005/8/layout/hProcess9"/>
    <dgm:cxn modelId="{286DFB3D-E3F4-4EB6-96CE-4073139885FE}" type="presParOf" srcId="{32C8BE4E-9132-400F-9370-8C3EB85B581A}" destId="{BEF17CCB-6487-4448-B0B5-017500885120}" srcOrd="1" destOrd="0" presId="urn:microsoft.com/office/officeart/2005/8/layout/hProcess9"/>
    <dgm:cxn modelId="{002C4E37-ADCA-417C-A428-26CDE3A81704}" type="presParOf" srcId="{BEF17CCB-6487-4448-B0B5-017500885120}" destId="{A2D4D7EE-B78A-4523-89A9-AE983054C254}" srcOrd="0" destOrd="0" presId="urn:microsoft.com/office/officeart/2005/8/layout/hProcess9"/>
    <dgm:cxn modelId="{B20201CB-1EC1-4715-B03F-A08A475CD29B}" type="presParOf" srcId="{BEF17CCB-6487-4448-B0B5-017500885120}" destId="{F03CBEC4-CD73-4019-B2CE-BA38FB6A4153}" srcOrd="1" destOrd="0" presId="urn:microsoft.com/office/officeart/2005/8/layout/hProcess9"/>
    <dgm:cxn modelId="{B701E1B5-3BE4-4E03-8B7D-0D413A367651}" type="presParOf" srcId="{BEF17CCB-6487-4448-B0B5-017500885120}" destId="{E0F6F5AC-5A3D-458E-9856-DF41AE1DB466}" srcOrd="2" destOrd="0" presId="urn:microsoft.com/office/officeart/2005/8/layout/hProcess9"/>
    <dgm:cxn modelId="{06EA5D88-C54C-4223-9FA5-3F7ADDA6D9A9}" type="presParOf" srcId="{BEF17CCB-6487-4448-B0B5-017500885120}" destId="{BE0C23EC-05FE-48CF-8587-C26F3BFCB144}" srcOrd="3" destOrd="0" presId="urn:microsoft.com/office/officeart/2005/8/layout/hProcess9"/>
    <dgm:cxn modelId="{C12CC786-0941-4BE1-A952-E96A2EB7EB97}" type="presParOf" srcId="{BEF17CCB-6487-4448-B0B5-017500885120}" destId="{E7510340-AE4E-47FD-9B75-234468B9C498}" srcOrd="4" destOrd="0" presId="urn:microsoft.com/office/officeart/2005/8/layout/hProcess9"/>
    <dgm:cxn modelId="{124F95A3-0E27-40EC-8D9A-8DA75A6CDB32}" type="presParOf" srcId="{BEF17CCB-6487-4448-B0B5-017500885120}" destId="{7B7B8353-C408-433D-A810-7131FC8A63D9}" srcOrd="5" destOrd="0" presId="urn:microsoft.com/office/officeart/2005/8/layout/hProcess9"/>
    <dgm:cxn modelId="{0F59ADEE-C973-4DA3-8336-7B646A913243}" type="presParOf" srcId="{BEF17CCB-6487-4448-B0B5-017500885120}" destId="{E55D8DA8-3EC9-4E70-9DE9-8E949F0C791E}" srcOrd="6" destOrd="0" presId="urn:microsoft.com/office/officeart/2005/8/layout/hProcess9"/>
    <dgm:cxn modelId="{41BAC891-EBBD-4CF9-9462-414951D5C4CB}" type="presParOf" srcId="{BEF17CCB-6487-4448-B0B5-017500885120}" destId="{77F56A8B-956F-4677-83A5-AB04F2AED347}" srcOrd="7" destOrd="0" presId="urn:microsoft.com/office/officeart/2005/8/layout/hProcess9"/>
    <dgm:cxn modelId="{994B15E1-0E79-49CB-AEE2-BF38425B5F73}" type="presParOf" srcId="{BEF17CCB-6487-4448-B0B5-017500885120}" destId="{1FDABB34-E90B-49D7-BA5A-8D53960DE33B}" srcOrd="8" destOrd="0" presId="urn:microsoft.com/office/officeart/2005/8/layout/hProcess9"/>
    <dgm:cxn modelId="{0D492B71-447D-49D7-95F4-CE953B0C28BD}" type="presParOf" srcId="{BEF17CCB-6487-4448-B0B5-017500885120}" destId="{A49AC58B-AABD-4AD6-B4D2-87A1C7B26915}" srcOrd="9" destOrd="0" presId="urn:microsoft.com/office/officeart/2005/8/layout/hProcess9"/>
    <dgm:cxn modelId="{BACEC2D7-6448-4636-A812-7EA5E0CBF973}" type="presParOf" srcId="{BEF17CCB-6487-4448-B0B5-017500885120}" destId="{8304DAFD-DDF7-4AF0-8B1C-1D1300E446F2}" srcOrd="10" destOrd="0" presId="urn:microsoft.com/office/officeart/2005/8/layout/hProcess9"/>
    <dgm:cxn modelId="{F06ED1F2-5C97-47B6-9FA8-496E4DB19625}" type="presParOf" srcId="{BEF17CCB-6487-4448-B0B5-017500885120}" destId="{4B42A196-CFE1-4167-98F6-4C410DCD6E7D}" srcOrd="11" destOrd="0" presId="urn:microsoft.com/office/officeart/2005/8/layout/hProcess9"/>
    <dgm:cxn modelId="{353F0F5E-2648-468F-8F34-C82F52429965}" type="presParOf" srcId="{BEF17CCB-6487-4448-B0B5-017500885120}" destId="{7F454995-FCF9-4BF9-BF1C-5465EB6FE3A4}" srcOrd="12" destOrd="0" presId="urn:microsoft.com/office/officeart/2005/8/layout/hProcess9"/>
    <dgm:cxn modelId="{9EF075F8-FE04-4DFE-89DC-E8BC5D1427CF}" type="presParOf" srcId="{BEF17CCB-6487-4448-B0B5-017500885120}" destId="{A0AC17BD-3D58-47A2-AC36-9EE9EE491625}" srcOrd="13" destOrd="0" presId="urn:microsoft.com/office/officeart/2005/8/layout/hProcess9"/>
    <dgm:cxn modelId="{360C3779-08E4-4777-9366-24800497DAA5}" type="presParOf" srcId="{BEF17CCB-6487-4448-B0B5-017500885120}" destId="{48CAF64A-E61F-42F5-8ACB-92694C91842F}" srcOrd="1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BFE3AEE8-5741-4A9F-ADDE-873F8BA0BB89}" type="doc">
      <dgm:prSet loTypeId="urn:microsoft.com/office/officeart/2005/8/layout/lProcess2" loCatId="list" qsTypeId="urn:microsoft.com/office/officeart/2005/8/quickstyle/3d1" qsCatId="3D" csTypeId="urn:microsoft.com/office/officeart/2005/8/colors/accent3_1" csCatId="accent3" phldr="1"/>
      <dgm:spPr/>
      <dgm:t>
        <a:bodyPr/>
        <a:lstStyle/>
        <a:p>
          <a:endParaRPr lang="en-IN"/>
        </a:p>
      </dgm:t>
    </dgm:pt>
    <dgm:pt modelId="{918E2E56-B921-427C-87D7-8644759BA58A}">
      <dgm:prSet phldrT="[Text]"/>
      <dgm:spPr/>
      <dgm:t>
        <a:bodyPr/>
        <a:lstStyle/>
        <a:p>
          <a:r>
            <a:rPr lang="en-IN" dirty="0"/>
            <a:t>Keyword</a:t>
          </a:r>
        </a:p>
      </dgm:t>
    </dgm:pt>
    <dgm:pt modelId="{063D238F-90DB-4697-ABF4-6A8A4174D0FB}" type="parTrans" cxnId="{270CCBAF-E613-4429-8AAB-22BF4D918D6A}">
      <dgm:prSet/>
      <dgm:spPr/>
      <dgm:t>
        <a:bodyPr/>
        <a:lstStyle/>
        <a:p>
          <a:endParaRPr lang="en-IN"/>
        </a:p>
      </dgm:t>
    </dgm:pt>
    <dgm:pt modelId="{30A27D70-40BD-4EE1-86E4-29056F5785AF}" type="sibTrans" cxnId="{270CCBAF-E613-4429-8AAB-22BF4D918D6A}">
      <dgm:prSet/>
      <dgm:spPr/>
      <dgm:t>
        <a:bodyPr/>
        <a:lstStyle/>
        <a:p>
          <a:endParaRPr lang="en-IN"/>
        </a:p>
      </dgm:t>
    </dgm:pt>
    <dgm:pt modelId="{11794DF3-3A1E-4F62-A376-D5912AF5737E}">
      <dgm:prSet phldrT="[Text]"/>
      <dgm:spPr/>
      <dgm:t>
        <a:bodyPr/>
        <a:lstStyle/>
        <a:p>
          <a:r>
            <a:rPr lang="en-US" dirty="0"/>
            <a:t>Reserved words with predefined meanings</a:t>
          </a:r>
          <a:endParaRPr lang="en-IN" dirty="0"/>
        </a:p>
      </dgm:t>
    </dgm:pt>
    <dgm:pt modelId="{C2EA8420-1A6A-41D3-B6AA-8FE02B0BCE09}" type="parTrans" cxnId="{F9010E59-948F-4D05-AA76-FAA871E2B4AD}">
      <dgm:prSet/>
      <dgm:spPr/>
      <dgm:t>
        <a:bodyPr/>
        <a:lstStyle/>
        <a:p>
          <a:endParaRPr lang="en-IN"/>
        </a:p>
      </dgm:t>
    </dgm:pt>
    <dgm:pt modelId="{A4F1CF51-060C-44C0-A4B5-FC20BB6301D4}" type="sibTrans" cxnId="{F9010E59-948F-4D05-AA76-FAA871E2B4AD}">
      <dgm:prSet/>
      <dgm:spPr/>
      <dgm:t>
        <a:bodyPr/>
        <a:lstStyle/>
        <a:p>
          <a:endParaRPr lang="en-IN"/>
        </a:p>
      </dgm:t>
    </dgm:pt>
    <dgm:pt modelId="{00B598FC-20A2-4CC4-840C-463F047B84AD}">
      <dgm:prSet phldrT="[Text]"/>
      <dgm:spPr/>
      <dgm:t>
        <a:bodyPr/>
        <a:lstStyle/>
        <a:p>
          <a:r>
            <a:rPr lang="en-IN" dirty="0"/>
            <a:t>if </a:t>
          </a:r>
        </a:p>
        <a:p>
          <a:r>
            <a:rPr lang="en-IN" dirty="0"/>
            <a:t>for </a:t>
          </a:r>
        </a:p>
        <a:p>
          <a:r>
            <a:rPr lang="en-IN" dirty="0"/>
            <a:t>include</a:t>
          </a:r>
        </a:p>
      </dgm:t>
    </dgm:pt>
    <dgm:pt modelId="{E24CAE81-FAA0-494B-85BC-C9E6D074D1EF}" type="parTrans" cxnId="{E7BE559D-286B-4676-A3D8-90C35670858A}">
      <dgm:prSet/>
      <dgm:spPr/>
      <dgm:t>
        <a:bodyPr/>
        <a:lstStyle/>
        <a:p>
          <a:endParaRPr lang="en-IN"/>
        </a:p>
      </dgm:t>
    </dgm:pt>
    <dgm:pt modelId="{6B638B52-105B-4BEB-A2DC-4138FC116FCD}" type="sibTrans" cxnId="{E7BE559D-286B-4676-A3D8-90C35670858A}">
      <dgm:prSet/>
      <dgm:spPr/>
      <dgm:t>
        <a:bodyPr/>
        <a:lstStyle/>
        <a:p>
          <a:endParaRPr lang="en-IN"/>
        </a:p>
      </dgm:t>
    </dgm:pt>
    <dgm:pt modelId="{9B99B28D-504D-493D-81ED-BB0309352F29}">
      <dgm:prSet phldrT="[Text]"/>
      <dgm:spPr/>
      <dgm:t>
        <a:bodyPr/>
        <a:lstStyle/>
        <a:p>
          <a:r>
            <a:rPr lang="en-IN" dirty="0"/>
            <a:t>Identifier</a:t>
          </a:r>
        </a:p>
      </dgm:t>
    </dgm:pt>
    <dgm:pt modelId="{F09DD957-5A7C-4B78-9B94-B8D3C1ACCFA0}" type="parTrans" cxnId="{F0C11063-2648-45FA-8407-A2A3A1EABB5A}">
      <dgm:prSet/>
      <dgm:spPr/>
      <dgm:t>
        <a:bodyPr/>
        <a:lstStyle/>
        <a:p>
          <a:endParaRPr lang="en-IN"/>
        </a:p>
      </dgm:t>
    </dgm:pt>
    <dgm:pt modelId="{777B2B74-878C-4D25-A8EE-045A8DF2268A}" type="sibTrans" cxnId="{F0C11063-2648-45FA-8407-A2A3A1EABB5A}">
      <dgm:prSet/>
      <dgm:spPr/>
      <dgm:t>
        <a:bodyPr/>
        <a:lstStyle/>
        <a:p>
          <a:endParaRPr lang="en-IN"/>
        </a:p>
      </dgm:t>
    </dgm:pt>
    <dgm:pt modelId="{F6EEFEC3-DDCD-420E-8EC8-B613B614D6EC}">
      <dgm:prSet phldrT="[Text]"/>
      <dgm:spPr/>
      <dgm:t>
        <a:bodyPr/>
        <a:lstStyle/>
        <a:p>
          <a:r>
            <a:rPr lang="en-US" dirty="0"/>
            <a:t>User-defined names for variables, functions, and arrays</a:t>
          </a:r>
          <a:endParaRPr lang="en-IN" dirty="0"/>
        </a:p>
      </dgm:t>
    </dgm:pt>
    <dgm:pt modelId="{C5952582-9FE7-477A-89A5-C45177D7FB2D}" type="parTrans" cxnId="{6915F9A0-0A39-41C3-9CC6-3B6829D9CAA0}">
      <dgm:prSet/>
      <dgm:spPr/>
      <dgm:t>
        <a:bodyPr/>
        <a:lstStyle/>
        <a:p>
          <a:endParaRPr lang="en-IN"/>
        </a:p>
      </dgm:t>
    </dgm:pt>
    <dgm:pt modelId="{5F37A6EE-61C2-4A9F-A69D-BBCB9433C5E1}" type="sibTrans" cxnId="{6915F9A0-0A39-41C3-9CC6-3B6829D9CAA0}">
      <dgm:prSet/>
      <dgm:spPr/>
      <dgm:t>
        <a:bodyPr/>
        <a:lstStyle/>
        <a:p>
          <a:endParaRPr lang="en-IN"/>
        </a:p>
      </dgm:t>
    </dgm:pt>
    <dgm:pt modelId="{F62AD246-A97B-4B5D-9BF3-12158EBF6507}">
      <dgm:prSet phldrT="[Text]"/>
      <dgm:spPr/>
      <dgm:t>
        <a:bodyPr/>
        <a:lstStyle/>
        <a:p>
          <a:r>
            <a:rPr lang="en-IN" dirty="0"/>
            <a:t>Sum</a:t>
          </a:r>
        </a:p>
        <a:p>
          <a:r>
            <a:rPr lang="en-IN" dirty="0"/>
            <a:t>Result</a:t>
          </a:r>
        </a:p>
        <a:p>
          <a:r>
            <a:rPr lang="en-IN" dirty="0" err="1"/>
            <a:t>addNumbers</a:t>
          </a:r>
          <a:endParaRPr lang="en-IN" dirty="0"/>
        </a:p>
      </dgm:t>
    </dgm:pt>
    <dgm:pt modelId="{EFD4C7C0-3AA0-4986-A52D-FAD9FA5CC3D9}" type="parTrans" cxnId="{B567D7EB-BC46-40DC-A729-9A2C80EB4C5B}">
      <dgm:prSet/>
      <dgm:spPr/>
      <dgm:t>
        <a:bodyPr/>
        <a:lstStyle/>
        <a:p>
          <a:endParaRPr lang="en-IN"/>
        </a:p>
      </dgm:t>
    </dgm:pt>
    <dgm:pt modelId="{D9D3B964-A02E-4D41-833B-B8979BC99366}" type="sibTrans" cxnId="{B567D7EB-BC46-40DC-A729-9A2C80EB4C5B}">
      <dgm:prSet/>
      <dgm:spPr/>
      <dgm:t>
        <a:bodyPr/>
        <a:lstStyle/>
        <a:p>
          <a:endParaRPr lang="en-IN"/>
        </a:p>
      </dgm:t>
    </dgm:pt>
    <dgm:pt modelId="{3F46FAC1-8DD8-4E0A-9130-3A0A45E44680}">
      <dgm:prSet phldrT="[Text]"/>
      <dgm:spPr/>
      <dgm:t>
        <a:bodyPr/>
        <a:lstStyle/>
        <a:p>
          <a:r>
            <a:rPr lang="en-IN" dirty="0"/>
            <a:t>Literals</a:t>
          </a:r>
        </a:p>
      </dgm:t>
    </dgm:pt>
    <dgm:pt modelId="{A1A8CFC1-B23E-446A-83DA-8155F62FB07A}" type="parTrans" cxnId="{EC50DF82-4001-46A6-A5D9-A243176B83D2}">
      <dgm:prSet/>
      <dgm:spPr/>
      <dgm:t>
        <a:bodyPr/>
        <a:lstStyle/>
        <a:p>
          <a:endParaRPr lang="en-IN"/>
        </a:p>
      </dgm:t>
    </dgm:pt>
    <dgm:pt modelId="{0E421F90-D0F2-408C-9D87-0F6B9A673296}" type="sibTrans" cxnId="{EC50DF82-4001-46A6-A5D9-A243176B83D2}">
      <dgm:prSet/>
      <dgm:spPr/>
      <dgm:t>
        <a:bodyPr/>
        <a:lstStyle/>
        <a:p>
          <a:endParaRPr lang="en-IN"/>
        </a:p>
      </dgm:t>
    </dgm:pt>
    <dgm:pt modelId="{4159643D-5BAC-483F-9629-9DE4BEA26EEB}">
      <dgm:prSet phldrT="[Text]"/>
      <dgm:spPr/>
      <dgm:t>
        <a:bodyPr/>
        <a:lstStyle/>
        <a:p>
          <a:r>
            <a:rPr lang="en-US" dirty="0"/>
            <a:t>Fixed values that do not change during execution</a:t>
          </a:r>
          <a:endParaRPr lang="en-IN" dirty="0"/>
        </a:p>
      </dgm:t>
    </dgm:pt>
    <dgm:pt modelId="{96B67059-FA32-46F3-82DF-0EB53E405AE4}" type="parTrans" cxnId="{04D8698F-7BDF-4101-A5BF-64AA019962E4}">
      <dgm:prSet/>
      <dgm:spPr/>
      <dgm:t>
        <a:bodyPr/>
        <a:lstStyle/>
        <a:p>
          <a:endParaRPr lang="en-IN"/>
        </a:p>
      </dgm:t>
    </dgm:pt>
    <dgm:pt modelId="{5DC1CD6C-A51E-46E7-9CE9-B423FCB80148}" type="sibTrans" cxnId="{04D8698F-7BDF-4101-A5BF-64AA019962E4}">
      <dgm:prSet/>
      <dgm:spPr/>
      <dgm:t>
        <a:bodyPr/>
        <a:lstStyle/>
        <a:p>
          <a:endParaRPr lang="en-IN"/>
        </a:p>
      </dgm:t>
    </dgm:pt>
    <dgm:pt modelId="{3DCC8A1E-8AFC-40A2-B76A-651DCB00212B}">
      <dgm:prSet phldrT="[Text]"/>
      <dgm:spPr/>
      <dgm:t>
        <a:bodyPr/>
        <a:lstStyle/>
        <a:p>
          <a:r>
            <a:rPr lang="en-IN" dirty="0"/>
            <a:t>String</a:t>
          </a:r>
        </a:p>
      </dgm:t>
    </dgm:pt>
    <dgm:pt modelId="{552EC421-4D5E-48F0-A408-84E00571062A}" type="parTrans" cxnId="{69BDE66C-D44C-40A4-A976-15E99041F522}">
      <dgm:prSet/>
      <dgm:spPr/>
      <dgm:t>
        <a:bodyPr/>
        <a:lstStyle/>
        <a:p>
          <a:endParaRPr lang="en-IN"/>
        </a:p>
      </dgm:t>
    </dgm:pt>
    <dgm:pt modelId="{8778683F-A7FC-414F-9E2F-F669BBDC80EC}" type="sibTrans" cxnId="{69BDE66C-D44C-40A4-A976-15E99041F522}">
      <dgm:prSet/>
      <dgm:spPr/>
      <dgm:t>
        <a:bodyPr/>
        <a:lstStyle/>
        <a:p>
          <a:endParaRPr lang="en-IN"/>
        </a:p>
      </dgm:t>
    </dgm:pt>
    <dgm:pt modelId="{A320060A-2707-47F7-BC96-227A17CE5FF7}">
      <dgm:prSet phldrT="[Text]"/>
      <dgm:spPr/>
      <dgm:t>
        <a:bodyPr/>
        <a:lstStyle/>
        <a:p>
          <a:r>
            <a:rPr lang="en-IN" dirty="0"/>
            <a:t>Operator</a:t>
          </a:r>
        </a:p>
      </dgm:t>
    </dgm:pt>
    <dgm:pt modelId="{52461082-3DC3-4136-9582-9825F7B7380F}" type="parTrans" cxnId="{847C485B-0E7F-41D0-8B8C-AE9059FA475C}">
      <dgm:prSet/>
      <dgm:spPr/>
      <dgm:t>
        <a:bodyPr/>
        <a:lstStyle/>
        <a:p>
          <a:endParaRPr lang="en-IN"/>
        </a:p>
      </dgm:t>
    </dgm:pt>
    <dgm:pt modelId="{E82B82D2-27BA-484E-9989-139F3F388EE6}" type="sibTrans" cxnId="{847C485B-0E7F-41D0-8B8C-AE9059FA475C}">
      <dgm:prSet/>
      <dgm:spPr/>
      <dgm:t>
        <a:bodyPr/>
        <a:lstStyle/>
        <a:p>
          <a:endParaRPr lang="en-IN"/>
        </a:p>
      </dgm:t>
    </dgm:pt>
    <dgm:pt modelId="{768B295D-B35D-4828-83DE-81308AA6E7A8}">
      <dgm:prSet phldrT="[Text]"/>
      <dgm:spPr/>
      <dgm:t>
        <a:bodyPr/>
        <a:lstStyle/>
        <a:p>
          <a:r>
            <a:rPr lang="en-IN" dirty="0"/>
            <a:t>Punctuators</a:t>
          </a:r>
        </a:p>
      </dgm:t>
    </dgm:pt>
    <dgm:pt modelId="{E73F3B45-3274-4CC6-BE3A-F5C09C86D73F}" type="parTrans" cxnId="{E52F4F4F-8650-4483-8FB8-17B57B05B222}">
      <dgm:prSet/>
      <dgm:spPr/>
      <dgm:t>
        <a:bodyPr/>
        <a:lstStyle/>
        <a:p>
          <a:endParaRPr lang="en-IN"/>
        </a:p>
      </dgm:t>
    </dgm:pt>
    <dgm:pt modelId="{54F40ADB-38E3-4128-8914-53B5F6FA8B90}" type="sibTrans" cxnId="{E52F4F4F-8650-4483-8FB8-17B57B05B222}">
      <dgm:prSet/>
      <dgm:spPr/>
      <dgm:t>
        <a:bodyPr/>
        <a:lstStyle/>
        <a:p>
          <a:endParaRPr lang="en-IN"/>
        </a:p>
      </dgm:t>
    </dgm:pt>
    <dgm:pt modelId="{C281EED0-B5AE-4037-9F69-84F03AA642CF}">
      <dgm:prSet phldrT="[Text]"/>
      <dgm:spPr/>
      <dgm:t>
        <a:bodyPr/>
        <a:lstStyle/>
        <a:p>
          <a:r>
            <a:rPr lang="en-IN" dirty="0"/>
            <a:t>3.142</a:t>
          </a:r>
        </a:p>
        <a:p>
          <a:r>
            <a:rPr lang="en-IN" dirty="0"/>
            <a:t>‘A’</a:t>
          </a:r>
        </a:p>
        <a:p>
          <a:r>
            <a:rPr lang="en-IN" dirty="0"/>
            <a:t>0</a:t>
          </a:r>
        </a:p>
      </dgm:t>
    </dgm:pt>
    <dgm:pt modelId="{C9F606EB-56F1-490C-A855-E72C3A02A12B}" type="parTrans" cxnId="{09780651-F0BB-4287-8951-C635DDA40EF5}">
      <dgm:prSet/>
      <dgm:spPr/>
      <dgm:t>
        <a:bodyPr/>
        <a:lstStyle/>
        <a:p>
          <a:endParaRPr lang="en-IN"/>
        </a:p>
      </dgm:t>
    </dgm:pt>
    <dgm:pt modelId="{3E6656F4-9E1E-47E5-8766-BB7A10C965E7}" type="sibTrans" cxnId="{09780651-F0BB-4287-8951-C635DDA40EF5}">
      <dgm:prSet/>
      <dgm:spPr/>
      <dgm:t>
        <a:bodyPr/>
        <a:lstStyle/>
        <a:p>
          <a:endParaRPr lang="en-IN"/>
        </a:p>
      </dgm:t>
    </dgm:pt>
    <dgm:pt modelId="{40E2D9C3-16B0-490A-8080-E88807CD98E9}">
      <dgm:prSet phldrT="[Text]"/>
      <dgm:spPr/>
      <dgm:t>
        <a:bodyPr/>
        <a:lstStyle/>
        <a:p>
          <a:r>
            <a:rPr lang="en-US" dirty="0"/>
            <a:t>Sequence of characters enclosed in double quotes</a:t>
          </a:r>
          <a:endParaRPr lang="en-IN" dirty="0"/>
        </a:p>
      </dgm:t>
    </dgm:pt>
    <dgm:pt modelId="{7C6875EC-CEF3-4B6A-B9BE-15804A0D2840}" type="parTrans" cxnId="{2437DF2A-7F72-4CBA-9347-6EC1BA85F7C1}">
      <dgm:prSet/>
      <dgm:spPr/>
      <dgm:t>
        <a:bodyPr/>
        <a:lstStyle/>
        <a:p>
          <a:endParaRPr lang="en-IN"/>
        </a:p>
      </dgm:t>
    </dgm:pt>
    <dgm:pt modelId="{866B775B-CC31-4B82-92FF-ED4D00303739}" type="sibTrans" cxnId="{2437DF2A-7F72-4CBA-9347-6EC1BA85F7C1}">
      <dgm:prSet/>
      <dgm:spPr/>
      <dgm:t>
        <a:bodyPr/>
        <a:lstStyle/>
        <a:p>
          <a:endParaRPr lang="en-IN"/>
        </a:p>
      </dgm:t>
    </dgm:pt>
    <dgm:pt modelId="{6B3E8CB4-CBC3-44F3-8F74-C5AA16DDE09B}">
      <dgm:prSet phldrT="[Text]"/>
      <dgm:spPr/>
      <dgm:t>
        <a:bodyPr/>
        <a:lstStyle/>
        <a:p>
          <a:r>
            <a:rPr lang="en-IN" dirty="0"/>
            <a:t>“PROGRAM”</a:t>
          </a:r>
        </a:p>
        <a:p>
          <a:r>
            <a:rPr lang="en-IN" dirty="0"/>
            <a:t>“FALSE”</a:t>
          </a:r>
        </a:p>
      </dgm:t>
    </dgm:pt>
    <dgm:pt modelId="{2712D8C5-C72E-4400-9055-CA635ABC8BA4}" type="parTrans" cxnId="{E7239318-F9F4-44C5-B39C-26672ACC4E98}">
      <dgm:prSet/>
      <dgm:spPr/>
      <dgm:t>
        <a:bodyPr/>
        <a:lstStyle/>
        <a:p>
          <a:endParaRPr lang="en-IN"/>
        </a:p>
      </dgm:t>
    </dgm:pt>
    <dgm:pt modelId="{430DDB45-E4F5-40F7-B11A-E49F03DFDEA7}" type="sibTrans" cxnId="{E7239318-F9F4-44C5-B39C-26672ACC4E98}">
      <dgm:prSet/>
      <dgm:spPr/>
      <dgm:t>
        <a:bodyPr/>
        <a:lstStyle/>
        <a:p>
          <a:endParaRPr lang="en-IN"/>
        </a:p>
      </dgm:t>
    </dgm:pt>
    <dgm:pt modelId="{2AF16F86-699C-45E9-831E-AB206D8EF3D0}">
      <dgm:prSet phldrT="[Text]"/>
      <dgm:spPr/>
      <dgm:t>
        <a:bodyPr/>
        <a:lstStyle/>
        <a:p>
          <a:r>
            <a:rPr lang="en-US" dirty="0"/>
            <a:t>symbols that perform operations on variables and values </a:t>
          </a:r>
          <a:endParaRPr lang="en-IN" dirty="0"/>
        </a:p>
      </dgm:t>
    </dgm:pt>
    <dgm:pt modelId="{4216F32D-220C-4138-BE89-ACA6958A6C5B}" type="parTrans" cxnId="{EE27F7C2-43E1-4F28-89E0-B18F0E37CDA5}">
      <dgm:prSet/>
      <dgm:spPr/>
      <dgm:t>
        <a:bodyPr/>
        <a:lstStyle/>
        <a:p>
          <a:endParaRPr lang="en-IN"/>
        </a:p>
      </dgm:t>
    </dgm:pt>
    <dgm:pt modelId="{F0205BF8-E8E9-4D2E-B68F-480E519CF0DB}" type="sibTrans" cxnId="{EE27F7C2-43E1-4F28-89E0-B18F0E37CDA5}">
      <dgm:prSet/>
      <dgm:spPr/>
      <dgm:t>
        <a:bodyPr/>
        <a:lstStyle/>
        <a:p>
          <a:endParaRPr lang="en-IN"/>
        </a:p>
      </dgm:t>
    </dgm:pt>
    <dgm:pt modelId="{47A5E1A2-2129-4071-B2E2-C9836C780843}">
      <dgm:prSet phldrT="[Text]"/>
      <dgm:spPr/>
      <dgm:t>
        <a:bodyPr/>
        <a:lstStyle/>
        <a:p>
          <a:r>
            <a:rPr lang="en-IN" dirty="0"/>
            <a:t>+</a:t>
          </a:r>
        </a:p>
        <a:p>
          <a:r>
            <a:rPr lang="en-IN" dirty="0"/>
            <a:t>&amp;</a:t>
          </a:r>
        </a:p>
        <a:p>
          <a:r>
            <a:rPr lang="en-IN" dirty="0"/>
            <a:t>&lt;</a:t>
          </a:r>
        </a:p>
      </dgm:t>
    </dgm:pt>
    <dgm:pt modelId="{B590A131-DD7D-4CA9-BDA7-2813F2ABB73E}" type="parTrans" cxnId="{9A99D557-E7E7-4421-9673-45894DCA074F}">
      <dgm:prSet/>
      <dgm:spPr/>
      <dgm:t>
        <a:bodyPr/>
        <a:lstStyle/>
        <a:p>
          <a:endParaRPr lang="en-IN"/>
        </a:p>
      </dgm:t>
    </dgm:pt>
    <dgm:pt modelId="{551CCE41-D5BD-46FD-B93A-E8436629204C}" type="sibTrans" cxnId="{9A99D557-E7E7-4421-9673-45894DCA074F}">
      <dgm:prSet/>
      <dgm:spPr/>
      <dgm:t>
        <a:bodyPr/>
        <a:lstStyle/>
        <a:p>
          <a:endParaRPr lang="en-IN"/>
        </a:p>
      </dgm:t>
    </dgm:pt>
    <dgm:pt modelId="{44DECCC1-AE9D-4778-8AF4-8BE028B07BEE}">
      <dgm:prSet phldrT="[Text]"/>
      <dgm:spPr/>
      <dgm:t>
        <a:bodyPr/>
        <a:lstStyle/>
        <a:p>
          <a:r>
            <a:rPr lang="en-US" dirty="0"/>
            <a:t>Characters with special meanings in C</a:t>
          </a:r>
          <a:endParaRPr lang="en-IN" dirty="0"/>
        </a:p>
      </dgm:t>
    </dgm:pt>
    <dgm:pt modelId="{144C5575-48CF-47F9-A8C2-5546670557E8}" type="parTrans" cxnId="{5F5FD4A8-D6F1-4C6A-B899-89A2C4BF4E5E}">
      <dgm:prSet/>
      <dgm:spPr/>
      <dgm:t>
        <a:bodyPr/>
        <a:lstStyle/>
        <a:p>
          <a:endParaRPr lang="en-IN"/>
        </a:p>
      </dgm:t>
    </dgm:pt>
    <dgm:pt modelId="{7F7B0401-1C06-482C-B1E3-AF60E8BFD7BB}" type="sibTrans" cxnId="{5F5FD4A8-D6F1-4C6A-B899-89A2C4BF4E5E}">
      <dgm:prSet/>
      <dgm:spPr/>
      <dgm:t>
        <a:bodyPr/>
        <a:lstStyle/>
        <a:p>
          <a:endParaRPr lang="en-IN"/>
        </a:p>
      </dgm:t>
    </dgm:pt>
    <dgm:pt modelId="{6C1147BA-F7DD-4769-AF63-CB4CC2A02C82}">
      <dgm:prSet phldrT="[Text]"/>
      <dgm:spPr/>
      <dgm:t>
        <a:bodyPr/>
        <a:lstStyle/>
        <a:p>
          <a:r>
            <a:rPr lang="en-IN" dirty="0"/>
            <a:t>{</a:t>
          </a:r>
        </a:p>
        <a:p>
          <a:r>
            <a:rPr lang="en-IN" dirty="0"/>
            <a:t>.</a:t>
          </a:r>
        </a:p>
        <a:p>
          <a:r>
            <a:rPr lang="en-IN" dirty="0"/>
            <a:t>;</a:t>
          </a:r>
        </a:p>
      </dgm:t>
    </dgm:pt>
    <dgm:pt modelId="{1741E73D-0727-4405-88C7-F385DA094EE9}" type="parTrans" cxnId="{B1D094C1-1820-4E21-BA17-62C8AD7AF299}">
      <dgm:prSet/>
      <dgm:spPr/>
      <dgm:t>
        <a:bodyPr/>
        <a:lstStyle/>
        <a:p>
          <a:endParaRPr lang="en-IN"/>
        </a:p>
      </dgm:t>
    </dgm:pt>
    <dgm:pt modelId="{CDB8CAC3-92C2-4480-8457-04ADDFD23734}" type="sibTrans" cxnId="{B1D094C1-1820-4E21-BA17-62C8AD7AF299}">
      <dgm:prSet/>
      <dgm:spPr/>
      <dgm:t>
        <a:bodyPr/>
        <a:lstStyle/>
        <a:p>
          <a:endParaRPr lang="en-IN"/>
        </a:p>
      </dgm:t>
    </dgm:pt>
    <dgm:pt modelId="{52EC546C-0E05-4D01-A01B-8C972CA4B7BE}" type="pres">
      <dgm:prSet presAssocID="{BFE3AEE8-5741-4A9F-ADDE-873F8BA0BB89}" presName="theList" presStyleCnt="0">
        <dgm:presLayoutVars>
          <dgm:dir/>
          <dgm:animLvl val="lvl"/>
          <dgm:resizeHandles val="exact"/>
        </dgm:presLayoutVars>
      </dgm:prSet>
      <dgm:spPr/>
    </dgm:pt>
    <dgm:pt modelId="{1F296645-E4B3-467E-8876-FFE770177439}" type="pres">
      <dgm:prSet presAssocID="{918E2E56-B921-427C-87D7-8644759BA58A}" presName="compNode" presStyleCnt="0"/>
      <dgm:spPr/>
    </dgm:pt>
    <dgm:pt modelId="{A8B886C8-032D-428F-B49A-F5D6DBBC4694}" type="pres">
      <dgm:prSet presAssocID="{918E2E56-B921-427C-87D7-8644759BA58A}" presName="aNode" presStyleLbl="bgShp" presStyleIdx="0" presStyleCnt="6"/>
      <dgm:spPr/>
    </dgm:pt>
    <dgm:pt modelId="{5E30499B-C858-408B-B67D-1D13FBCD7F2E}" type="pres">
      <dgm:prSet presAssocID="{918E2E56-B921-427C-87D7-8644759BA58A}" presName="textNode" presStyleLbl="bgShp" presStyleIdx="0" presStyleCnt="6"/>
      <dgm:spPr/>
    </dgm:pt>
    <dgm:pt modelId="{0D70871D-ACEE-4F89-9105-CA1B5DD85EE9}" type="pres">
      <dgm:prSet presAssocID="{918E2E56-B921-427C-87D7-8644759BA58A}" presName="compChildNode" presStyleCnt="0"/>
      <dgm:spPr/>
    </dgm:pt>
    <dgm:pt modelId="{BB5CCF5B-3AC3-4888-BDF6-C7593437A8DF}" type="pres">
      <dgm:prSet presAssocID="{918E2E56-B921-427C-87D7-8644759BA58A}" presName="theInnerList" presStyleCnt="0"/>
      <dgm:spPr/>
    </dgm:pt>
    <dgm:pt modelId="{B1967DD0-8563-4A69-91FA-842C683FC03A}" type="pres">
      <dgm:prSet presAssocID="{11794DF3-3A1E-4F62-A376-D5912AF5737E}" presName="childNode" presStyleLbl="node1" presStyleIdx="0" presStyleCnt="12">
        <dgm:presLayoutVars>
          <dgm:bulletEnabled val="1"/>
        </dgm:presLayoutVars>
      </dgm:prSet>
      <dgm:spPr/>
    </dgm:pt>
    <dgm:pt modelId="{7FC7B943-FE4F-4C54-821A-B4E2A94189A6}" type="pres">
      <dgm:prSet presAssocID="{11794DF3-3A1E-4F62-A376-D5912AF5737E}" presName="aSpace2" presStyleCnt="0"/>
      <dgm:spPr/>
    </dgm:pt>
    <dgm:pt modelId="{B678B082-93F4-4F43-9726-C1C19EEAC733}" type="pres">
      <dgm:prSet presAssocID="{00B598FC-20A2-4CC4-840C-463F047B84AD}" presName="childNode" presStyleLbl="node1" presStyleIdx="1" presStyleCnt="12">
        <dgm:presLayoutVars>
          <dgm:bulletEnabled val="1"/>
        </dgm:presLayoutVars>
      </dgm:prSet>
      <dgm:spPr/>
    </dgm:pt>
    <dgm:pt modelId="{396DFE3F-8125-436E-A6B0-80FDB774EE7B}" type="pres">
      <dgm:prSet presAssocID="{918E2E56-B921-427C-87D7-8644759BA58A}" presName="aSpace" presStyleCnt="0"/>
      <dgm:spPr/>
    </dgm:pt>
    <dgm:pt modelId="{726384E1-076A-4D4A-9CB1-AFC5FDCF57A5}" type="pres">
      <dgm:prSet presAssocID="{9B99B28D-504D-493D-81ED-BB0309352F29}" presName="compNode" presStyleCnt="0"/>
      <dgm:spPr/>
    </dgm:pt>
    <dgm:pt modelId="{4C84D953-0C65-47AA-A9B2-41B569E9CA24}" type="pres">
      <dgm:prSet presAssocID="{9B99B28D-504D-493D-81ED-BB0309352F29}" presName="aNode" presStyleLbl="bgShp" presStyleIdx="1" presStyleCnt="6"/>
      <dgm:spPr/>
    </dgm:pt>
    <dgm:pt modelId="{3D35CC77-C4E4-4517-A528-767D30A3636B}" type="pres">
      <dgm:prSet presAssocID="{9B99B28D-504D-493D-81ED-BB0309352F29}" presName="textNode" presStyleLbl="bgShp" presStyleIdx="1" presStyleCnt="6"/>
      <dgm:spPr/>
    </dgm:pt>
    <dgm:pt modelId="{244738C0-3FF4-4102-9CCF-81E6E29261CB}" type="pres">
      <dgm:prSet presAssocID="{9B99B28D-504D-493D-81ED-BB0309352F29}" presName="compChildNode" presStyleCnt="0"/>
      <dgm:spPr/>
    </dgm:pt>
    <dgm:pt modelId="{CBC61962-76B3-4054-9EEA-F7416BCBC804}" type="pres">
      <dgm:prSet presAssocID="{9B99B28D-504D-493D-81ED-BB0309352F29}" presName="theInnerList" presStyleCnt="0"/>
      <dgm:spPr/>
    </dgm:pt>
    <dgm:pt modelId="{10815F6D-9314-4C29-97B6-F423E2E6502C}" type="pres">
      <dgm:prSet presAssocID="{F6EEFEC3-DDCD-420E-8EC8-B613B614D6EC}" presName="childNode" presStyleLbl="node1" presStyleIdx="2" presStyleCnt="12">
        <dgm:presLayoutVars>
          <dgm:bulletEnabled val="1"/>
        </dgm:presLayoutVars>
      </dgm:prSet>
      <dgm:spPr/>
    </dgm:pt>
    <dgm:pt modelId="{68BF35CD-703E-469F-AFE6-D2753880C76E}" type="pres">
      <dgm:prSet presAssocID="{F6EEFEC3-DDCD-420E-8EC8-B613B614D6EC}" presName="aSpace2" presStyleCnt="0"/>
      <dgm:spPr/>
    </dgm:pt>
    <dgm:pt modelId="{BB74EFCA-2375-425C-8B91-2F25893E87F5}" type="pres">
      <dgm:prSet presAssocID="{F62AD246-A97B-4B5D-9BF3-12158EBF6507}" presName="childNode" presStyleLbl="node1" presStyleIdx="3" presStyleCnt="12">
        <dgm:presLayoutVars>
          <dgm:bulletEnabled val="1"/>
        </dgm:presLayoutVars>
      </dgm:prSet>
      <dgm:spPr/>
    </dgm:pt>
    <dgm:pt modelId="{40D9B465-056A-4993-A3F3-E1D409EEA838}" type="pres">
      <dgm:prSet presAssocID="{9B99B28D-504D-493D-81ED-BB0309352F29}" presName="aSpace" presStyleCnt="0"/>
      <dgm:spPr/>
    </dgm:pt>
    <dgm:pt modelId="{85C51EB4-8486-42BA-8EC0-1D94078A59EB}" type="pres">
      <dgm:prSet presAssocID="{3F46FAC1-8DD8-4E0A-9130-3A0A45E44680}" presName="compNode" presStyleCnt="0"/>
      <dgm:spPr/>
    </dgm:pt>
    <dgm:pt modelId="{BA1784A7-70B9-43F1-989F-94E3EF611E67}" type="pres">
      <dgm:prSet presAssocID="{3F46FAC1-8DD8-4E0A-9130-3A0A45E44680}" presName="aNode" presStyleLbl="bgShp" presStyleIdx="2" presStyleCnt="6"/>
      <dgm:spPr/>
    </dgm:pt>
    <dgm:pt modelId="{FB09524F-F34E-4077-8EF9-0231D32DD4D9}" type="pres">
      <dgm:prSet presAssocID="{3F46FAC1-8DD8-4E0A-9130-3A0A45E44680}" presName="textNode" presStyleLbl="bgShp" presStyleIdx="2" presStyleCnt="6"/>
      <dgm:spPr/>
    </dgm:pt>
    <dgm:pt modelId="{96B5ACF6-4FC6-4A71-802C-CA26E0AFFA53}" type="pres">
      <dgm:prSet presAssocID="{3F46FAC1-8DD8-4E0A-9130-3A0A45E44680}" presName="compChildNode" presStyleCnt="0"/>
      <dgm:spPr/>
    </dgm:pt>
    <dgm:pt modelId="{DC59B1AC-5CF8-412C-9940-08B631C3C2D3}" type="pres">
      <dgm:prSet presAssocID="{3F46FAC1-8DD8-4E0A-9130-3A0A45E44680}" presName="theInnerList" presStyleCnt="0"/>
      <dgm:spPr/>
    </dgm:pt>
    <dgm:pt modelId="{32B6309E-DBE0-497F-B5FE-7A0DFA4805CA}" type="pres">
      <dgm:prSet presAssocID="{4159643D-5BAC-483F-9629-9DE4BEA26EEB}" presName="childNode" presStyleLbl="node1" presStyleIdx="4" presStyleCnt="12">
        <dgm:presLayoutVars>
          <dgm:bulletEnabled val="1"/>
        </dgm:presLayoutVars>
      </dgm:prSet>
      <dgm:spPr/>
    </dgm:pt>
    <dgm:pt modelId="{98A06047-B023-4EBD-B1E7-BD4E606B9F4F}" type="pres">
      <dgm:prSet presAssocID="{4159643D-5BAC-483F-9629-9DE4BEA26EEB}" presName="aSpace2" presStyleCnt="0"/>
      <dgm:spPr/>
    </dgm:pt>
    <dgm:pt modelId="{F958B4AE-DA45-43DF-9356-EB61468D0E68}" type="pres">
      <dgm:prSet presAssocID="{C281EED0-B5AE-4037-9F69-84F03AA642CF}" presName="childNode" presStyleLbl="node1" presStyleIdx="5" presStyleCnt="12">
        <dgm:presLayoutVars>
          <dgm:bulletEnabled val="1"/>
        </dgm:presLayoutVars>
      </dgm:prSet>
      <dgm:spPr/>
    </dgm:pt>
    <dgm:pt modelId="{6D7B3173-4722-4859-93A9-FCA6C0AEC440}" type="pres">
      <dgm:prSet presAssocID="{3F46FAC1-8DD8-4E0A-9130-3A0A45E44680}" presName="aSpace" presStyleCnt="0"/>
      <dgm:spPr/>
    </dgm:pt>
    <dgm:pt modelId="{49C0609F-F6DB-42E8-A82A-3C9977C0462D}" type="pres">
      <dgm:prSet presAssocID="{3DCC8A1E-8AFC-40A2-B76A-651DCB00212B}" presName="compNode" presStyleCnt="0"/>
      <dgm:spPr/>
    </dgm:pt>
    <dgm:pt modelId="{68C21969-5F07-4E6B-A76C-85AE6E3F1EC0}" type="pres">
      <dgm:prSet presAssocID="{3DCC8A1E-8AFC-40A2-B76A-651DCB00212B}" presName="aNode" presStyleLbl="bgShp" presStyleIdx="3" presStyleCnt="6"/>
      <dgm:spPr/>
    </dgm:pt>
    <dgm:pt modelId="{43D8F7D7-89FB-4BC3-8BB5-4AF52D5876D7}" type="pres">
      <dgm:prSet presAssocID="{3DCC8A1E-8AFC-40A2-B76A-651DCB00212B}" presName="textNode" presStyleLbl="bgShp" presStyleIdx="3" presStyleCnt="6"/>
      <dgm:spPr/>
    </dgm:pt>
    <dgm:pt modelId="{784B3933-7AD8-4E0D-A7D8-3048058A1C96}" type="pres">
      <dgm:prSet presAssocID="{3DCC8A1E-8AFC-40A2-B76A-651DCB00212B}" presName="compChildNode" presStyleCnt="0"/>
      <dgm:spPr/>
    </dgm:pt>
    <dgm:pt modelId="{5254A816-B35F-43C8-8B9A-B3B83E1AC7E7}" type="pres">
      <dgm:prSet presAssocID="{3DCC8A1E-8AFC-40A2-B76A-651DCB00212B}" presName="theInnerList" presStyleCnt="0"/>
      <dgm:spPr/>
    </dgm:pt>
    <dgm:pt modelId="{B69A591C-184E-4618-BD1B-22AE85523444}" type="pres">
      <dgm:prSet presAssocID="{40E2D9C3-16B0-490A-8080-E88807CD98E9}" presName="childNode" presStyleLbl="node1" presStyleIdx="6" presStyleCnt="12">
        <dgm:presLayoutVars>
          <dgm:bulletEnabled val="1"/>
        </dgm:presLayoutVars>
      </dgm:prSet>
      <dgm:spPr/>
    </dgm:pt>
    <dgm:pt modelId="{F383F4D2-DB17-4062-AC40-031A324F8796}" type="pres">
      <dgm:prSet presAssocID="{40E2D9C3-16B0-490A-8080-E88807CD98E9}" presName="aSpace2" presStyleCnt="0"/>
      <dgm:spPr/>
    </dgm:pt>
    <dgm:pt modelId="{9E05A21D-8657-4E44-A04E-B6BD19DAE47E}" type="pres">
      <dgm:prSet presAssocID="{6B3E8CB4-CBC3-44F3-8F74-C5AA16DDE09B}" presName="childNode" presStyleLbl="node1" presStyleIdx="7" presStyleCnt="12">
        <dgm:presLayoutVars>
          <dgm:bulletEnabled val="1"/>
        </dgm:presLayoutVars>
      </dgm:prSet>
      <dgm:spPr/>
    </dgm:pt>
    <dgm:pt modelId="{4A870B9E-335E-4BFB-A199-008D802E560C}" type="pres">
      <dgm:prSet presAssocID="{3DCC8A1E-8AFC-40A2-B76A-651DCB00212B}" presName="aSpace" presStyleCnt="0"/>
      <dgm:spPr/>
    </dgm:pt>
    <dgm:pt modelId="{20C311F8-69D0-4565-AAED-88378B1F5397}" type="pres">
      <dgm:prSet presAssocID="{A320060A-2707-47F7-BC96-227A17CE5FF7}" presName="compNode" presStyleCnt="0"/>
      <dgm:spPr/>
    </dgm:pt>
    <dgm:pt modelId="{AADB6D61-C067-41CF-AED0-C4904D738AF9}" type="pres">
      <dgm:prSet presAssocID="{A320060A-2707-47F7-BC96-227A17CE5FF7}" presName="aNode" presStyleLbl="bgShp" presStyleIdx="4" presStyleCnt="6"/>
      <dgm:spPr/>
    </dgm:pt>
    <dgm:pt modelId="{4ECC6EEE-9757-4F79-9241-F7589E07E53B}" type="pres">
      <dgm:prSet presAssocID="{A320060A-2707-47F7-BC96-227A17CE5FF7}" presName="textNode" presStyleLbl="bgShp" presStyleIdx="4" presStyleCnt="6"/>
      <dgm:spPr/>
    </dgm:pt>
    <dgm:pt modelId="{59FF036E-7D38-4065-9633-CBE9044E7D78}" type="pres">
      <dgm:prSet presAssocID="{A320060A-2707-47F7-BC96-227A17CE5FF7}" presName="compChildNode" presStyleCnt="0"/>
      <dgm:spPr/>
    </dgm:pt>
    <dgm:pt modelId="{3D0B4F9C-51F0-478F-A8BC-96591ED82C01}" type="pres">
      <dgm:prSet presAssocID="{A320060A-2707-47F7-BC96-227A17CE5FF7}" presName="theInnerList" presStyleCnt="0"/>
      <dgm:spPr/>
    </dgm:pt>
    <dgm:pt modelId="{3F3AE838-7B4B-4DC7-B4AA-B8B619379278}" type="pres">
      <dgm:prSet presAssocID="{2AF16F86-699C-45E9-831E-AB206D8EF3D0}" presName="childNode" presStyleLbl="node1" presStyleIdx="8" presStyleCnt="12">
        <dgm:presLayoutVars>
          <dgm:bulletEnabled val="1"/>
        </dgm:presLayoutVars>
      </dgm:prSet>
      <dgm:spPr/>
    </dgm:pt>
    <dgm:pt modelId="{EFB70E2F-FBFE-4E4B-B41D-BD0D4876D088}" type="pres">
      <dgm:prSet presAssocID="{2AF16F86-699C-45E9-831E-AB206D8EF3D0}" presName="aSpace2" presStyleCnt="0"/>
      <dgm:spPr/>
    </dgm:pt>
    <dgm:pt modelId="{89999897-17C1-41D5-87D6-642364BE8570}" type="pres">
      <dgm:prSet presAssocID="{47A5E1A2-2129-4071-B2E2-C9836C780843}" presName="childNode" presStyleLbl="node1" presStyleIdx="9" presStyleCnt="12">
        <dgm:presLayoutVars>
          <dgm:bulletEnabled val="1"/>
        </dgm:presLayoutVars>
      </dgm:prSet>
      <dgm:spPr/>
    </dgm:pt>
    <dgm:pt modelId="{B1CE0EA1-F06B-4D89-9C78-C14B790E6720}" type="pres">
      <dgm:prSet presAssocID="{A320060A-2707-47F7-BC96-227A17CE5FF7}" presName="aSpace" presStyleCnt="0"/>
      <dgm:spPr/>
    </dgm:pt>
    <dgm:pt modelId="{A9C4FF0B-32AF-4E1F-9BB4-F93AE7C8F6E7}" type="pres">
      <dgm:prSet presAssocID="{768B295D-B35D-4828-83DE-81308AA6E7A8}" presName="compNode" presStyleCnt="0"/>
      <dgm:spPr/>
    </dgm:pt>
    <dgm:pt modelId="{92275581-4BE0-4991-BF54-E505EF37EE69}" type="pres">
      <dgm:prSet presAssocID="{768B295D-B35D-4828-83DE-81308AA6E7A8}" presName="aNode" presStyleLbl="bgShp" presStyleIdx="5" presStyleCnt="6"/>
      <dgm:spPr/>
    </dgm:pt>
    <dgm:pt modelId="{32896EB4-2535-4B2D-AC15-807FDEB7778B}" type="pres">
      <dgm:prSet presAssocID="{768B295D-B35D-4828-83DE-81308AA6E7A8}" presName="textNode" presStyleLbl="bgShp" presStyleIdx="5" presStyleCnt="6"/>
      <dgm:spPr/>
    </dgm:pt>
    <dgm:pt modelId="{FFBAA32F-91A3-4275-B409-2FF86E1ABEF9}" type="pres">
      <dgm:prSet presAssocID="{768B295D-B35D-4828-83DE-81308AA6E7A8}" presName="compChildNode" presStyleCnt="0"/>
      <dgm:spPr/>
    </dgm:pt>
    <dgm:pt modelId="{8EAC1FDF-EBB5-4197-AAA2-43B337371C9F}" type="pres">
      <dgm:prSet presAssocID="{768B295D-B35D-4828-83DE-81308AA6E7A8}" presName="theInnerList" presStyleCnt="0"/>
      <dgm:spPr/>
    </dgm:pt>
    <dgm:pt modelId="{780ACE9D-9F16-47A5-87B2-9829512F00A9}" type="pres">
      <dgm:prSet presAssocID="{44DECCC1-AE9D-4778-8AF4-8BE028B07BEE}" presName="childNode" presStyleLbl="node1" presStyleIdx="10" presStyleCnt="12">
        <dgm:presLayoutVars>
          <dgm:bulletEnabled val="1"/>
        </dgm:presLayoutVars>
      </dgm:prSet>
      <dgm:spPr/>
    </dgm:pt>
    <dgm:pt modelId="{81AC4AEE-4788-4104-ABBE-44C1A565D2A8}" type="pres">
      <dgm:prSet presAssocID="{44DECCC1-AE9D-4778-8AF4-8BE028B07BEE}" presName="aSpace2" presStyleCnt="0"/>
      <dgm:spPr/>
    </dgm:pt>
    <dgm:pt modelId="{54683781-EBC6-4C63-A92E-8A22A03D9D80}" type="pres">
      <dgm:prSet presAssocID="{6C1147BA-F7DD-4769-AF63-CB4CC2A02C82}" presName="childNode" presStyleLbl="node1" presStyleIdx="11" presStyleCnt="12">
        <dgm:presLayoutVars>
          <dgm:bulletEnabled val="1"/>
        </dgm:presLayoutVars>
      </dgm:prSet>
      <dgm:spPr/>
    </dgm:pt>
  </dgm:ptLst>
  <dgm:cxnLst>
    <dgm:cxn modelId="{1DF65B03-1918-447A-B026-9BDE87A52FD6}" type="presOf" srcId="{3F46FAC1-8DD8-4E0A-9130-3A0A45E44680}" destId="{FB09524F-F34E-4077-8EF9-0231D32DD4D9}" srcOrd="1" destOrd="0" presId="urn:microsoft.com/office/officeart/2005/8/layout/lProcess2"/>
    <dgm:cxn modelId="{7338EA03-14B8-466C-A8FF-9B7CDEE49718}" type="presOf" srcId="{9B99B28D-504D-493D-81ED-BB0309352F29}" destId="{3D35CC77-C4E4-4517-A528-767D30A3636B}" srcOrd="1" destOrd="0" presId="urn:microsoft.com/office/officeart/2005/8/layout/lProcess2"/>
    <dgm:cxn modelId="{E7239318-F9F4-44C5-B39C-26672ACC4E98}" srcId="{3DCC8A1E-8AFC-40A2-B76A-651DCB00212B}" destId="{6B3E8CB4-CBC3-44F3-8F74-C5AA16DDE09B}" srcOrd="1" destOrd="0" parTransId="{2712D8C5-C72E-4400-9055-CA635ABC8BA4}" sibTransId="{430DDB45-E4F5-40F7-B11A-E49F03DFDEA7}"/>
    <dgm:cxn modelId="{C92E6B1C-F62A-4D0E-A8FE-C042A2AE5897}" type="presOf" srcId="{2AF16F86-699C-45E9-831E-AB206D8EF3D0}" destId="{3F3AE838-7B4B-4DC7-B4AA-B8B619379278}" srcOrd="0" destOrd="0" presId="urn:microsoft.com/office/officeart/2005/8/layout/lProcess2"/>
    <dgm:cxn modelId="{2437DF2A-7F72-4CBA-9347-6EC1BA85F7C1}" srcId="{3DCC8A1E-8AFC-40A2-B76A-651DCB00212B}" destId="{40E2D9C3-16B0-490A-8080-E88807CD98E9}" srcOrd="0" destOrd="0" parTransId="{7C6875EC-CEF3-4B6A-B9BE-15804A0D2840}" sibTransId="{866B775B-CC31-4B82-92FF-ED4D00303739}"/>
    <dgm:cxn modelId="{8ACF532B-12C3-4D39-B69F-AB7475EA6B08}" type="presOf" srcId="{918E2E56-B921-427C-87D7-8644759BA58A}" destId="{5E30499B-C858-408B-B67D-1D13FBCD7F2E}" srcOrd="1" destOrd="0" presId="urn:microsoft.com/office/officeart/2005/8/layout/lProcess2"/>
    <dgm:cxn modelId="{AC420540-050D-4E7D-8682-1A9A12C6FF8D}" type="presOf" srcId="{40E2D9C3-16B0-490A-8080-E88807CD98E9}" destId="{B69A591C-184E-4618-BD1B-22AE85523444}" srcOrd="0" destOrd="0" presId="urn:microsoft.com/office/officeart/2005/8/layout/lProcess2"/>
    <dgm:cxn modelId="{21EEBB40-25E0-4698-91A9-16C4F4C38FF7}" type="presOf" srcId="{6C1147BA-F7DD-4769-AF63-CB4CC2A02C82}" destId="{54683781-EBC6-4C63-A92E-8A22A03D9D80}" srcOrd="0" destOrd="0" presId="urn:microsoft.com/office/officeart/2005/8/layout/lProcess2"/>
    <dgm:cxn modelId="{847C485B-0E7F-41D0-8B8C-AE9059FA475C}" srcId="{BFE3AEE8-5741-4A9F-ADDE-873F8BA0BB89}" destId="{A320060A-2707-47F7-BC96-227A17CE5FF7}" srcOrd="4" destOrd="0" parTransId="{52461082-3DC3-4136-9582-9825F7B7380F}" sibTransId="{E82B82D2-27BA-484E-9989-139F3F388EE6}"/>
    <dgm:cxn modelId="{F0C11063-2648-45FA-8407-A2A3A1EABB5A}" srcId="{BFE3AEE8-5741-4A9F-ADDE-873F8BA0BB89}" destId="{9B99B28D-504D-493D-81ED-BB0309352F29}" srcOrd="1" destOrd="0" parTransId="{F09DD957-5A7C-4B78-9B94-B8D3C1ACCFA0}" sibTransId="{777B2B74-878C-4D25-A8EE-045A8DF2268A}"/>
    <dgm:cxn modelId="{B9DC6863-F957-4155-8E4F-1345E439CB71}" type="presOf" srcId="{A320060A-2707-47F7-BC96-227A17CE5FF7}" destId="{AADB6D61-C067-41CF-AED0-C4904D738AF9}" srcOrd="0" destOrd="0" presId="urn:microsoft.com/office/officeart/2005/8/layout/lProcess2"/>
    <dgm:cxn modelId="{2B3A8544-6B5D-481E-BAE9-1AD378C305C6}" type="presOf" srcId="{00B598FC-20A2-4CC4-840C-463F047B84AD}" destId="{B678B082-93F4-4F43-9726-C1C19EEAC733}" srcOrd="0" destOrd="0" presId="urn:microsoft.com/office/officeart/2005/8/layout/lProcess2"/>
    <dgm:cxn modelId="{5483656B-5629-4DF8-AF2A-EF4AFB2AC051}" type="presOf" srcId="{768B295D-B35D-4828-83DE-81308AA6E7A8}" destId="{32896EB4-2535-4B2D-AC15-807FDEB7778B}" srcOrd="1" destOrd="0" presId="urn:microsoft.com/office/officeart/2005/8/layout/lProcess2"/>
    <dgm:cxn modelId="{69BDE66C-D44C-40A4-A976-15E99041F522}" srcId="{BFE3AEE8-5741-4A9F-ADDE-873F8BA0BB89}" destId="{3DCC8A1E-8AFC-40A2-B76A-651DCB00212B}" srcOrd="3" destOrd="0" parTransId="{552EC421-4D5E-48F0-A408-84E00571062A}" sibTransId="{8778683F-A7FC-414F-9E2F-F669BBDC80EC}"/>
    <dgm:cxn modelId="{E52F4F4F-8650-4483-8FB8-17B57B05B222}" srcId="{BFE3AEE8-5741-4A9F-ADDE-873F8BA0BB89}" destId="{768B295D-B35D-4828-83DE-81308AA6E7A8}" srcOrd="5" destOrd="0" parTransId="{E73F3B45-3274-4CC6-BE3A-F5C09C86D73F}" sibTransId="{54F40ADB-38E3-4128-8914-53B5F6FA8B90}"/>
    <dgm:cxn modelId="{09780651-F0BB-4287-8951-C635DDA40EF5}" srcId="{3F46FAC1-8DD8-4E0A-9130-3A0A45E44680}" destId="{C281EED0-B5AE-4037-9F69-84F03AA642CF}" srcOrd="1" destOrd="0" parTransId="{C9F606EB-56F1-490C-A855-E72C3A02A12B}" sibTransId="{3E6656F4-9E1E-47E5-8766-BB7A10C965E7}"/>
    <dgm:cxn modelId="{9A99D557-E7E7-4421-9673-45894DCA074F}" srcId="{A320060A-2707-47F7-BC96-227A17CE5FF7}" destId="{47A5E1A2-2129-4071-B2E2-C9836C780843}" srcOrd="1" destOrd="0" parTransId="{B590A131-DD7D-4CA9-BDA7-2813F2ABB73E}" sibTransId="{551CCE41-D5BD-46FD-B93A-E8436629204C}"/>
    <dgm:cxn modelId="{F9010E59-948F-4D05-AA76-FAA871E2B4AD}" srcId="{918E2E56-B921-427C-87D7-8644759BA58A}" destId="{11794DF3-3A1E-4F62-A376-D5912AF5737E}" srcOrd="0" destOrd="0" parTransId="{C2EA8420-1A6A-41D3-B6AA-8FE02B0BCE09}" sibTransId="{A4F1CF51-060C-44C0-A4B5-FC20BB6301D4}"/>
    <dgm:cxn modelId="{5EAE4180-C9B9-4574-9F15-8EACD27C2697}" type="presOf" srcId="{F6EEFEC3-DDCD-420E-8EC8-B613B614D6EC}" destId="{10815F6D-9314-4C29-97B6-F423E2E6502C}" srcOrd="0" destOrd="0" presId="urn:microsoft.com/office/officeart/2005/8/layout/lProcess2"/>
    <dgm:cxn modelId="{EC50DF82-4001-46A6-A5D9-A243176B83D2}" srcId="{BFE3AEE8-5741-4A9F-ADDE-873F8BA0BB89}" destId="{3F46FAC1-8DD8-4E0A-9130-3A0A45E44680}" srcOrd="2" destOrd="0" parTransId="{A1A8CFC1-B23E-446A-83DA-8155F62FB07A}" sibTransId="{0E421F90-D0F2-408C-9D87-0F6B9A673296}"/>
    <dgm:cxn modelId="{5679EA8C-2259-4B9F-8673-F2C92A95CF03}" type="presOf" srcId="{3DCC8A1E-8AFC-40A2-B76A-651DCB00212B}" destId="{68C21969-5F07-4E6B-A76C-85AE6E3F1EC0}" srcOrd="0" destOrd="0" presId="urn:microsoft.com/office/officeart/2005/8/layout/lProcess2"/>
    <dgm:cxn modelId="{04D8698F-7BDF-4101-A5BF-64AA019962E4}" srcId="{3F46FAC1-8DD8-4E0A-9130-3A0A45E44680}" destId="{4159643D-5BAC-483F-9629-9DE4BEA26EEB}" srcOrd="0" destOrd="0" parTransId="{96B67059-FA32-46F3-82DF-0EB53E405AE4}" sibTransId="{5DC1CD6C-A51E-46E7-9CE9-B423FCB80148}"/>
    <dgm:cxn modelId="{EB86EE8F-5674-42A9-BE06-9185CECB7B84}" type="presOf" srcId="{11794DF3-3A1E-4F62-A376-D5912AF5737E}" destId="{B1967DD0-8563-4A69-91FA-842C683FC03A}" srcOrd="0" destOrd="0" presId="urn:microsoft.com/office/officeart/2005/8/layout/lProcess2"/>
    <dgm:cxn modelId="{E7BE559D-286B-4676-A3D8-90C35670858A}" srcId="{918E2E56-B921-427C-87D7-8644759BA58A}" destId="{00B598FC-20A2-4CC4-840C-463F047B84AD}" srcOrd="1" destOrd="0" parTransId="{E24CAE81-FAA0-494B-85BC-C9E6D074D1EF}" sibTransId="{6B638B52-105B-4BEB-A2DC-4138FC116FCD}"/>
    <dgm:cxn modelId="{3902A0A0-D97B-4585-A945-299F25B0AA67}" type="presOf" srcId="{47A5E1A2-2129-4071-B2E2-C9836C780843}" destId="{89999897-17C1-41D5-87D6-642364BE8570}" srcOrd="0" destOrd="0" presId="urn:microsoft.com/office/officeart/2005/8/layout/lProcess2"/>
    <dgm:cxn modelId="{6915F9A0-0A39-41C3-9CC6-3B6829D9CAA0}" srcId="{9B99B28D-504D-493D-81ED-BB0309352F29}" destId="{F6EEFEC3-DDCD-420E-8EC8-B613B614D6EC}" srcOrd="0" destOrd="0" parTransId="{C5952582-9FE7-477A-89A5-C45177D7FB2D}" sibTransId="{5F37A6EE-61C2-4A9F-A69D-BBCB9433C5E1}"/>
    <dgm:cxn modelId="{5F5FD4A8-D6F1-4C6A-B899-89A2C4BF4E5E}" srcId="{768B295D-B35D-4828-83DE-81308AA6E7A8}" destId="{44DECCC1-AE9D-4778-8AF4-8BE028B07BEE}" srcOrd="0" destOrd="0" parTransId="{144C5575-48CF-47F9-A8C2-5546670557E8}" sibTransId="{7F7B0401-1C06-482C-B1E3-AF60E8BFD7BB}"/>
    <dgm:cxn modelId="{270CCBAF-E613-4429-8AAB-22BF4D918D6A}" srcId="{BFE3AEE8-5741-4A9F-ADDE-873F8BA0BB89}" destId="{918E2E56-B921-427C-87D7-8644759BA58A}" srcOrd="0" destOrd="0" parTransId="{063D238F-90DB-4697-ABF4-6A8A4174D0FB}" sibTransId="{30A27D70-40BD-4EE1-86E4-29056F5785AF}"/>
    <dgm:cxn modelId="{336238BE-200E-4044-A828-1E01619762C1}" type="presOf" srcId="{9B99B28D-504D-493D-81ED-BB0309352F29}" destId="{4C84D953-0C65-47AA-A9B2-41B569E9CA24}" srcOrd="0" destOrd="0" presId="urn:microsoft.com/office/officeart/2005/8/layout/lProcess2"/>
    <dgm:cxn modelId="{B1D094C1-1820-4E21-BA17-62C8AD7AF299}" srcId="{768B295D-B35D-4828-83DE-81308AA6E7A8}" destId="{6C1147BA-F7DD-4769-AF63-CB4CC2A02C82}" srcOrd="1" destOrd="0" parTransId="{1741E73D-0727-4405-88C7-F385DA094EE9}" sibTransId="{CDB8CAC3-92C2-4480-8457-04ADDFD23734}"/>
    <dgm:cxn modelId="{EE27F7C2-43E1-4F28-89E0-B18F0E37CDA5}" srcId="{A320060A-2707-47F7-BC96-227A17CE5FF7}" destId="{2AF16F86-699C-45E9-831E-AB206D8EF3D0}" srcOrd="0" destOrd="0" parTransId="{4216F32D-220C-4138-BE89-ACA6958A6C5B}" sibTransId="{F0205BF8-E8E9-4D2E-B68F-480E519CF0DB}"/>
    <dgm:cxn modelId="{66B2E7C7-7659-40FD-AEF4-EE473088F141}" type="presOf" srcId="{44DECCC1-AE9D-4778-8AF4-8BE028B07BEE}" destId="{780ACE9D-9F16-47A5-87B2-9829512F00A9}" srcOrd="0" destOrd="0" presId="urn:microsoft.com/office/officeart/2005/8/layout/lProcess2"/>
    <dgm:cxn modelId="{4CB516CA-7CEF-41B3-88B1-D22F53211C74}" type="presOf" srcId="{3F46FAC1-8DD8-4E0A-9130-3A0A45E44680}" destId="{BA1784A7-70B9-43F1-989F-94E3EF611E67}" srcOrd="0" destOrd="0" presId="urn:microsoft.com/office/officeart/2005/8/layout/lProcess2"/>
    <dgm:cxn modelId="{4505ADD3-43BC-4D13-9076-79563AF4EF16}" type="presOf" srcId="{F62AD246-A97B-4B5D-9BF3-12158EBF6507}" destId="{BB74EFCA-2375-425C-8B91-2F25893E87F5}" srcOrd="0" destOrd="0" presId="urn:microsoft.com/office/officeart/2005/8/layout/lProcess2"/>
    <dgm:cxn modelId="{874375E2-7E6F-4039-97C2-68831223CCA0}" type="presOf" srcId="{768B295D-B35D-4828-83DE-81308AA6E7A8}" destId="{92275581-4BE0-4991-BF54-E505EF37EE69}" srcOrd="0" destOrd="0" presId="urn:microsoft.com/office/officeart/2005/8/layout/lProcess2"/>
    <dgm:cxn modelId="{802829E7-E2B3-4F1A-B395-89FB13A7CC17}" type="presOf" srcId="{3DCC8A1E-8AFC-40A2-B76A-651DCB00212B}" destId="{43D8F7D7-89FB-4BC3-8BB5-4AF52D5876D7}" srcOrd="1" destOrd="0" presId="urn:microsoft.com/office/officeart/2005/8/layout/lProcess2"/>
    <dgm:cxn modelId="{B567D7EB-BC46-40DC-A729-9A2C80EB4C5B}" srcId="{9B99B28D-504D-493D-81ED-BB0309352F29}" destId="{F62AD246-A97B-4B5D-9BF3-12158EBF6507}" srcOrd="1" destOrd="0" parTransId="{EFD4C7C0-3AA0-4986-A52D-FAD9FA5CC3D9}" sibTransId="{D9D3B964-A02E-4D41-833B-B8979BC99366}"/>
    <dgm:cxn modelId="{1B475AF2-AB15-460F-B10E-9002BB4BA03E}" type="presOf" srcId="{918E2E56-B921-427C-87D7-8644759BA58A}" destId="{A8B886C8-032D-428F-B49A-F5D6DBBC4694}" srcOrd="0" destOrd="0" presId="urn:microsoft.com/office/officeart/2005/8/layout/lProcess2"/>
    <dgm:cxn modelId="{80011AF6-44C4-4A3C-B79F-057F98EC6EA5}" type="presOf" srcId="{C281EED0-B5AE-4037-9F69-84F03AA642CF}" destId="{F958B4AE-DA45-43DF-9356-EB61468D0E68}" srcOrd="0" destOrd="0" presId="urn:microsoft.com/office/officeart/2005/8/layout/lProcess2"/>
    <dgm:cxn modelId="{E0DA0CFB-A339-44D8-A893-5D9D11862B1B}" type="presOf" srcId="{A320060A-2707-47F7-BC96-227A17CE5FF7}" destId="{4ECC6EEE-9757-4F79-9241-F7589E07E53B}" srcOrd="1" destOrd="0" presId="urn:microsoft.com/office/officeart/2005/8/layout/lProcess2"/>
    <dgm:cxn modelId="{6A41DAFB-3890-4753-83C0-728CBEA27E27}" type="presOf" srcId="{4159643D-5BAC-483F-9629-9DE4BEA26EEB}" destId="{32B6309E-DBE0-497F-B5FE-7A0DFA4805CA}" srcOrd="0" destOrd="0" presId="urn:microsoft.com/office/officeart/2005/8/layout/lProcess2"/>
    <dgm:cxn modelId="{778A1EFC-B693-4A64-94B3-25F6F834A7C4}" type="presOf" srcId="{6B3E8CB4-CBC3-44F3-8F74-C5AA16DDE09B}" destId="{9E05A21D-8657-4E44-A04E-B6BD19DAE47E}" srcOrd="0" destOrd="0" presId="urn:microsoft.com/office/officeart/2005/8/layout/lProcess2"/>
    <dgm:cxn modelId="{8E2B99FF-6CA3-49D5-B388-AB03505D6D28}" type="presOf" srcId="{BFE3AEE8-5741-4A9F-ADDE-873F8BA0BB89}" destId="{52EC546C-0E05-4D01-A01B-8C972CA4B7BE}" srcOrd="0" destOrd="0" presId="urn:microsoft.com/office/officeart/2005/8/layout/lProcess2"/>
    <dgm:cxn modelId="{E1A7C306-DAD3-4CFF-803A-5E93154410AE}" type="presParOf" srcId="{52EC546C-0E05-4D01-A01B-8C972CA4B7BE}" destId="{1F296645-E4B3-467E-8876-FFE770177439}" srcOrd="0" destOrd="0" presId="urn:microsoft.com/office/officeart/2005/8/layout/lProcess2"/>
    <dgm:cxn modelId="{792FD329-6E29-4CD3-9566-84DA67080EB8}" type="presParOf" srcId="{1F296645-E4B3-467E-8876-FFE770177439}" destId="{A8B886C8-032D-428F-B49A-F5D6DBBC4694}" srcOrd="0" destOrd="0" presId="urn:microsoft.com/office/officeart/2005/8/layout/lProcess2"/>
    <dgm:cxn modelId="{A4BE1713-BB57-49A2-814E-240BDD47348A}" type="presParOf" srcId="{1F296645-E4B3-467E-8876-FFE770177439}" destId="{5E30499B-C858-408B-B67D-1D13FBCD7F2E}" srcOrd="1" destOrd="0" presId="urn:microsoft.com/office/officeart/2005/8/layout/lProcess2"/>
    <dgm:cxn modelId="{B3E9EE4D-8285-4D47-B5AB-D8DCCDB72FBA}" type="presParOf" srcId="{1F296645-E4B3-467E-8876-FFE770177439}" destId="{0D70871D-ACEE-4F89-9105-CA1B5DD85EE9}" srcOrd="2" destOrd="0" presId="urn:microsoft.com/office/officeart/2005/8/layout/lProcess2"/>
    <dgm:cxn modelId="{B5777B35-6123-4556-8B84-194FC2ABAB36}" type="presParOf" srcId="{0D70871D-ACEE-4F89-9105-CA1B5DD85EE9}" destId="{BB5CCF5B-3AC3-4888-BDF6-C7593437A8DF}" srcOrd="0" destOrd="0" presId="urn:microsoft.com/office/officeart/2005/8/layout/lProcess2"/>
    <dgm:cxn modelId="{52EB1558-433F-4580-96C1-01DBE3BEA56D}" type="presParOf" srcId="{BB5CCF5B-3AC3-4888-BDF6-C7593437A8DF}" destId="{B1967DD0-8563-4A69-91FA-842C683FC03A}" srcOrd="0" destOrd="0" presId="urn:microsoft.com/office/officeart/2005/8/layout/lProcess2"/>
    <dgm:cxn modelId="{A912DA45-D47B-4999-9BD9-49E65E5B8805}" type="presParOf" srcId="{BB5CCF5B-3AC3-4888-BDF6-C7593437A8DF}" destId="{7FC7B943-FE4F-4C54-821A-B4E2A94189A6}" srcOrd="1" destOrd="0" presId="urn:microsoft.com/office/officeart/2005/8/layout/lProcess2"/>
    <dgm:cxn modelId="{9EABB924-E226-4425-9540-3EE47B402082}" type="presParOf" srcId="{BB5CCF5B-3AC3-4888-BDF6-C7593437A8DF}" destId="{B678B082-93F4-4F43-9726-C1C19EEAC733}" srcOrd="2" destOrd="0" presId="urn:microsoft.com/office/officeart/2005/8/layout/lProcess2"/>
    <dgm:cxn modelId="{BC726AEA-BDE7-4CCB-A7FC-60EC7FB53429}" type="presParOf" srcId="{52EC546C-0E05-4D01-A01B-8C972CA4B7BE}" destId="{396DFE3F-8125-436E-A6B0-80FDB774EE7B}" srcOrd="1" destOrd="0" presId="urn:microsoft.com/office/officeart/2005/8/layout/lProcess2"/>
    <dgm:cxn modelId="{BF8B925E-D9DB-47F0-85A1-67B0A9F83FB0}" type="presParOf" srcId="{52EC546C-0E05-4D01-A01B-8C972CA4B7BE}" destId="{726384E1-076A-4D4A-9CB1-AFC5FDCF57A5}" srcOrd="2" destOrd="0" presId="urn:microsoft.com/office/officeart/2005/8/layout/lProcess2"/>
    <dgm:cxn modelId="{5499F511-677C-4A55-97C1-07565C002971}" type="presParOf" srcId="{726384E1-076A-4D4A-9CB1-AFC5FDCF57A5}" destId="{4C84D953-0C65-47AA-A9B2-41B569E9CA24}" srcOrd="0" destOrd="0" presId="urn:microsoft.com/office/officeart/2005/8/layout/lProcess2"/>
    <dgm:cxn modelId="{7C25E89A-E2BC-451B-B1E2-3934C2D07D43}" type="presParOf" srcId="{726384E1-076A-4D4A-9CB1-AFC5FDCF57A5}" destId="{3D35CC77-C4E4-4517-A528-767D30A3636B}" srcOrd="1" destOrd="0" presId="urn:microsoft.com/office/officeart/2005/8/layout/lProcess2"/>
    <dgm:cxn modelId="{86D48307-7B45-4BC0-B15C-6D1F67EF64CD}" type="presParOf" srcId="{726384E1-076A-4D4A-9CB1-AFC5FDCF57A5}" destId="{244738C0-3FF4-4102-9CCF-81E6E29261CB}" srcOrd="2" destOrd="0" presId="urn:microsoft.com/office/officeart/2005/8/layout/lProcess2"/>
    <dgm:cxn modelId="{188FEE08-990F-4398-8786-7AAA15E490FC}" type="presParOf" srcId="{244738C0-3FF4-4102-9CCF-81E6E29261CB}" destId="{CBC61962-76B3-4054-9EEA-F7416BCBC804}" srcOrd="0" destOrd="0" presId="urn:microsoft.com/office/officeart/2005/8/layout/lProcess2"/>
    <dgm:cxn modelId="{8D8C560D-1735-4AC9-B4A5-35F3181E2722}" type="presParOf" srcId="{CBC61962-76B3-4054-9EEA-F7416BCBC804}" destId="{10815F6D-9314-4C29-97B6-F423E2E6502C}" srcOrd="0" destOrd="0" presId="urn:microsoft.com/office/officeart/2005/8/layout/lProcess2"/>
    <dgm:cxn modelId="{36E1F03A-5E43-433F-874C-A318524264CB}" type="presParOf" srcId="{CBC61962-76B3-4054-9EEA-F7416BCBC804}" destId="{68BF35CD-703E-469F-AFE6-D2753880C76E}" srcOrd="1" destOrd="0" presId="urn:microsoft.com/office/officeart/2005/8/layout/lProcess2"/>
    <dgm:cxn modelId="{8FA3B01C-67FE-46C3-84B5-48520967243A}" type="presParOf" srcId="{CBC61962-76B3-4054-9EEA-F7416BCBC804}" destId="{BB74EFCA-2375-425C-8B91-2F25893E87F5}" srcOrd="2" destOrd="0" presId="urn:microsoft.com/office/officeart/2005/8/layout/lProcess2"/>
    <dgm:cxn modelId="{1E95F84C-6345-42D5-9E49-14ECA09ADD36}" type="presParOf" srcId="{52EC546C-0E05-4D01-A01B-8C972CA4B7BE}" destId="{40D9B465-056A-4993-A3F3-E1D409EEA838}" srcOrd="3" destOrd="0" presId="urn:microsoft.com/office/officeart/2005/8/layout/lProcess2"/>
    <dgm:cxn modelId="{7AF8B9B4-34F0-47B2-A16E-376D0F82D0A7}" type="presParOf" srcId="{52EC546C-0E05-4D01-A01B-8C972CA4B7BE}" destId="{85C51EB4-8486-42BA-8EC0-1D94078A59EB}" srcOrd="4" destOrd="0" presId="urn:microsoft.com/office/officeart/2005/8/layout/lProcess2"/>
    <dgm:cxn modelId="{6842E1BA-9A3E-4EA2-8FA9-CE4471C19FCF}" type="presParOf" srcId="{85C51EB4-8486-42BA-8EC0-1D94078A59EB}" destId="{BA1784A7-70B9-43F1-989F-94E3EF611E67}" srcOrd="0" destOrd="0" presId="urn:microsoft.com/office/officeart/2005/8/layout/lProcess2"/>
    <dgm:cxn modelId="{ACC7CB07-FB71-46BA-A29F-3C7148F31B34}" type="presParOf" srcId="{85C51EB4-8486-42BA-8EC0-1D94078A59EB}" destId="{FB09524F-F34E-4077-8EF9-0231D32DD4D9}" srcOrd="1" destOrd="0" presId="urn:microsoft.com/office/officeart/2005/8/layout/lProcess2"/>
    <dgm:cxn modelId="{BC12AE8C-64A6-4552-8E23-B7B5199379D5}" type="presParOf" srcId="{85C51EB4-8486-42BA-8EC0-1D94078A59EB}" destId="{96B5ACF6-4FC6-4A71-802C-CA26E0AFFA53}" srcOrd="2" destOrd="0" presId="urn:microsoft.com/office/officeart/2005/8/layout/lProcess2"/>
    <dgm:cxn modelId="{0F5E4E94-C417-4316-ACA8-F161276A67BB}" type="presParOf" srcId="{96B5ACF6-4FC6-4A71-802C-CA26E0AFFA53}" destId="{DC59B1AC-5CF8-412C-9940-08B631C3C2D3}" srcOrd="0" destOrd="0" presId="urn:microsoft.com/office/officeart/2005/8/layout/lProcess2"/>
    <dgm:cxn modelId="{1C370DA9-7440-47C3-ABBE-FFE5A4F4E72B}" type="presParOf" srcId="{DC59B1AC-5CF8-412C-9940-08B631C3C2D3}" destId="{32B6309E-DBE0-497F-B5FE-7A0DFA4805CA}" srcOrd="0" destOrd="0" presId="urn:microsoft.com/office/officeart/2005/8/layout/lProcess2"/>
    <dgm:cxn modelId="{591B39B0-8B60-41CC-BB6A-28662635FAE6}" type="presParOf" srcId="{DC59B1AC-5CF8-412C-9940-08B631C3C2D3}" destId="{98A06047-B023-4EBD-B1E7-BD4E606B9F4F}" srcOrd="1" destOrd="0" presId="urn:microsoft.com/office/officeart/2005/8/layout/lProcess2"/>
    <dgm:cxn modelId="{FBDDD77F-C61A-42AF-BDAB-28A37FAD7C0E}" type="presParOf" srcId="{DC59B1AC-5CF8-412C-9940-08B631C3C2D3}" destId="{F958B4AE-DA45-43DF-9356-EB61468D0E68}" srcOrd="2" destOrd="0" presId="urn:microsoft.com/office/officeart/2005/8/layout/lProcess2"/>
    <dgm:cxn modelId="{8CE82CCC-978D-45D4-A13B-D615752B9198}" type="presParOf" srcId="{52EC546C-0E05-4D01-A01B-8C972CA4B7BE}" destId="{6D7B3173-4722-4859-93A9-FCA6C0AEC440}" srcOrd="5" destOrd="0" presId="urn:microsoft.com/office/officeart/2005/8/layout/lProcess2"/>
    <dgm:cxn modelId="{A9E5B430-1211-4D20-BF22-491B72E7110C}" type="presParOf" srcId="{52EC546C-0E05-4D01-A01B-8C972CA4B7BE}" destId="{49C0609F-F6DB-42E8-A82A-3C9977C0462D}" srcOrd="6" destOrd="0" presId="urn:microsoft.com/office/officeart/2005/8/layout/lProcess2"/>
    <dgm:cxn modelId="{7BCBB036-6883-409D-8D9F-03CB4C368E6C}" type="presParOf" srcId="{49C0609F-F6DB-42E8-A82A-3C9977C0462D}" destId="{68C21969-5F07-4E6B-A76C-85AE6E3F1EC0}" srcOrd="0" destOrd="0" presId="urn:microsoft.com/office/officeart/2005/8/layout/lProcess2"/>
    <dgm:cxn modelId="{FF832F1A-1A3E-4229-8DA4-93F649CA6BC8}" type="presParOf" srcId="{49C0609F-F6DB-42E8-A82A-3C9977C0462D}" destId="{43D8F7D7-89FB-4BC3-8BB5-4AF52D5876D7}" srcOrd="1" destOrd="0" presId="urn:microsoft.com/office/officeart/2005/8/layout/lProcess2"/>
    <dgm:cxn modelId="{E4B087E1-8AF0-434F-82C8-51C3D25D92B8}" type="presParOf" srcId="{49C0609F-F6DB-42E8-A82A-3C9977C0462D}" destId="{784B3933-7AD8-4E0D-A7D8-3048058A1C96}" srcOrd="2" destOrd="0" presId="urn:microsoft.com/office/officeart/2005/8/layout/lProcess2"/>
    <dgm:cxn modelId="{6DE840EC-0F51-4CDA-B599-25B03685652E}" type="presParOf" srcId="{784B3933-7AD8-4E0D-A7D8-3048058A1C96}" destId="{5254A816-B35F-43C8-8B9A-B3B83E1AC7E7}" srcOrd="0" destOrd="0" presId="urn:microsoft.com/office/officeart/2005/8/layout/lProcess2"/>
    <dgm:cxn modelId="{09A39ECF-CE1F-4EC6-A43E-8FE8C14C6E79}" type="presParOf" srcId="{5254A816-B35F-43C8-8B9A-B3B83E1AC7E7}" destId="{B69A591C-184E-4618-BD1B-22AE85523444}" srcOrd="0" destOrd="0" presId="urn:microsoft.com/office/officeart/2005/8/layout/lProcess2"/>
    <dgm:cxn modelId="{C649F0B0-AB5B-45C0-99EE-949C058911E7}" type="presParOf" srcId="{5254A816-B35F-43C8-8B9A-B3B83E1AC7E7}" destId="{F383F4D2-DB17-4062-AC40-031A324F8796}" srcOrd="1" destOrd="0" presId="urn:microsoft.com/office/officeart/2005/8/layout/lProcess2"/>
    <dgm:cxn modelId="{FC44CA49-7494-4DF4-87E8-3DA01F5D6B31}" type="presParOf" srcId="{5254A816-B35F-43C8-8B9A-B3B83E1AC7E7}" destId="{9E05A21D-8657-4E44-A04E-B6BD19DAE47E}" srcOrd="2" destOrd="0" presId="urn:microsoft.com/office/officeart/2005/8/layout/lProcess2"/>
    <dgm:cxn modelId="{12EF172C-ACAD-4187-AEF5-E1806FB6437C}" type="presParOf" srcId="{52EC546C-0E05-4D01-A01B-8C972CA4B7BE}" destId="{4A870B9E-335E-4BFB-A199-008D802E560C}" srcOrd="7" destOrd="0" presId="urn:microsoft.com/office/officeart/2005/8/layout/lProcess2"/>
    <dgm:cxn modelId="{78115E5A-5649-482E-91BE-9A857312CCFC}" type="presParOf" srcId="{52EC546C-0E05-4D01-A01B-8C972CA4B7BE}" destId="{20C311F8-69D0-4565-AAED-88378B1F5397}" srcOrd="8" destOrd="0" presId="urn:microsoft.com/office/officeart/2005/8/layout/lProcess2"/>
    <dgm:cxn modelId="{A0CEB8F7-C25E-43C2-A94E-AF3247ECBF47}" type="presParOf" srcId="{20C311F8-69D0-4565-AAED-88378B1F5397}" destId="{AADB6D61-C067-41CF-AED0-C4904D738AF9}" srcOrd="0" destOrd="0" presId="urn:microsoft.com/office/officeart/2005/8/layout/lProcess2"/>
    <dgm:cxn modelId="{32892865-BC46-42D4-A114-779C71F51D1A}" type="presParOf" srcId="{20C311F8-69D0-4565-AAED-88378B1F5397}" destId="{4ECC6EEE-9757-4F79-9241-F7589E07E53B}" srcOrd="1" destOrd="0" presId="urn:microsoft.com/office/officeart/2005/8/layout/lProcess2"/>
    <dgm:cxn modelId="{B6CA42D9-E151-417B-A051-5B62B686CCE9}" type="presParOf" srcId="{20C311F8-69D0-4565-AAED-88378B1F5397}" destId="{59FF036E-7D38-4065-9633-CBE9044E7D78}" srcOrd="2" destOrd="0" presId="urn:microsoft.com/office/officeart/2005/8/layout/lProcess2"/>
    <dgm:cxn modelId="{D011E957-3B70-4BA9-A523-A7D83E9C912D}" type="presParOf" srcId="{59FF036E-7D38-4065-9633-CBE9044E7D78}" destId="{3D0B4F9C-51F0-478F-A8BC-96591ED82C01}" srcOrd="0" destOrd="0" presId="urn:microsoft.com/office/officeart/2005/8/layout/lProcess2"/>
    <dgm:cxn modelId="{E477C6A1-53DF-460B-9601-EC07DE2D6BE3}" type="presParOf" srcId="{3D0B4F9C-51F0-478F-A8BC-96591ED82C01}" destId="{3F3AE838-7B4B-4DC7-B4AA-B8B619379278}" srcOrd="0" destOrd="0" presId="urn:microsoft.com/office/officeart/2005/8/layout/lProcess2"/>
    <dgm:cxn modelId="{908256B6-12D2-423D-98AA-59AA8FE1C5C2}" type="presParOf" srcId="{3D0B4F9C-51F0-478F-A8BC-96591ED82C01}" destId="{EFB70E2F-FBFE-4E4B-B41D-BD0D4876D088}" srcOrd="1" destOrd="0" presId="urn:microsoft.com/office/officeart/2005/8/layout/lProcess2"/>
    <dgm:cxn modelId="{9053016B-2A31-425C-892A-73E1E007250C}" type="presParOf" srcId="{3D0B4F9C-51F0-478F-A8BC-96591ED82C01}" destId="{89999897-17C1-41D5-87D6-642364BE8570}" srcOrd="2" destOrd="0" presId="urn:microsoft.com/office/officeart/2005/8/layout/lProcess2"/>
    <dgm:cxn modelId="{575E3816-1111-4D95-A3F4-1F315D406C38}" type="presParOf" srcId="{52EC546C-0E05-4D01-A01B-8C972CA4B7BE}" destId="{B1CE0EA1-F06B-4D89-9C78-C14B790E6720}" srcOrd="9" destOrd="0" presId="urn:microsoft.com/office/officeart/2005/8/layout/lProcess2"/>
    <dgm:cxn modelId="{123AF0C1-9B3E-440C-85F7-DDA24B4D13D5}" type="presParOf" srcId="{52EC546C-0E05-4D01-A01B-8C972CA4B7BE}" destId="{A9C4FF0B-32AF-4E1F-9BB4-F93AE7C8F6E7}" srcOrd="10" destOrd="0" presId="urn:microsoft.com/office/officeart/2005/8/layout/lProcess2"/>
    <dgm:cxn modelId="{A5F6E23C-FA57-4421-A9BF-285A1A0979FC}" type="presParOf" srcId="{A9C4FF0B-32AF-4E1F-9BB4-F93AE7C8F6E7}" destId="{92275581-4BE0-4991-BF54-E505EF37EE69}" srcOrd="0" destOrd="0" presId="urn:microsoft.com/office/officeart/2005/8/layout/lProcess2"/>
    <dgm:cxn modelId="{8482D13A-BC5D-40F4-91F5-9D1687A4A294}" type="presParOf" srcId="{A9C4FF0B-32AF-4E1F-9BB4-F93AE7C8F6E7}" destId="{32896EB4-2535-4B2D-AC15-807FDEB7778B}" srcOrd="1" destOrd="0" presId="urn:microsoft.com/office/officeart/2005/8/layout/lProcess2"/>
    <dgm:cxn modelId="{42D2CA7B-8D69-4016-86DC-6FBFD58339E7}" type="presParOf" srcId="{A9C4FF0B-32AF-4E1F-9BB4-F93AE7C8F6E7}" destId="{FFBAA32F-91A3-4275-B409-2FF86E1ABEF9}" srcOrd="2" destOrd="0" presId="urn:microsoft.com/office/officeart/2005/8/layout/lProcess2"/>
    <dgm:cxn modelId="{146C44F0-BB27-4624-9E20-357096BB071B}" type="presParOf" srcId="{FFBAA32F-91A3-4275-B409-2FF86E1ABEF9}" destId="{8EAC1FDF-EBB5-4197-AAA2-43B337371C9F}" srcOrd="0" destOrd="0" presId="urn:microsoft.com/office/officeart/2005/8/layout/lProcess2"/>
    <dgm:cxn modelId="{B74C6259-154A-459F-A659-966D01DF9FC1}" type="presParOf" srcId="{8EAC1FDF-EBB5-4197-AAA2-43B337371C9F}" destId="{780ACE9D-9F16-47A5-87B2-9829512F00A9}" srcOrd="0" destOrd="0" presId="urn:microsoft.com/office/officeart/2005/8/layout/lProcess2"/>
    <dgm:cxn modelId="{3DEBD020-D502-4E86-BA37-A453ACD3E8FD}" type="presParOf" srcId="{8EAC1FDF-EBB5-4197-AAA2-43B337371C9F}" destId="{81AC4AEE-4788-4104-ABBE-44C1A565D2A8}" srcOrd="1" destOrd="0" presId="urn:microsoft.com/office/officeart/2005/8/layout/lProcess2"/>
    <dgm:cxn modelId="{8EF25DED-D0BA-4A1C-83BF-3083A29800DE}" type="presParOf" srcId="{8EAC1FDF-EBB5-4197-AAA2-43B337371C9F}" destId="{54683781-EBC6-4C63-A92E-8A22A03D9D80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1357DA4-529A-4EBE-B705-C9D7A775A3C5}" type="doc">
      <dgm:prSet loTypeId="urn:microsoft.com/office/officeart/2005/8/layout/hList2" loCatId="list" qsTypeId="urn:microsoft.com/office/officeart/2005/8/quickstyle/3d4" qsCatId="3D" csTypeId="urn:microsoft.com/office/officeart/2005/8/colors/accent3_1" csCatId="accent3" phldr="1"/>
      <dgm:spPr/>
      <dgm:t>
        <a:bodyPr/>
        <a:lstStyle/>
        <a:p>
          <a:endParaRPr lang="en-IN"/>
        </a:p>
      </dgm:t>
    </dgm:pt>
    <dgm:pt modelId="{9D8C4389-1591-4943-B64E-0D8AB3805A16}">
      <dgm:prSet phldrT="[Text]"/>
      <dgm:spPr/>
      <dgm:t>
        <a:bodyPr/>
        <a:lstStyle/>
        <a:p>
          <a:r>
            <a:rPr lang="en-IN" b="1" dirty="0"/>
            <a:t>General Rules</a:t>
          </a:r>
          <a:endParaRPr lang="en-IN" dirty="0"/>
        </a:p>
      </dgm:t>
    </dgm:pt>
    <dgm:pt modelId="{53C5AEC5-E24F-4F20-AE0A-5A85C09DD886}" type="parTrans" cxnId="{CC2A9544-3F91-4021-AC7B-527D4B664330}">
      <dgm:prSet/>
      <dgm:spPr/>
      <dgm:t>
        <a:bodyPr/>
        <a:lstStyle/>
        <a:p>
          <a:endParaRPr lang="en-IN"/>
        </a:p>
      </dgm:t>
    </dgm:pt>
    <dgm:pt modelId="{C9C161A5-CE7A-4068-8946-D2F62A470B2A}" type="sibTrans" cxnId="{CC2A9544-3F91-4021-AC7B-527D4B664330}">
      <dgm:prSet/>
      <dgm:spPr/>
      <dgm:t>
        <a:bodyPr/>
        <a:lstStyle/>
        <a:p>
          <a:endParaRPr lang="en-IN"/>
        </a:p>
      </dgm:t>
    </dgm:pt>
    <dgm:pt modelId="{39EBAD1C-3608-4E3B-B6F5-DAD012377763}">
      <dgm:prSet phldrT="[Text]"/>
      <dgm:spPr/>
      <dgm:t>
        <a:bodyPr/>
        <a:lstStyle/>
        <a:p>
          <a:r>
            <a:rPr lang="en-IN" b="1" dirty="0"/>
            <a:t>Variable Naming</a:t>
          </a:r>
          <a:endParaRPr lang="en-IN" dirty="0"/>
        </a:p>
      </dgm:t>
    </dgm:pt>
    <dgm:pt modelId="{42F46630-3B90-462A-AE2E-5BC9A46AACC9}" type="parTrans" cxnId="{FF2706B0-A662-451C-8CAA-0CC2448C6560}">
      <dgm:prSet/>
      <dgm:spPr/>
      <dgm:t>
        <a:bodyPr/>
        <a:lstStyle/>
        <a:p>
          <a:endParaRPr lang="en-IN"/>
        </a:p>
      </dgm:t>
    </dgm:pt>
    <dgm:pt modelId="{98203F09-EDC8-49BC-A1A9-A55708BDC25A}" type="sibTrans" cxnId="{FF2706B0-A662-451C-8CAA-0CC2448C6560}">
      <dgm:prSet/>
      <dgm:spPr/>
      <dgm:t>
        <a:bodyPr/>
        <a:lstStyle/>
        <a:p>
          <a:endParaRPr lang="en-IN"/>
        </a:p>
      </dgm:t>
    </dgm:pt>
    <dgm:pt modelId="{36095EEC-16A5-4725-B69D-C7809A91C837}">
      <dgm:prSet phldrT="[Text]"/>
      <dgm:spPr/>
      <dgm:t>
        <a:bodyPr/>
        <a:lstStyle/>
        <a:p>
          <a:r>
            <a:rPr lang="en-IN" b="1" dirty="0"/>
            <a:t>Function Naming</a:t>
          </a:r>
          <a:endParaRPr lang="en-IN" dirty="0"/>
        </a:p>
      </dgm:t>
    </dgm:pt>
    <dgm:pt modelId="{1BFB6119-D495-4287-81E9-9B86C7B993F7}" type="parTrans" cxnId="{0A143188-CEF9-4CCE-ADC2-A044E2FF899F}">
      <dgm:prSet/>
      <dgm:spPr/>
      <dgm:t>
        <a:bodyPr/>
        <a:lstStyle/>
        <a:p>
          <a:endParaRPr lang="en-IN"/>
        </a:p>
      </dgm:t>
    </dgm:pt>
    <dgm:pt modelId="{EC93F35D-CE8D-4DD7-8DC7-7967B1379A3E}" type="sibTrans" cxnId="{0A143188-CEF9-4CCE-ADC2-A044E2FF899F}">
      <dgm:prSet/>
      <dgm:spPr/>
      <dgm:t>
        <a:bodyPr/>
        <a:lstStyle/>
        <a:p>
          <a:endParaRPr lang="en-IN"/>
        </a:p>
      </dgm:t>
    </dgm:pt>
    <dgm:pt modelId="{81551F0B-8E1B-4606-BCBB-A5E3F244378A}">
      <dgm:prSet phldrT="[Text]"/>
      <dgm:spPr/>
      <dgm:t>
        <a:bodyPr/>
        <a:lstStyle/>
        <a:p>
          <a:r>
            <a:rPr lang="en-IN" b="1" dirty="0"/>
            <a:t>Constant Naming</a:t>
          </a:r>
          <a:endParaRPr lang="en-IN" dirty="0"/>
        </a:p>
      </dgm:t>
    </dgm:pt>
    <dgm:pt modelId="{8583FE9B-5AAE-4297-A1CB-B84F4A27F117}" type="parTrans" cxnId="{BA9E225D-897A-4DD1-9830-970A8389DA38}">
      <dgm:prSet/>
      <dgm:spPr/>
      <dgm:t>
        <a:bodyPr/>
        <a:lstStyle/>
        <a:p>
          <a:endParaRPr lang="en-IN"/>
        </a:p>
      </dgm:t>
    </dgm:pt>
    <dgm:pt modelId="{10BE25F9-CFAF-413B-BFD2-6C815FDE318E}" type="sibTrans" cxnId="{BA9E225D-897A-4DD1-9830-970A8389DA38}">
      <dgm:prSet/>
      <dgm:spPr/>
      <dgm:t>
        <a:bodyPr/>
        <a:lstStyle/>
        <a:p>
          <a:endParaRPr lang="en-IN"/>
        </a:p>
      </dgm:t>
    </dgm:pt>
    <dgm:pt modelId="{F6843B64-AE42-4DC7-8873-D35A822B14A4}">
      <dgm:prSet phldrT="[Text]"/>
      <dgm:spPr/>
      <dgm:t>
        <a:bodyPr/>
        <a:lstStyle/>
        <a:p>
          <a:r>
            <a:rPr lang="en-IN" b="1" dirty="0"/>
            <a:t>Macro Naming (#define)</a:t>
          </a:r>
          <a:endParaRPr lang="en-IN" dirty="0"/>
        </a:p>
      </dgm:t>
    </dgm:pt>
    <dgm:pt modelId="{103A7804-82EB-4BE3-A4E1-67F1565A4E68}" type="parTrans" cxnId="{12BEF9BE-DE88-4AE9-BAED-0ADC6AA00E0A}">
      <dgm:prSet/>
      <dgm:spPr/>
      <dgm:t>
        <a:bodyPr/>
        <a:lstStyle/>
        <a:p>
          <a:endParaRPr lang="en-IN"/>
        </a:p>
      </dgm:t>
    </dgm:pt>
    <dgm:pt modelId="{5FCBEA65-71D9-4655-B54F-9C867B1A8D9E}" type="sibTrans" cxnId="{12BEF9BE-DE88-4AE9-BAED-0ADC6AA00E0A}">
      <dgm:prSet/>
      <dgm:spPr/>
      <dgm:t>
        <a:bodyPr/>
        <a:lstStyle/>
        <a:p>
          <a:endParaRPr lang="en-IN"/>
        </a:p>
      </dgm:t>
    </dgm:pt>
    <dgm:pt modelId="{F5719CE6-A7DD-44B3-923C-19DDB388CC8C}">
      <dgm:prSet phldrT="[Text]"/>
      <dgm:spPr/>
      <dgm:t>
        <a:bodyPr/>
        <a:lstStyle/>
        <a:p>
          <a:r>
            <a:rPr lang="en-IN" dirty="0"/>
            <a:t>Example:</a:t>
          </a:r>
        </a:p>
      </dgm:t>
    </dgm:pt>
    <dgm:pt modelId="{B87F9E60-FC8F-478A-8C30-4989F0848CF7}" type="parTrans" cxnId="{FF1F4A40-38F1-47A1-A98E-EFBC8920BBC4}">
      <dgm:prSet/>
      <dgm:spPr/>
      <dgm:t>
        <a:bodyPr/>
        <a:lstStyle/>
        <a:p>
          <a:endParaRPr lang="en-IN"/>
        </a:p>
      </dgm:t>
    </dgm:pt>
    <dgm:pt modelId="{22DF5976-128A-4E1D-B435-9E5806110D6D}" type="sibTrans" cxnId="{FF1F4A40-38F1-47A1-A98E-EFBC8920BBC4}">
      <dgm:prSet/>
      <dgm:spPr/>
      <dgm:t>
        <a:bodyPr/>
        <a:lstStyle/>
        <a:p>
          <a:endParaRPr lang="en-IN"/>
        </a:p>
      </dgm:t>
    </dgm:pt>
    <dgm:pt modelId="{E81D7BCD-DCFE-4775-A47E-503583DAD7CF}">
      <dgm:prSet phldrT="[Text]"/>
      <dgm:spPr/>
      <dgm:t>
        <a:bodyPr/>
        <a:lstStyle/>
        <a:p>
          <a:r>
            <a:rPr lang="en-IN" b="1" dirty="0"/>
            <a:t>Structure &amp; Enum Naming</a:t>
          </a:r>
          <a:endParaRPr lang="en-IN" dirty="0"/>
        </a:p>
      </dgm:t>
    </dgm:pt>
    <dgm:pt modelId="{D3390840-E787-43BF-801F-DAD730CF66A0}" type="parTrans" cxnId="{95E42679-4C95-4EAE-BE97-6FA095666307}">
      <dgm:prSet/>
      <dgm:spPr/>
      <dgm:t>
        <a:bodyPr/>
        <a:lstStyle/>
        <a:p>
          <a:endParaRPr lang="en-IN"/>
        </a:p>
      </dgm:t>
    </dgm:pt>
    <dgm:pt modelId="{57145F45-02E8-4DA1-96D6-8D1ECD844ACE}" type="sibTrans" cxnId="{95E42679-4C95-4EAE-BE97-6FA095666307}">
      <dgm:prSet/>
      <dgm:spPr/>
      <dgm:t>
        <a:bodyPr/>
        <a:lstStyle/>
        <a:p>
          <a:endParaRPr lang="en-IN"/>
        </a:p>
      </dgm:t>
    </dgm:pt>
    <dgm:pt modelId="{33A13452-7295-40DA-A753-27FF108B60A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 </a:t>
          </a:r>
          <a:r>
            <a:rPr lang="en-US" b="1" dirty="0"/>
            <a:t>meaningful and descriptive</a:t>
          </a:r>
          <a:r>
            <a:rPr lang="en-US" dirty="0"/>
            <a:t> names.</a:t>
          </a:r>
        </a:p>
      </dgm:t>
    </dgm:pt>
    <dgm:pt modelId="{F772B288-5950-4A47-8B39-7BFDE13FEE53}" type="parTrans" cxnId="{CB08F531-4A15-4398-8D2D-F08A1A5AE361}">
      <dgm:prSet/>
      <dgm:spPr/>
      <dgm:t>
        <a:bodyPr/>
        <a:lstStyle/>
        <a:p>
          <a:endParaRPr lang="en-IN"/>
        </a:p>
      </dgm:t>
    </dgm:pt>
    <dgm:pt modelId="{9E59FD95-FEB3-416B-A702-50DBD47FFDD3}" type="sibTrans" cxnId="{CB08F531-4A15-4398-8D2D-F08A1A5AE361}">
      <dgm:prSet/>
      <dgm:spPr/>
      <dgm:t>
        <a:bodyPr/>
        <a:lstStyle/>
        <a:p>
          <a:endParaRPr lang="en-IN"/>
        </a:p>
      </dgm:t>
    </dgm:pt>
    <dgm:pt modelId="{980EB849-0D66-4C81-B778-EC95D6F0D0A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Start with a </a:t>
          </a:r>
          <a:r>
            <a:rPr lang="en-US" b="1" dirty="0"/>
            <a:t>letter</a:t>
          </a:r>
          <a:r>
            <a:rPr lang="en-US" dirty="0"/>
            <a:t> or </a:t>
          </a:r>
          <a:r>
            <a:rPr lang="en-US" b="1" dirty="0"/>
            <a:t>underscore</a:t>
          </a:r>
          <a:r>
            <a:rPr lang="en-US" dirty="0"/>
            <a:t> ( _ ), not a number.</a:t>
          </a:r>
        </a:p>
      </dgm:t>
    </dgm:pt>
    <dgm:pt modelId="{BEF695DD-99E9-4E7E-B994-CA5EA6787D19}" type="parTrans" cxnId="{1CE26018-18A4-49B6-80DE-731CD9273414}">
      <dgm:prSet/>
      <dgm:spPr/>
      <dgm:t>
        <a:bodyPr/>
        <a:lstStyle/>
        <a:p>
          <a:endParaRPr lang="en-IN"/>
        </a:p>
      </dgm:t>
    </dgm:pt>
    <dgm:pt modelId="{8835FF7A-06A9-47B2-8952-44C698871421}" type="sibTrans" cxnId="{1CE26018-18A4-49B6-80DE-731CD9273414}">
      <dgm:prSet/>
      <dgm:spPr/>
      <dgm:t>
        <a:bodyPr/>
        <a:lstStyle/>
        <a:p>
          <a:endParaRPr lang="en-IN"/>
        </a:p>
      </dgm:t>
    </dgm:pt>
    <dgm:pt modelId="{E1B888C4-1BD2-4E05-985F-F861CEAA015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Avoid </a:t>
          </a:r>
          <a:r>
            <a:rPr lang="en-US" b="1" dirty="0"/>
            <a:t>reserved keywords</a:t>
          </a:r>
          <a:r>
            <a:rPr lang="en-US" dirty="0"/>
            <a:t> (e.g., int, return).</a:t>
          </a:r>
        </a:p>
      </dgm:t>
    </dgm:pt>
    <dgm:pt modelId="{1E68A631-34EF-417A-9A85-A9BC63549976}" type="parTrans" cxnId="{02E81BEA-6285-4337-8626-9AB8D8647E2D}">
      <dgm:prSet/>
      <dgm:spPr/>
      <dgm:t>
        <a:bodyPr/>
        <a:lstStyle/>
        <a:p>
          <a:endParaRPr lang="en-IN"/>
        </a:p>
      </dgm:t>
    </dgm:pt>
    <dgm:pt modelId="{F602702F-8DDD-4ABE-827A-5309D070775F}" type="sibTrans" cxnId="{02E81BEA-6285-4337-8626-9AB8D8647E2D}">
      <dgm:prSet/>
      <dgm:spPr/>
      <dgm:t>
        <a:bodyPr/>
        <a:lstStyle/>
        <a:p>
          <a:endParaRPr lang="en-IN"/>
        </a:p>
      </dgm:t>
    </dgm:pt>
    <dgm:pt modelId="{71B62794-B935-4CAE-8CB4-BA33000648E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 </a:t>
          </a:r>
          <a:r>
            <a:rPr lang="en-US" b="1" dirty="0"/>
            <a:t>lowercase</a:t>
          </a:r>
          <a:r>
            <a:rPr lang="en-US" dirty="0"/>
            <a:t> for variable names (except macros).</a:t>
          </a:r>
        </a:p>
      </dgm:t>
    </dgm:pt>
    <dgm:pt modelId="{F17ED900-E79D-4E93-9F03-FADD1384ADAB}" type="parTrans" cxnId="{E2838ED4-EB3A-4B0F-AD9A-35E71841EEA4}">
      <dgm:prSet/>
      <dgm:spPr/>
      <dgm:t>
        <a:bodyPr/>
        <a:lstStyle/>
        <a:p>
          <a:endParaRPr lang="en-IN"/>
        </a:p>
      </dgm:t>
    </dgm:pt>
    <dgm:pt modelId="{24876CFA-6618-48E1-8008-C85CA01F6835}" type="sibTrans" cxnId="{E2838ED4-EB3A-4B0F-AD9A-35E71841EEA4}">
      <dgm:prSet/>
      <dgm:spPr/>
      <dgm:t>
        <a:bodyPr/>
        <a:lstStyle/>
        <a:p>
          <a:endParaRPr lang="en-IN"/>
        </a:p>
      </dgm:t>
    </dgm:pt>
    <dgm:pt modelId="{640188D1-A48D-4E60-9836-592E44BA6AA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 </a:t>
          </a:r>
          <a:r>
            <a:rPr lang="en-US" b="1" dirty="0"/>
            <a:t>camelCase</a:t>
          </a:r>
          <a:r>
            <a:rPr lang="en-US" dirty="0"/>
            <a:t> or </a:t>
          </a:r>
          <a:r>
            <a:rPr lang="en-US" b="1" dirty="0" err="1"/>
            <a:t>snake_case</a:t>
          </a:r>
          <a:r>
            <a:rPr lang="en-US" dirty="0"/>
            <a:t> as per team guidelines.</a:t>
          </a:r>
        </a:p>
      </dgm:t>
    </dgm:pt>
    <dgm:pt modelId="{DB59B98A-6F18-40B7-85DB-24C4FAFB2E9E}" type="parTrans" cxnId="{6F9BAEA1-005F-4874-8E38-C3B2E3AB7053}">
      <dgm:prSet/>
      <dgm:spPr/>
      <dgm:t>
        <a:bodyPr/>
        <a:lstStyle/>
        <a:p>
          <a:endParaRPr lang="en-IN"/>
        </a:p>
      </dgm:t>
    </dgm:pt>
    <dgm:pt modelId="{3A8B82FF-C478-4603-8687-E48B4EE83E04}" type="sibTrans" cxnId="{6F9BAEA1-005F-4874-8E38-C3B2E3AB7053}">
      <dgm:prSet/>
      <dgm:spPr/>
      <dgm:t>
        <a:bodyPr/>
        <a:lstStyle/>
        <a:p>
          <a:endParaRPr lang="en-IN"/>
        </a:p>
      </dgm:t>
    </dgm:pt>
    <dgm:pt modelId="{A8DF2D9F-48E9-48F1-97D8-D66E3A75553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 </a:t>
          </a:r>
          <a:r>
            <a:rPr lang="en-US" b="1" dirty="0"/>
            <a:t>lowercase</a:t>
          </a:r>
          <a:r>
            <a:rPr lang="en-US" dirty="0"/>
            <a:t> with underscores (</a:t>
          </a:r>
          <a:r>
            <a:rPr lang="en-US" dirty="0" err="1"/>
            <a:t>snake_case</a:t>
          </a:r>
          <a:r>
            <a:rPr lang="en-US" dirty="0"/>
            <a:t>).</a:t>
          </a:r>
        </a:p>
      </dgm:t>
    </dgm:pt>
    <dgm:pt modelId="{FAFE0841-81CB-411C-B8E1-B335D4838914}" type="parTrans" cxnId="{3747032B-6CB8-4D76-828C-B22C58F11211}">
      <dgm:prSet/>
      <dgm:spPr/>
      <dgm:t>
        <a:bodyPr/>
        <a:lstStyle/>
        <a:p>
          <a:endParaRPr lang="en-IN"/>
        </a:p>
      </dgm:t>
    </dgm:pt>
    <dgm:pt modelId="{A0009D5B-76E6-4754-B7E0-42CF9850BF94}" type="sibTrans" cxnId="{3747032B-6CB8-4D76-828C-B22C58F11211}">
      <dgm:prSet/>
      <dgm:spPr/>
      <dgm:t>
        <a:bodyPr/>
        <a:lstStyle/>
        <a:p>
          <a:endParaRPr lang="en-IN"/>
        </a:p>
      </dgm:t>
    </dgm:pt>
    <dgm:pt modelId="{FB00F0BB-52A9-42FC-968C-16E680467AA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Example: </a:t>
          </a:r>
          <a:r>
            <a:rPr lang="en-US" dirty="0" err="1"/>
            <a:t>total_sum</a:t>
          </a:r>
          <a:r>
            <a:rPr lang="en-US" dirty="0"/>
            <a:t>, </a:t>
          </a:r>
          <a:r>
            <a:rPr lang="en-US" dirty="0" err="1"/>
            <a:t>student_age</a:t>
          </a:r>
          <a:r>
            <a:rPr lang="en-US" dirty="0"/>
            <a:t>.</a:t>
          </a:r>
        </a:p>
      </dgm:t>
    </dgm:pt>
    <dgm:pt modelId="{0D619715-927F-4655-986D-7F095F9BBC74}" type="parTrans" cxnId="{2322D8EE-5F9F-4F16-95A4-C68F326AC7BA}">
      <dgm:prSet/>
      <dgm:spPr/>
      <dgm:t>
        <a:bodyPr/>
        <a:lstStyle/>
        <a:p>
          <a:endParaRPr lang="en-IN"/>
        </a:p>
      </dgm:t>
    </dgm:pt>
    <dgm:pt modelId="{016156CE-FE6D-4789-BB2E-C9C97A494F9A}" type="sibTrans" cxnId="{2322D8EE-5F9F-4F16-95A4-C68F326AC7BA}">
      <dgm:prSet/>
      <dgm:spPr/>
      <dgm:t>
        <a:bodyPr/>
        <a:lstStyle/>
        <a:p>
          <a:endParaRPr lang="en-IN"/>
        </a:p>
      </dgm:t>
    </dgm:pt>
    <dgm:pt modelId="{A1506F14-B02B-4199-961A-B0D72B51F740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 </a:t>
          </a:r>
          <a:r>
            <a:rPr lang="en-US" b="1" dirty="0"/>
            <a:t>prefixes</a:t>
          </a:r>
          <a:r>
            <a:rPr lang="en-US" dirty="0"/>
            <a:t> for clarity (is_, num_, count_). </a:t>
          </a:r>
        </a:p>
      </dgm:t>
    </dgm:pt>
    <dgm:pt modelId="{AF7CB06F-00B3-46E3-8526-89AE4F208734}" type="parTrans" cxnId="{4304EEA1-C2A8-43C5-B9EF-4830AC7C47E4}">
      <dgm:prSet/>
      <dgm:spPr/>
      <dgm:t>
        <a:bodyPr/>
        <a:lstStyle/>
        <a:p>
          <a:endParaRPr lang="en-IN"/>
        </a:p>
      </dgm:t>
    </dgm:pt>
    <dgm:pt modelId="{701F960E-942F-450B-9EDC-5E5CEAA94E2A}" type="sibTrans" cxnId="{4304EEA1-C2A8-43C5-B9EF-4830AC7C47E4}">
      <dgm:prSet/>
      <dgm:spPr/>
      <dgm:t>
        <a:bodyPr/>
        <a:lstStyle/>
        <a:p>
          <a:endParaRPr lang="en-IN"/>
        </a:p>
      </dgm:t>
    </dgm:pt>
    <dgm:pt modelId="{F3B9410D-6663-4B8D-966F-2147F49FF9D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Example: </a:t>
          </a:r>
          <a:r>
            <a:rPr lang="en-US" dirty="0" err="1"/>
            <a:t>is_valid</a:t>
          </a:r>
          <a:r>
            <a:rPr lang="en-US" dirty="0"/>
            <a:t>, </a:t>
          </a:r>
          <a:r>
            <a:rPr lang="en-US" dirty="0" err="1"/>
            <a:t>num_students</a:t>
          </a:r>
          <a:r>
            <a:rPr lang="en-US" dirty="0"/>
            <a:t>.</a:t>
          </a:r>
        </a:p>
      </dgm:t>
    </dgm:pt>
    <dgm:pt modelId="{46B77CC6-16B6-4331-AB9B-79C2CB4C0728}" type="parTrans" cxnId="{D063B898-FDE8-4C0C-84AD-0C142ACFD832}">
      <dgm:prSet/>
      <dgm:spPr/>
      <dgm:t>
        <a:bodyPr/>
        <a:lstStyle/>
        <a:p>
          <a:endParaRPr lang="en-IN"/>
        </a:p>
      </dgm:t>
    </dgm:pt>
    <dgm:pt modelId="{75E568C2-268B-4350-89CA-1F65C9278F67}" type="sibTrans" cxnId="{D063B898-FDE8-4C0C-84AD-0C142ACFD832}">
      <dgm:prSet/>
      <dgm:spPr/>
      <dgm:t>
        <a:bodyPr/>
        <a:lstStyle/>
        <a:p>
          <a:endParaRPr lang="en-IN"/>
        </a:p>
      </dgm:t>
    </dgm:pt>
    <dgm:pt modelId="{4E8BF068-F284-47E4-B3D8-1D7768CAAFAE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Use </a:t>
          </a:r>
          <a:r>
            <a:rPr lang="en-US" b="1" dirty="0"/>
            <a:t>verbs</a:t>
          </a:r>
          <a:r>
            <a:rPr lang="en-US" dirty="0"/>
            <a:t> to describe actions.</a:t>
          </a:r>
        </a:p>
      </dgm:t>
    </dgm:pt>
    <dgm:pt modelId="{4D050092-4586-4547-84F1-F8143941EC73}" type="parTrans" cxnId="{07343F72-F96E-4A82-AF32-2BC5D850758E}">
      <dgm:prSet/>
      <dgm:spPr/>
      <dgm:t>
        <a:bodyPr/>
        <a:lstStyle/>
        <a:p>
          <a:endParaRPr lang="en-IN"/>
        </a:p>
      </dgm:t>
    </dgm:pt>
    <dgm:pt modelId="{4457EB8D-A92D-4C02-B185-631E4C9BAA26}" type="sibTrans" cxnId="{07343F72-F96E-4A82-AF32-2BC5D850758E}">
      <dgm:prSet/>
      <dgm:spPr/>
      <dgm:t>
        <a:bodyPr/>
        <a:lstStyle/>
        <a:p>
          <a:endParaRPr lang="en-IN"/>
        </a:p>
      </dgm:t>
    </dgm:pt>
    <dgm:pt modelId="{3072B0E7-6444-48F8-B6A2-DBA2BB7E398C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Prefer </a:t>
          </a:r>
          <a:r>
            <a:rPr lang="en-US" b="1" dirty="0"/>
            <a:t>camelCase</a:t>
          </a:r>
          <a:r>
            <a:rPr lang="en-US" dirty="0"/>
            <a:t> or </a:t>
          </a:r>
          <a:r>
            <a:rPr lang="en-US" dirty="0" err="1"/>
            <a:t>snake_case</a:t>
          </a:r>
          <a:r>
            <a:rPr lang="en-US" dirty="0"/>
            <a:t>.</a:t>
          </a:r>
        </a:p>
      </dgm:t>
    </dgm:pt>
    <dgm:pt modelId="{43D66E83-1F97-437E-8AD3-09767A5690A0}" type="parTrans" cxnId="{0F64653E-710D-4BE3-878E-7BDC594309DA}">
      <dgm:prSet/>
      <dgm:spPr/>
      <dgm:t>
        <a:bodyPr/>
        <a:lstStyle/>
        <a:p>
          <a:endParaRPr lang="en-IN"/>
        </a:p>
      </dgm:t>
    </dgm:pt>
    <dgm:pt modelId="{45A46217-333B-4799-BB52-2959CB672E02}" type="sibTrans" cxnId="{0F64653E-710D-4BE3-878E-7BDC594309DA}">
      <dgm:prSet/>
      <dgm:spPr/>
      <dgm:t>
        <a:bodyPr/>
        <a:lstStyle/>
        <a:p>
          <a:endParaRPr lang="en-IN"/>
        </a:p>
      </dgm:t>
    </dgm:pt>
    <dgm:pt modelId="{3C6F4EA9-C1FE-4A0A-9ABD-D4BECDE87185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Example: </a:t>
          </a:r>
          <a:r>
            <a:rPr lang="en-IN" dirty="0" err="1"/>
            <a:t>calculateArea</a:t>
          </a:r>
          <a:r>
            <a:rPr lang="en-IN" dirty="0"/>
            <a:t>(), </a:t>
          </a:r>
          <a:r>
            <a:rPr lang="en-IN" dirty="0" err="1"/>
            <a:t>print_result</a:t>
          </a:r>
          <a:r>
            <a:rPr lang="en-IN" dirty="0"/>
            <a:t>()</a:t>
          </a:r>
        </a:p>
      </dgm:t>
    </dgm:pt>
    <dgm:pt modelId="{34AEAA0D-82DE-4C75-91BA-68E1CAF696CF}" type="parTrans" cxnId="{02A9DFA2-F4AF-4AA1-8E05-A9697C8A2D7E}">
      <dgm:prSet/>
      <dgm:spPr/>
      <dgm:t>
        <a:bodyPr/>
        <a:lstStyle/>
        <a:p>
          <a:endParaRPr lang="en-IN"/>
        </a:p>
      </dgm:t>
    </dgm:pt>
    <dgm:pt modelId="{76F8423B-D65D-4AA9-B532-697A6C2CCBA1}" type="sibTrans" cxnId="{02A9DFA2-F4AF-4AA1-8E05-A9697C8A2D7E}">
      <dgm:prSet/>
      <dgm:spPr/>
      <dgm:t>
        <a:bodyPr/>
        <a:lstStyle/>
        <a:p>
          <a:endParaRPr lang="en-IN"/>
        </a:p>
      </dgm:t>
    </dgm:pt>
    <dgm:pt modelId="{290F6281-759D-4F95-B2EB-C75743505EE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Use </a:t>
          </a:r>
          <a:r>
            <a:rPr lang="en-IN" b="1" dirty="0"/>
            <a:t>uppercase with underscores</a:t>
          </a:r>
          <a:r>
            <a:rPr lang="en-IN" dirty="0"/>
            <a:t>.</a:t>
          </a:r>
        </a:p>
      </dgm:t>
    </dgm:pt>
    <dgm:pt modelId="{86694DC4-C7FC-4A18-AC8C-72A577812BF2}" type="parTrans" cxnId="{EE65EC6D-3344-4316-9E51-8826E55D5B2F}">
      <dgm:prSet/>
      <dgm:spPr/>
      <dgm:t>
        <a:bodyPr/>
        <a:lstStyle/>
        <a:p>
          <a:endParaRPr lang="en-IN"/>
        </a:p>
      </dgm:t>
    </dgm:pt>
    <dgm:pt modelId="{E21C6887-7786-435B-8705-4C7421E988B0}" type="sibTrans" cxnId="{EE65EC6D-3344-4316-9E51-8826E55D5B2F}">
      <dgm:prSet/>
      <dgm:spPr/>
      <dgm:t>
        <a:bodyPr/>
        <a:lstStyle/>
        <a:p>
          <a:endParaRPr lang="en-IN"/>
        </a:p>
      </dgm:t>
    </dgm:pt>
    <dgm:pt modelId="{9CC824B4-AA37-4F4E-A92B-FD62D761461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Example: MAX_VALUE, PI_VALUE.</a:t>
          </a:r>
        </a:p>
      </dgm:t>
    </dgm:pt>
    <dgm:pt modelId="{307C352D-17BB-4E6A-9F66-CD7F330387DC}" type="parTrans" cxnId="{901C844D-FDE8-44D0-9C5E-E2DC9BFCB3F6}">
      <dgm:prSet/>
      <dgm:spPr/>
      <dgm:t>
        <a:bodyPr/>
        <a:lstStyle/>
        <a:p>
          <a:endParaRPr lang="en-IN"/>
        </a:p>
      </dgm:t>
    </dgm:pt>
    <dgm:pt modelId="{8DC82CBE-F97D-4361-A807-A477F628377D}" type="sibTrans" cxnId="{901C844D-FDE8-44D0-9C5E-E2DC9BFCB3F6}">
      <dgm:prSet/>
      <dgm:spPr/>
      <dgm:t>
        <a:bodyPr/>
        <a:lstStyle/>
        <a:p>
          <a:endParaRPr lang="en-IN"/>
        </a:p>
      </dgm:t>
    </dgm:pt>
    <dgm:pt modelId="{7EDD8438-8257-473B-AB34-9956F8E8E31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Use #define or const.</a:t>
          </a:r>
        </a:p>
      </dgm:t>
    </dgm:pt>
    <dgm:pt modelId="{B56BF88D-5E7E-428E-A707-839593358D31}" type="parTrans" cxnId="{B0E35596-3C7A-4736-A989-009774F2435D}">
      <dgm:prSet/>
      <dgm:spPr/>
      <dgm:t>
        <a:bodyPr/>
        <a:lstStyle/>
        <a:p>
          <a:endParaRPr lang="en-IN"/>
        </a:p>
      </dgm:t>
    </dgm:pt>
    <dgm:pt modelId="{A8F8F7CE-C02C-416E-A8F8-0903F30F670D}" type="sibTrans" cxnId="{B0E35596-3C7A-4736-A989-009774F2435D}">
      <dgm:prSet/>
      <dgm:spPr/>
      <dgm:t>
        <a:bodyPr/>
        <a:lstStyle/>
        <a:p>
          <a:endParaRPr lang="en-IN"/>
        </a:p>
      </dgm:t>
    </dgm:pt>
    <dgm:pt modelId="{1CBF9DDD-CBA5-4C0C-A48C-26F312073F7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/>
            <a:t>Use </a:t>
          </a:r>
          <a:r>
            <a:rPr lang="en-IN" b="1"/>
            <a:t>UPPERCASE</a:t>
          </a:r>
          <a:r>
            <a:rPr lang="en-IN"/>
            <a:t> for macros.</a:t>
          </a:r>
        </a:p>
      </dgm:t>
    </dgm:pt>
    <dgm:pt modelId="{1872FFEA-237C-4C51-AF3F-B0BFFF093143}" type="parTrans" cxnId="{EC23A9BF-A481-4B35-97B2-D2AB1792445F}">
      <dgm:prSet/>
      <dgm:spPr/>
      <dgm:t>
        <a:bodyPr/>
        <a:lstStyle/>
        <a:p>
          <a:endParaRPr lang="en-IN"/>
        </a:p>
      </dgm:t>
    </dgm:pt>
    <dgm:pt modelId="{8EDA27AD-24E1-4A1A-9B28-61BD34564C02}" type="sibTrans" cxnId="{EC23A9BF-A481-4B35-97B2-D2AB1792445F}">
      <dgm:prSet/>
      <dgm:spPr/>
      <dgm:t>
        <a:bodyPr/>
        <a:lstStyle/>
        <a:p>
          <a:endParaRPr lang="en-IN"/>
        </a:p>
      </dgm:t>
    </dgm:pt>
    <dgm:pt modelId="{F466D3A8-F684-4C08-8143-84BD1EE77F56}">
      <dgm:prSet phldrT="[Text]"/>
      <dgm:spPr/>
      <dgm:t>
        <a:bodyPr/>
        <a:lstStyle/>
        <a:p>
          <a:r>
            <a:rPr lang="en-IN" dirty="0"/>
            <a:t>#define MAX_LENGTH 100</a:t>
          </a:r>
        </a:p>
      </dgm:t>
    </dgm:pt>
    <dgm:pt modelId="{BA80C95D-04D8-465E-A844-9CCEEAFE8138}" type="parTrans" cxnId="{71217B5C-FFCF-4033-8F95-B051A348D7E8}">
      <dgm:prSet/>
      <dgm:spPr/>
      <dgm:t>
        <a:bodyPr/>
        <a:lstStyle/>
        <a:p>
          <a:endParaRPr lang="en-IN"/>
        </a:p>
      </dgm:t>
    </dgm:pt>
    <dgm:pt modelId="{E2A7A6F9-3E7A-41AD-B4AD-C9F18158C258}" type="sibTrans" cxnId="{71217B5C-FFCF-4033-8F95-B051A348D7E8}">
      <dgm:prSet/>
      <dgm:spPr/>
      <dgm:t>
        <a:bodyPr/>
        <a:lstStyle/>
        <a:p>
          <a:endParaRPr lang="en-IN"/>
        </a:p>
      </dgm:t>
    </dgm:pt>
    <dgm:pt modelId="{F41C2F22-449F-447B-A242-9DF1913B9EF2}">
      <dgm:prSet phldrT="[Text]"/>
      <dgm:spPr/>
      <dgm:t>
        <a:bodyPr/>
        <a:lstStyle/>
        <a:p>
          <a:r>
            <a:rPr lang="en-IN" dirty="0"/>
            <a:t>#define MIN_VALUE 0</a:t>
          </a:r>
        </a:p>
      </dgm:t>
    </dgm:pt>
    <dgm:pt modelId="{F859D39A-372B-4ACD-B3A3-81B233CD5045}" type="parTrans" cxnId="{B134AF67-F927-454D-AE58-BFCDB9C8940A}">
      <dgm:prSet/>
      <dgm:spPr/>
      <dgm:t>
        <a:bodyPr/>
        <a:lstStyle/>
        <a:p>
          <a:endParaRPr lang="en-IN"/>
        </a:p>
      </dgm:t>
    </dgm:pt>
    <dgm:pt modelId="{E1910FF1-3CEE-442B-9F27-570581ED3DA0}" type="sibTrans" cxnId="{B134AF67-F927-454D-AE58-BFCDB9C8940A}">
      <dgm:prSet/>
      <dgm:spPr/>
      <dgm:t>
        <a:bodyPr/>
        <a:lstStyle/>
        <a:p>
          <a:endParaRPr lang="en-IN"/>
        </a:p>
      </dgm:t>
    </dgm:pt>
    <dgm:pt modelId="{F280ABC9-3BE0-42F2-82CF-440ACC76B82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Use </a:t>
          </a:r>
          <a:r>
            <a:rPr lang="en-IN" b="1" dirty="0" err="1"/>
            <a:t>PascalCase</a:t>
          </a:r>
          <a:r>
            <a:rPr lang="en-IN" dirty="0"/>
            <a:t> for types.</a:t>
          </a:r>
        </a:p>
      </dgm:t>
    </dgm:pt>
    <dgm:pt modelId="{98048E95-46B6-407B-BA18-CD979479B719}" type="parTrans" cxnId="{35533C9C-2D00-408B-838D-A5B047135771}">
      <dgm:prSet/>
      <dgm:spPr/>
      <dgm:t>
        <a:bodyPr/>
        <a:lstStyle/>
        <a:p>
          <a:endParaRPr lang="en-IN"/>
        </a:p>
      </dgm:t>
    </dgm:pt>
    <dgm:pt modelId="{9C693505-AB96-4113-8048-E609EBF0A3D6}" type="sibTrans" cxnId="{35533C9C-2D00-408B-838D-A5B047135771}">
      <dgm:prSet/>
      <dgm:spPr/>
      <dgm:t>
        <a:bodyPr/>
        <a:lstStyle/>
        <a:p>
          <a:endParaRPr lang="en-IN"/>
        </a:p>
      </dgm:t>
    </dgm:pt>
    <dgm:pt modelId="{72106305-90DB-4BA4-837A-1CF56560804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 err="1"/>
            <a:t>enum</a:t>
          </a:r>
          <a:r>
            <a:rPr lang="en-US" dirty="0"/>
            <a:t> Color { RED, GREEN, BLUE }; </a:t>
          </a:r>
          <a:endParaRPr lang="en-IN" dirty="0"/>
        </a:p>
      </dgm:t>
    </dgm:pt>
    <dgm:pt modelId="{D6704559-9B7D-4753-B09A-B3B41B96F763}" type="parTrans" cxnId="{EC6282AF-CBBD-4CAD-8DE5-EF9CCD8FD0E5}">
      <dgm:prSet/>
      <dgm:spPr/>
      <dgm:t>
        <a:bodyPr/>
        <a:lstStyle/>
        <a:p>
          <a:endParaRPr lang="en-IN"/>
        </a:p>
      </dgm:t>
    </dgm:pt>
    <dgm:pt modelId="{C3D4A87E-AAB4-4D3E-91B6-7B4B62BF8EE9}" type="sibTrans" cxnId="{EC6282AF-CBBD-4CAD-8DE5-EF9CCD8FD0E5}">
      <dgm:prSet/>
      <dgm:spPr/>
      <dgm:t>
        <a:bodyPr/>
        <a:lstStyle/>
        <a:p>
          <a:endParaRPr lang="en-IN"/>
        </a:p>
      </dgm:t>
    </dgm:pt>
    <dgm:pt modelId="{1C684FF7-8CAC-48D3-8E8A-DC30AF3D76F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dirty="0"/>
            <a:t>typedef struct </a:t>
          </a:r>
          <a:r>
            <a:rPr lang="en-IN" dirty="0" err="1"/>
            <a:t>StudentData</a:t>
          </a:r>
          <a:r>
            <a:rPr lang="en-IN" dirty="0"/>
            <a:t>;</a:t>
          </a:r>
        </a:p>
      </dgm:t>
    </dgm:pt>
    <dgm:pt modelId="{3C258C85-FBB3-4625-B7DF-BFCB198E4527}" type="parTrans" cxnId="{0873DEBA-9E1A-40ED-A512-64E65CD9EE25}">
      <dgm:prSet/>
      <dgm:spPr/>
      <dgm:t>
        <a:bodyPr/>
        <a:lstStyle/>
        <a:p>
          <a:endParaRPr lang="en-IN"/>
        </a:p>
      </dgm:t>
    </dgm:pt>
    <dgm:pt modelId="{3E54A743-1B2C-4792-9648-114C0BBCC45F}" type="sibTrans" cxnId="{0873DEBA-9E1A-40ED-A512-64E65CD9EE25}">
      <dgm:prSet/>
      <dgm:spPr/>
      <dgm:t>
        <a:bodyPr/>
        <a:lstStyle/>
        <a:p>
          <a:endParaRPr lang="en-IN"/>
        </a:p>
      </dgm:t>
    </dgm:pt>
    <dgm:pt modelId="{9A1A9879-DB7C-4746-9D9C-1DA6656C0C97}" type="pres">
      <dgm:prSet presAssocID="{21357DA4-529A-4EBE-B705-C9D7A775A3C5}" presName="linearFlow" presStyleCnt="0">
        <dgm:presLayoutVars>
          <dgm:dir/>
          <dgm:animLvl val="lvl"/>
          <dgm:resizeHandles/>
        </dgm:presLayoutVars>
      </dgm:prSet>
      <dgm:spPr/>
    </dgm:pt>
    <dgm:pt modelId="{2A38E99B-0C75-441F-9EB0-9878C32EEE17}" type="pres">
      <dgm:prSet presAssocID="{9D8C4389-1591-4943-B64E-0D8AB3805A16}" presName="compositeNode" presStyleCnt="0">
        <dgm:presLayoutVars>
          <dgm:bulletEnabled val="1"/>
        </dgm:presLayoutVars>
      </dgm:prSet>
      <dgm:spPr/>
    </dgm:pt>
    <dgm:pt modelId="{3C8EFE8D-825F-4786-BF76-3FEBA36460E9}" type="pres">
      <dgm:prSet presAssocID="{9D8C4389-1591-4943-B64E-0D8AB3805A16}" presName="image" presStyleLbl="fgImgPlac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C1DEE62E-5B5D-4CAA-94C6-9FC05B863EE6}" type="pres">
      <dgm:prSet presAssocID="{9D8C4389-1591-4943-B64E-0D8AB3805A16}" presName="childNode" presStyleLbl="node1" presStyleIdx="0" presStyleCnt="6">
        <dgm:presLayoutVars>
          <dgm:bulletEnabled val="1"/>
        </dgm:presLayoutVars>
      </dgm:prSet>
      <dgm:spPr/>
    </dgm:pt>
    <dgm:pt modelId="{6813776D-1F82-4DF1-A5A2-19FEBDAEF715}" type="pres">
      <dgm:prSet presAssocID="{9D8C4389-1591-4943-B64E-0D8AB3805A16}" presName="parentNode" presStyleLbl="revTx" presStyleIdx="0" presStyleCnt="6">
        <dgm:presLayoutVars>
          <dgm:chMax val="0"/>
          <dgm:bulletEnabled val="1"/>
        </dgm:presLayoutVars>
      </dgm:prSet>
      <dgm:spPr/>
    </dgm:pt>
    <dgm:pt modelId="{04854F67-A043-4D1A-B229-378AF0D4CC1B}" type="pres">
      <dgm:prSet presAssocID="{C9C161A5-CE7A-4068-8946-D2F62A470B2A}" presName="sibTrans" presStyleCnt="0"/>
      <dgm:spPr/>
    </dgm:pt>
    <dgm:pt modelId="{1CBBB7BB-6E1D-4762-907D-6C2DE61AE876}" type="pres">
      <dgm:prSet presAssocID="{39EBAD1C-3608-4E3B-B6F5-DAD012377763}" presName="compositeNode" presStyleCnt="0">
        <dgm:presLayoutVars>
          <dgm:bulletEnabled val="1"/>
        </dgm:presLayoutVars>
      </dgm:prSet>
      <dgm:spPr/>
    </dgm:pt>
    <dgm:pt modelId="{BB8ACAC2-F5A4-4133-9F38-E7CF473840DA}" type="pres">
      <dgm:prSet presAssocID="{39EBAD1C-3608-4E3B-B6F5-DAD012377763}" presName="image" presStyleLbl="fgImgPlace1" presStyleIdx="1" presStyleCnt="6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B2FCB27D-FE56-4DB3-90D5-EE4340E342CC}" type="pres">
      <dgm:prSet presAssocID="{39EBAD1C-3608-4E3B-B6F5-DAD012377763}" presName="childNode" presStyleLbl="node1" presStyleIdx="1" presStyleCnt="6">
        <dgm:presLayoutVars>
          <dgm:bulletEnabled val="1"/>
        </dgm:presLayoutVars>
      </dgm:prSet>
      <dgm:spPr/>
    </dgm:pt>
    <dgm:pt modelId="{D6A84051-3303-4A69-9109-D9ADAFA42833}" type="pres">
      <dgm:prSet presAssocID="{39EBAD1C-3608-4E3B-B6F5-DAD012377763}" presName="parentNode" presStyleLbl="revTx" presStyleIdx="1" presStyleCnt="6">
        <dgm:presLayoutVars>
          <dgm:chMax val="0"/>
          <dgm:bulletEnabled val="1"/>
        </dgm:presLayoutVars>
      </dgm:prSet>
      <dgm:spPr/>
    </dgm:pt>
    <dgm:pt modelId="{B2913444-5521-4EB0-95DB-C854C3C7FBE8}" type="pres">
      <dgm:prSet presAssocID="{98203F09-EDC8-49BC-A1A9-A55708BDC25A}" presName="sibTrans" presStyleCnt="0"/>
      <dgm:spPr/>
    </dgm:pt>
    <dgm:pt modelId="{7E7C5622-0886-47F7-819C-626C073E12BA}" type="pres">
      <dgm:prSet presAssocID="{36095EEC-16A5-4725-B69D-C7809A91C837}" presName="compositeNode" presStyleCnt="0">
        <dgm:presLayoutVars>
          <dgm:bulletEnabled val="1"/>
        </dgm:presLayoutVars>
      </dgm:prSet>
      <dgm:spPr/>
    </dgm:pt>
    <dgm:pt modelId="{B2F5A777-849E-4014-91DE-C3E0E6B3C53F}" type="pres">
      <dgm:prSet presAssocID="{36095EEC-16A5-4725-B69D-C7809A91C837}" presName="image" presStyleLbl="fgImgPlace1" presStyleIdx="2" presStyleCnt="6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D9B762F3-CA25-4E3B-94E3-C01DABDB2A52}" type="pres">
      <dgm:prSet presAssocID="{36095EEC-16A5-4725-B69D-C7809A91C837}" presName="childNode" presStyleLbl="node1" presStyleIdx="2" presStyleCnt="6">
        <dgm:presLayoutVars>
          <dgm:bulletEnabled val="1"/>
        </dgm:presLayoutVars>
      </dgm:prSet>
      <dgm:spPr/>
    </dgm:pt>
    <dgm:pt modelId="{A88655CF-9CB8-4A29-A7A6-0A92CB6BD09D}" type="pres">
      <dgm:prSet presAssocID="{36095EEC-16A5-4725-B69D-C7809A91C837}" presName="parentNode" presStyleLbl="revTx" presStyleIdx="2" presStyleCnt="6">
        <dgm:presLayoutVars>
          <dgm:chMax val="0"/>
          <dgm:bulletEnabled val="1"/>
        </dgm:presLayoutVars>
      </dgm:prSet>
      <dgm:spPr/>
    </dgm:pt>
    <dgm:pt modelId="{A32C6993-D0BA-404E-9FDE-9CAB9C05AC4D}" type="pres">
      <dgm:prSet presAssocID="{EC93F35D-CE8D-4DD7-8DC7-7967B1379A3E}" presName="sibTrans" presStyleCnt="0"/>
      <dgm:spPr/>
    </dgm:pt>
    <dgm:pt modelId="{F80EB017-810F-411A-A1AF-0D879DDDF8BD}" type="pres">
      <dgm:prSet presAssocID="{81551F0B-8E1B-4606-BCBB-A5E3F244378A}" presName="compositeNode" presStyleCnt="0">
        <dgm:presLayoutVars>
          <dgm:bulletEnabled val="1"/>
        </dgm:presLayoutVars>
      </dgm:prSet>
      <dgm:spPr/>
    </dgm:pt>
    <dgm:pt modelId="{6D8D7D6C-6E09-42CB-B108-952531786AFD}" type="pres">
      <dgm:prSet presAssocID="{81551F0B-8E1B-4606-BCBB-A5E3F244378A}" presName="image" presStyleLbl="fgImgPlace1" presStyleIdx="3" presStyleCnt="6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82B32581-06F5-4546-8156-49785798EF81}" type="pres">
      <dgm:prSet presAssocID="{81551F0B-8E1B-4606-BCBB-A5E3F244378A}" presName="childNode" presStyleLbl="node1" presStyleIdx="3" presStyleCnt="6">
        <dgm:presLayoutVars>
          <dgm:bulletEnabled val="1"/>
        </dgm:presLayoutVars>
      </dgm:prSet>
      <dgm:spPr/>
    </dgm:pt>
    <dgm:pt modelId="{F72A9C16-4B98-416B-A6E6-FD0796428D9B}" type="pres">
      <dgm:prSet presAssocID="{81551F0B-8E1B-4606-BCBB-A5E3F244378A}" presName="parentNode" presStyleLbl="revTx" presStyleIdx="3" presStyleCnt="6">
        <dgm:presLayoutVars>
          <dgm:chMax val="0"/>
          <dgm:bulletEnabled val="1"/>
        </dgm:presLayoutVars>
      </dgm:prSet>
      <dgm:spPr/>
    </dgm:pt>
    <dgm:pt modelId="{797B8056-DF6D-407B-91C7-33A7864B5D10}" type="pres">
      <dgm:prSet presAssocID="{10BE25F9-CFAF-413B-BFD2-6C815FDE318E}" presName="sibTrans" presStyleCnt="0"/>
      <dgm:spPr/>
    </dgm:pt>
    <dgm:pt modelId="{FF934245-F896-43CE-AB15-8D897ECE0FEC}" type="pres">
      <dgm:prSet presAssocID="{F6843B64-AE42-4DC7-8873-D35A822B14A4}" presName="compositeNode" presStyleCnt="0">
        <dgm:presLayoutVars>
          <dgm:bulletEnabled val="1"/>
        </dgm:presLayoutVars>
      </dgm:prSet>
      <dgm:spPr/>
    </dgm:pt>
    <dgm:pt modelId="{9871C8F2-4C8A-4C1F-BF97-1CEA321985CE}" type="pres">
      <dgm:prSet presAssocID="{F6843B64-AE42-4DC7-8873-D35A822B14A4}" presName="image" presStyleLbl="fgImgPlace1" presStyleIdx="4" presStyleCnt="6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1BF0B59D-1B8A-47BB-A15D-9E77F0E08349}" type="pres">
      <dgm:prSet presAssocID="{F6843B64-AE42-4DC7-8873-D35A822B14A4}" presName="childNode" presStyleLbl="node1" presStyleIdx="4" presStyleCnt="6">
        <dgm:presLayoutVars>
          <dgm:bulletEnabled val="1"/>
        </dgm:presLayoutVars>
      </dgm:prSet>
      <dgm:spPr/>
    </dgm:pt>
    <dgm:pt modelId="{571CE975-BA7E-4FEB-8704-5242F97CD181}" type="pres">
      <dgm:prSet presAssocID="{F6843B64-AE42-4DC7-8873-D35A822B14A4}" presName="parentNode" presStyleLbl="revTx" presStyleIdx="4" presStyleCnt="6">
        <dgm:presLayoutVars>
          <dgm:chMax val="0"/>
          <dgm:bulletEnabled val="1"/>
        </dgm:presLayoutVars>
      </dgm:prSet>
      <dgm:spPr/>
    </dgm:pt>
    <dgm:pt modelId="{FD51A5BC-95EC-43D1-BE20-372924C4CA72}" type="pres">
      <dgm:prSet presAssocID="{5FCBEA65-71D9-4655-B54F-9C867B1A8D9E}" presName="sibTrans" presStyleCnt="0"/>
      <dgm:spPr/>
    </dgm:pt>
    <dgm:pt modelId="{935CB369-261D-46AB-92FC-5777DDAA8556}" type="pres">
      <dgm:prSet presAssocID="{E81D7BCD-DCFE-4775-A47E-503583DAD7CF}" presName="compositeNode" presStyleCnt="0">
        <dgm:presLayoutVars>
          <dgm:bulletEnabled val="1"/>
        </dgm:presLayoutVars>
      </dgm:prSet>
      <dgm:spPr/>
    </dgm:pt>
    <dgm:pt modelId="{55545FC2-A8C3-45AF-B688-5F1F1BC0521A}" type="pres">
      <dgm:prSet presAssocID="{E81D7BCD-DCFE-4775-A47E-503583DAD7CF}" presName="image" presStyleLbl="fgImgPlace1" presStyleIdx="5" presStyleCnt="6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263BF1CF-DA7F-4AE7-8DDF-67636504EF3A}" type="pres">
      <dgm:prSet presAssocID="{E81D7BCD-DCFE-4775-A47E-503583DAD7CF}" presName="childNode" presStyleLbl="node1" presStyleIdx="5" presStyleCnt="6">
        <dgm:presLayoutVars>
          <dgm:bulletEnabled val="1"/>
        </dgm:presLayoutVars>
      </dgm:prSet>
      <dgm:spPr/>
    </dgm:pt>
    <dgm:pt modelId="{19AA0249-3A64-4E75-A471-E7A8F3A7ECC4}" type="pres">
      <dgm:prSet presAssocID="{E81D7BCD-DCFE-4775-A47E-503583DAD7CF}" presName="parentNode" presStyleLbl="revTx" presStyleIdx="5" presStyleCnt="6">
        <dgm:presLayoutVars>
          <dgm:chMax val="0"/>
          <dgm:bulletEnabled val="1"/>
        </dgm:presLayoutVars>
      </dgm:prSet>
      <dgm:spPr/>
    </dgm:pt>
  </dgm:ptLst>
  <dgm:cxnLst>
    <dgm:cxn modelId="{50D0DA08-BDEC-4CB3-BD5A-3D34DFDC2D0C}" type="presOf" srcId="{F5719CE6-A7DD-44B3-923C-19DDB388CC8C}" destId="{1BF0B59D-1B8A-47BB-A15D-9E77F0E08349}" srcOrd="0" destOrd="1" presId="urn:microsoft.com/office/officeart/2005/8/layout/hList2"/>
    <dgm:cxn modelId="{CA87600C-3DBF-4473-91BB-5190DE174943}" type="presOf" srcId="{7EDD8438-8257-473B-AB34-9956F8E8E31A}" destId="{82B32581-06F5-4546-8156-49785798EF81}" srcOrd="0" destOrd="2" presId="urn:microsoft.com/office/officeart/2005/8/layout/hList2"/>
    <dgm:cxn modelId="{3FC49C0C-6BD6-4A6A-9FA4-7516A10A137E}" type="presOf" srcId="{36095EEC-16A5-4725-B69D-C7809A91C837}" destId="{A88655CF-9CB8-4A29-A7A6-0A92CB6BD09D}" srcOrd="0" destOrd="0" presId="urn:microsoft.com/office/officeart/2005/8/layout/hList2"/>
    <dgm:cxn modelId="{6F95A70D-17B8-4B83-AF05-AAAD2EBE6128}" type="presOf" srcId="{F280ABC9-3BE0-42F2-82CF-440ACC76B829}" destId="{263BF1CF-DA7F-4AE7-8DDF-67636504EF3A}" srcOrd="0" destOrd="0" presId="urn:microsoft.com/office/officeart/2005/8/layout/hList2"/>
    <dgm:cxn modelId="{1BF78D10-31FD-486E-A437-511E0C35A300}" type="presOf" srcId="{9D8C4389-1591-4943-B64E-0D8AB3805A16}" destId="{6813776D-1F82-4DF1-A5A2-19FEBDAEF715}" srcOrd="0" destOrd="0" presId="urn:microsoft.com/office/officeart/2005/8/layout/hList2"/>
    <dgm:cxn modelId="{85560711-BBD3-4E1D-806D-5C0E9874F089}" type="presOf" srcId="{33A13452-7295-40DA-A753-27FF108B60AF}" destId="{C1DEE62E-5B5D-4CAA-94C6-9FC05B863EE6}" srcOrd="0" destOrd="0" presId="urn:microsoft.com/office/officeart/2005/8/layout/hList2"/>
    <dgm:cxn modelId="{9D5D3117-3367-44C4-8264-B26235B21960}" type="presOf" srcId="{F41C2F22-449F-447B-A242-9DF1913B9EF2}" destId="{1BF0B59D-1B8A-47BB-A15D-9E77F0E08349}" srcOrd="0" destOrd="3" presId="urn:microsoft.com/office/officeart/2005/8/layout/hList2"/>
    <dgm:cxn modelId="{1CE26018-18A4-49B6-80DE-731CD9273414}" srcId="{9D8C4389-1591-4943-B64E-0D8AB3805A16}" destId="{980EB849-0D66-4C81-B778-EC95D6F0D0AA}" srcOrd="1" destOrd="0" parTransId="{BEF695DD-99E9-4E7E-B994-CA5EA6787D19}" sibTransId="{8835FF7A-06A9-47B2-8952-44C698871421}"/>
    <dgm:cxn modelId="{E05C1B22-14E7-42A2-B21A-4271E3FFABAC}" type="presOf" srcId="{21357DA4-529A-4EBE-B705-C9D7A775A3C5}" destId="{9A1A9879-DB7C-4746-9D9C-1DA6656C0C97}" srcOrd="0" destOrd="0" presId="urn:microsoft.com/office/officeart/2005/8/layout/hList2"/>
    <dgm:cxn modelId="{9A130224-C71A-41BE-B15B-3448FB6FCB6D}" type="presOf" srcId="{E81D7BCD-DCFE-4775-A47E-503583DAD7CF}" destId="{19AA0249-3A64-4E75-A471-E7A8F3A7ECC4}" srcOrd="0" destOrd="0" presId="urn:microsoft.com/office/officeart/2005/8/layout/hList2"/>
    <dgm:cxn modelId="{3747032B-6CB8-4D76-828C-B22C58F11211}" srcId="{39EBAD1C-3608-4E3B-B6F5-DAD012377763}" destId="{A8DF2D9F-48E9-48F1-97D8-D66E3A755537}" srcOrd="0" destOrd="0" parTransId="{FAFE0841-81CB-411C-B8E1-B335D4838914}" sibTransId="{A0009D5B-76E6-4754-B7E0-42CF9850BF94}"/>
    <dgm:cxn modelId="{CB08F531-4A15-4398-8D2D-F08A1A5AE361}" srcId="{9D8C4389-1591-4943-B64E-0D8AB3805A16}" destId="{33A13452-7295-40DA-A753-27FF108B60AF}" srcOrd="0" destOrd="0" parTransId="{F772B288-5950-4A47-8B39-7BFDE13FEE53}" sibTransId="{9E59FD95-FEB3-416B-A702-50DBD47FFDD3}"/>
    <dgm:cxn modelId="{5CE83A37-0FE9-44AB-BA85-5E8FCA736240}" type="presOf" srcId="{A1506F14-B02B-4199-961A-B0D72B51F740}" destId="{B2FCB27D-FE56-4DB3-90D5-EE4340E342CC}" srcOrd="0" destOrd="2" presId="urn:microsoft.com/office/officeart/2005/8/layout/hList2"/>
    <dgm:cxn modelId="{0F64653E-710D-4BE3-878E-7BDC594309DA}" srcId="{36095EEC-16A5-4725-B69D-C7809A91C837}" destId="{3072B0E7-6444-48F8-B6A2-DBA2BB7E398C}" srcOrd="1" destOrd="0" parTransId="{43D66E83-1F97-437E-8AD3-09767A5690A0}" sibTransId="{45A46217-333B-4799-BB52-2959CB672E02}"/>
    <dgm:cxn modelId="{FF1F4A40-38F1-47A1-A98E-EFBC8920BBC4}" srcId="{F6843B64-AE42-4DC7-8873-D35A822B14A4}" destId="{F5719CE6-A7DD-44B3-923C-19DDB388CC8C}" srcOrd="1" destOrd="0" parTransId="{B87F9E60-FC8F-478A-8C30-4989F0848CF7}" sibTransId="{22DF5976-128A-4E1D-B435-9E5806110D6D}"/>
    <dgm:cxn modelId="{08895340-C2EC-4E2E-BB80-7DA14D789487}" type="presOf" srcId="{71B62794-B935-4CAE-8CB4-BA33000648E5}" destId="{C1DEE62E-5B5D-4CAA-94C6-9FC05B863EE6}" srcOrd="0" destOrd="3" presId="urn:microsoft.com/office/officeart/2005/8/layout/hList2"/>
    <dgm:cxn modelId="{333CB640-BCA6-4326-B294-EAFD4001EE47}" type="presOf" srcId="{3072B0E7-6444-48F8-B6A2-DBA2BB7E398C}" destId="{D9B762F3-CA25-4E3B-94E3-C01DABDB2A52}" srcOrd="0" destOrd="1" presId="urn:microsoft.com/office/officeart/2005/8/layout/hList2"/>
    <dgm:cxn modelId="{71217B5C-FFCF-4033-8F95-B051A348D7E8}" srcId="{F6843B64-AE42-4DC7-8873-D35A822B14A4}" destId="{F466D3A8-F684-4C08-8143-84BD1EE77F56}" srcOrd="2" destOrd="0" parTransId="{BA80C95D-04D8-465E-A844-9CCEEAFE8138}" sibTransId="{E2A7A6F9-3E7A-41AD-B4AD-C9F18158C258}"/>
    <dgm:cxn modelId="{BA9E225D-897A-4DD1-9830-970A8389DA38}" srcId="{21357DA4-529A-4EBE-B705-C9D7A775A3C5}" destId="{81551F0B-8E1B-4606-BCBB-A5E3F244378A}" srcOrd="3" destOrd="0" parTransId="{8583FE9B-5AAE-4297-A1CB-B84F4A27F117}" sibTransId="{10BE25F9-CFAF-413B-BFD2-6C815FDE318E}"/>
    <dgm:cxn modelId="{621DF05E-7E08-4934-A3CF-EB0869239595}" type="presOf" srcId="{39EBAD1C-3608-4E3B-B6F5-DAD012377763}" destId="{D6A84051-3303-4A69-9109-D9ADAFA42833}" srcOrd="0" destOrd="0" presId="urn:microsoft.com/office/officeart/2005/8/layout/hList2"/>
    <dgm:cxn modelId="{4D6AEA60-C436-4FA6-B4C7-C5F8CEC5A5DF}" type="presOf" srcId="{1CBF9DDD-CBA5-4C0C-A48C-26F312073F7D}" destId="{1BF0B59D-1B8A-47BB-A15D-9E77F0E08349}" srcOrd="0" destOrd="0" presId="urn:microsoft.com/office/officeart/2005/8/layout/hList2"/>
    <dgm:cxn modelId="{CC2A9544-3F91-4021-AC7B-527D4B664330}" srcId="{21357DA4-529A-4EBE-B705-C9D7A775A3C5}" destId="{9D8C4389-1591-4943-B64E-0D8AB3805A16}" srcOrd="0" destOrd="0" parTransId="{53C5AEC5-E24F-4F20-AE0A-5A85C09DD886}" sibTransId="{C9C161A5-CE7A-4068-8946-D2F62A470B2A}"/>
    <dgm:cxn modelId="{B134AF67-F927-454D-AE58-BFCDB9C8940A}" srcId="{F6843B64-AE42-4DC7-8873-D35A822B14A4}" destId="{F41C2F22-449F-447B-A242-9DF1913B9EF2}" srcOrd="3" destOrd="0" parTransId="{F859D39A-372B-4ACD-B3A3-81B233CD5045}" sibTransId="{E1910FF1-3CEE-442B-9F27-570581ED3DA0}"/>
    <dgm:cxn modelId="{E5CBF049-AE7F-4480-9CF0-6727C26E2D97}" type="presOf" srcId="{F3B9410D-6663-4B8D-966F-2147F49FF9D2}" destId="{B2FCB27D-FE56-4DB3-90D5-EE4340E342CC}" srcOrd="0" destOrd="3" presId="urn:microsoft.com/office/officeart/2005/8/layout/hList2"/>
    <dgm:cxn modelId="{901C844D-FDE8-44D0-9C5E-E2DC9BFCB3F6}" srcId="{81551F0B-8E1B-4606-BCBB-A5E3F244378A}" destId="{9CC824B4-AA37-4F4E-A92B-FD62D7614612}" srcOrd="1" destOrd="0" parTransId="{307C352D-17BB-4E6A-9F66-CD7F330387DC}" sibTransId="{8DC82CBE-F97D-4361-A807-A477F628377D}"/>
    <dgm:cxn modelId="{EE65EC6D-3344-4316-9E51-8826E55D5B2F}" srcId="{81551F0B-8E1B-4606-BCBB-A5E3F244378A}" destId="{290F6281-759D-4F95-B2EB-C75743505EEA}" srcOrd="0" destOrd="0" parTransId="{86694DC4-C7FC-4A18-AC8C-72A577812BF2}" sibTransId="{E21C6887-7786-435B-8705-4C7421E988B0}"/>
    <dgm:cxn modelId="{07343F72-F96E-4A82-AF32-2BC5D850758E}" srcId="{36095EEC-16A5-4725-B69D-C7809A91C837}" destId="{4E8BF068-F284-47E4-B3D8-1D7768CAAFAE}" srcOrd="0" destOrd="0" parTransId="{4D050092-4586-4547-84F1-F8143941EC73}" sibTransId="{4457EB8D-A92D-4C02-B185-631E4C9BAA26}"/>
    <dgm:cxn modelId="{78479172-149F-458B-A5F8-8A2D7006F099}" type="presOf" srcId="{640188D1-A48D-4E60-9836-592E44BA6AA9}" destId="{C1DEE62E-5B5D-4CAA-94C6-9FC05B863EE6}" srcOrd="0" destOrd="4" presId="urn:microsoft.com/office/officeart/2005/8/layout/hList2"/>
    <dgm:cxn modelId="{E15D6B73-CBCA-41A6-9389-33037A929212}" type="presOf" srcId="{4E8BF068-F284-47E4-B3D8-1D7768CAAFAE}" destId="{D9B762F3-CA25-4E3B-94E3-C01DABDB2A52}" srcOrd="0" destOrd="0" presId="urn:microsoft.com/office/officeart/2005/8/layout/hList2"/>
    <dgm:cxn modelId="{95E42679-4C95-4EAE-BE97-6FA095666307}" srcId="{21357DA4-529A-4EBE-B705-C9D7A775A3C5}" destId="{E81D7BCD-DCFE-4775-A47E-503583DAD7CF}" srcOrd="5" destOrd="0" parTransId="{D3390840-E787-43BF-801F-DAD730CF66A0}" sibTransId="{57145F45-02E8-4DA1-96D6-8D1ECD844ACE}"/>
    <dgm:cxn modelId="{C551597E-9604-40AF-83FD-6846720F5491}" type="presOf" srcId="{81551F0B-8E1B-4606-BCBB-A5E3F244378A}" destId="{F72A9C16-4B98-416B-A6E6-FD0796428D9B}" srcOrd="0" destOrd="0" presId="urn:microsoft.com/office/officeart/2005/8/layout/hList2"/>
    <dgm:cxn modelId="{808EA683-2CE9-41E4-B434-069BC0A41C89}" type="presOf" srcId="{A8DF2D9F-48E9-48F1-97D8-D66E3A755537}" destId="{B2FCB27D-FE56-4DB3-90D5-EE4340E342CC}" srcOrd="0" destOrd="0" presId="urn:microsoft.com/office/officeart/2005/8/layout/hList2"/>
    <dgm:cxn modelId="{0A143188-CEF9-4CCE-ADC2-A044E2FF899F}" srcId="{21357DA4-529A-4EBE-B705-C9D7A775A3C5}" destId="{36095EEC-16A5-4725-B69D-C7809A91C837}" srcOrd="2" destOrd="0" parTransId="{1BFB6119-D495-4287-81E9-9B86C7B993F7}" sibTransId="{EC93F35D-CE8D-4DD7-8DC7-7967B1379A3E}"/>
    <dgm:cxn modelId="{1E58718C-0EF0-4A32-A904-D327D3F61167}" type="presOf" srcId="{FB00F0BB-52A9-42FC-968C-16E680467AAD}" destId="{B2FCB27D-FE56-4DB3-90D5-EE4340E342CC}" srcOrd="0" destOrd="1" presId="urn:microsoft.com/office/officeart/2005/8/layout/hList2"/>
    <dgm:cxn modelId="{7EE4B693-8D6D-47CE-A0A9-3B9D1F9951C6}" type="presOf" srcId="{F466D3A8-F684-4C08-8143-84BD1EE77F56}" destId="{1BF0B59D-1B8A-47BB-A15D-9E77F0E08349}" srcOrd="0" destOrd="2" presId="urn:microsoft.com/office/officeart/2005/8/layout/hList2"/>
    <dgm:cxn modelId="{B0E35596-3C7A-4736-A989-009774F2435D}" srcId="{81551F0B-8E1B-4606-BCBB-A5E3F244378A}" destId="{7EDD8438-8257-473B-AB34-9956F8E8E31A}" srcOrd="2" destOrd="0" parTransId="{B56BF88D-5E7E-428E-A707-839593358D31}" sibTransId="{A8F8F7CE-C02C-416E-A8F8-0903F30F670D}"/>
    <dgm:cxn modelId="{D063B898-FDE8-4C0C-84AD-0C142ACFD832}" srcId="{39EBAD1C-3608-4E3B-B6F5-DAD012377763}" destId="{F3B9410D-6663-4B8D-966F-2147F49FF9D2}" srcOrd="3" destOrd="0" parTransId="{46B77CC6-16B6-4331-AB9B-79C2CB4C0728}" sibTransId="{75E568C2-268B-4350-89CA-1F65C9278F67}"/>
    <dgm:cxn modelId="{35533C9C-2D00-408B-838D-A5B047135771}" srcId="{E81D7BCD-DCFE-4775-A47E-503583DAD7CF}" destId="{F280ABC9-3BE0-42F2-82CF-440ACC76B829}" srcOrd="0" destOrd="0" parTransId="{98048E95-46B6-407B-BA18-CD979479B719}" sibTransId="{9C693505-AB96-4113-8048-E609EBF0A3D6}"/>
    <dgm:cxn modelId="{07FFCF9C-612A-4185-B827-4A86DF34EF76}" type="presOf" srcId="{290F6281-759D-4F95-B2EB-C75743505EEA}" destId="{82B32581-06F5-4546-8156-49785798EF81}" srcOrd="0" destOrd="0" presId="urn:microsoft.com/office/officeart/2005/8/layout/hList2"/>
    <dgm:cxn modelId="{6F9BAEA1-005F-4874-8E38-C3B2E3AB7053}" srcId="{9D8C4389-1591-4943-B64E-0D8AB3805A16}" destId="{640188D1-A48D-4E60-9836-592E44BA6AA9}" srcOrd="4" destOrd="0" parTransId="{DB59B98A-6F18-40B7-85DB-24C4FAFB2E9E}" sibTransId="{3A8B82FF-C478-4603-8687-E48B4EE83E04}"/>
    <dgm:cxn modelId="{4304EEA1-C2A8-43C5-B9EF-4830AC7C47E4}" srcId="{39EBAD1C-3608-4E3B-B6F5-DAD012377763}" destId="{A1506F14-B02B-4199-961A-B0D72B51F740}" srcOrd="2" destOrd="0" parTransId="{AF7CB06F-00B3-46E3-8526-89AE4F208734}" sibTransId="{701F960E-942F-450B-9EDC-5E5CEAA94E2A}"/>
    <dgm:cxn modelId="{02A9DFA2-F4AF-4AA1-8E05-A9697C8A2D7E}" srcId="{36095EEC-16A5-4725-B69D-C7809A91C837}" destId="{3C6F4EA9-C1FE-4A0A-9ABD-D4BECDE87185}" srcOrd="2" destOrd="0" parTransId="{34AEAA0D-82DE-4C75-91BA-68E1CAF696CF}" sibTransId="{76F8423B-D65D-4AA9-B532-697A6C2CCBA1}"/>
    <dgm:cxn modelId="{476B5BA3-CFDB-4538-9340-3998BABFED3C}" type="presOf" srcId="{1C684FF7-8CAC-48D3-8E8A-DC30AF3D76FF}" destId="{263BF1CF-DA7F-4AE7-8DDF-67636504EF3A}" srcOrd="0" destOrd="2" presId="urn:microsoft.com/office/officeart/2005/8/layout/hList2"/>
    <dgm:cxn modelId="{B86E5FAB-3C38-49A8-AA5A-B6D610F1CAB6}" type="presOf" srcId="{F6843B64-AE42-4DC7-8873-D35A822B14A4}" destId="{571CE975-BA7E-4FEB-8704-5242F97CD181}" srcOrd="0" destOrd="0" presId="urn:microsoft.com/office/officeart/2005/8/layout/hList2"/>
    <dgm:cxn modelId="{EC6282AF-CBBD-4CAD-8DE5-EF9CCD8FD0E5}" srcId="{E81D7BCD-DCFE-4775-A47E-503583DAD7CF}" destId="{72106305-90DB-4BA4-837A-1CF56560804D}" srcOrd="1" destOrd="0" parTransId="{D6704559-9B7D-4753-B09A-B3B41B96F763}" sibTransId="{C3D4A87E-AAB4-4D3E-91B6-7B4B62BF8EE9}"/>
    <dgm:cxn modelId="{FF2706B0-A662-451C-8CAA-0CC2448C6560}" srcId="{21357DA4-529A-4EBE-B705-C9D7A775A3C5}" destId="{39EBAD1C-3608-4E3B-B6F5-DAD012377763}" srcOrd="1" destOrd="0" parTransId="{42F46630-3B90-462A-AE2E-5BC9A46AACC9}" sibTransId="{98203F09-EDC8-49BC-A1A9-A55708BDC25A}"/>
    <dgm:cxn modelId="{0873DEBA-9E1A-40ED-A512-64E65CD9EE25}" srcId="{E81D7BCD-DCFE-4775-A47E-503583DAD7CF}" destId="{1C684FF7-8CAC-48D3-8E8A-DC30AF3D76FF}" srcOrd="2" destOrd="0" parTransId="{3C258C85-FBB3-4625-B7DF-BFCB198E4527}" sibTransId="{3E54A743-1B2C-4792-9648-114C0BBCC45F}"/>
    <dgm:cxn modelId="{12BEF9BE-DE88-4AE9-BAED-0ADC6AA00E0A}" srcId="{21357DA4-529A-4EBE-B705-C9D7A775A3C5}" destId="{F6843B64-AE42-4DC7-8873-D35A822B14A4}" srcOrd="4" destOrd="0" parTransId="{103A7804-82EB-4BE3-A4E1-67F1565A4E68}" sibTransId="{5FCBEA65-71D9-4655-B54F-9C867B1A8D9E}"/>
    <dgm:cxn modelId="{EC23A9BF-A481-4B35-97B2-D2AB1792445F}" srcId="{F6843B64-AE42-4DC7-8873-D35A822B14A4}" destId="{1CBF9DDD-CBA5-4C0C-A48C-26F312073F7D}" srcOrd="0" destOrd="0" parTransId="{1872FFEA-237C-4C51-AF3F-B0BFFF093143}" sibTransId="{8EDA27AD-24E1-4A1A-9B28-61BD34564C02}"/>
    <dgm:cxn modelId="{25E3D9BF-787F-4057-A389-88552B6158D6}" type="presOf" srcId="{9CC824B4-AA37-4F4E-A92B-FD62D7614612}" destId="{82B32581-06F5-4546-8156-49785798EF81}" srcOrd="0" destOrd="1" presId="urn:microsoft.com/office/officeart/2005/8/layout/hList2"/>
    <dgm:cxn modelId="{B0A5DBC6-269D-49F2-B7C9-6802A8E429D0}" type="presOf" srcId="{72106305-90DB-4BA4-837A-1CF56560804D}" destId="{263BF1CF-DA7F-4AE7-8DDF-67636504EF3A}" srcOrd="0" destOrd="1" presId="urn:microsoft.com/office/officeart/2005/8/layout/hList2"/>
    <dgm:cxn modelId="{630809D0-2D3D-430C-BF0A-724BDF366206}" type="presOf" srcId="{E1B888C4-1BD2-4E05-985F-F861CEAA0155}" destId="{C1DEE62E-5B5D-4CAA-94C6-9FC05B863EE6}" srcOrd="0" destOrd="2" presId="urn:microsoft.com/office/officeart/2005/8/layout/hList2"/>
    <dgm:cxn modelId="{8A4E71D4-3B89-4497-8E41-AE9869FEB75A}" type="presOf" srcId="{980EB849-0D66-4C81-B778-EC95D6F0D0AA}" destId="{C1DEE62E-5B5D-4CAA-94C6-9FC05B863EE6}" srcOrd="0" destOrd="1" presId="urn:microsoft.com/office/officeart/2005/8/layout/hList2"/>
    <dgm:cxn modelId="{E2838ED4-EB3A-4B0F-AD9A-35E71841EEA4}" srcId="{9D8C4389-1591-4943-B64E-0D8AB3805A16}" destId="{71B62794-B935-4CAE-8CB4-BA33000648E5}" srcOrd="3" destOrd="0" parTransId="{F17ED900-E79D-4E93-9F03-FADD1384ADAB}" sibTransId="{24876CFA-6618-48E1-8008-C85CA01F6835}"/>
    <dgm:cxn modelId="{3E5996D7-BC17-4A12-84E4-A38FFB792E19}" type="presOf" srcId="{3C6F4EA9-C1FE-4A0A-9ABD-D4BECDE87185}" destId="{D9B762F3-CA25-4E3B-94E3-C01DABDB2A52}" srcOrd="0" destOrd="2" presId="urn:microsoft.com/office/officeart/2005/8/layout/hList2"/>
    <dgm:cxn modelId="{02E81BEA-6285-4337-8626-9AB8D8647E2D}" srcId="{9D8C4389-1591-4943-B64E-0D8AB3805A16}" destId="{E1B888C4-1BD2-4E05-985F-F861CEAA0155}" srcOrd="2" destOrd="0" parTransId="{1E68A631-34EF-417A-9A85-A9BC63549976}" sibTransId="{F602702F-8DDD-4ABE-827A-5309D070775F}"/>
    <dgm:cxn modelId="{2322D8EE-5F9F-4F16-95A4-C68F326AC7BA}" srcId="{39EBAD1C-3608-4E3B-B6F5-DAD012377763}" destId="{FB00F0BB-52A9-42FC-968C-16E680467AAD}" srcOrd="1" destOrd="0" parTransId="{0D619715-927F-4655-986D-7F095F9BBC74}" sibTransId="{016156CE-FE6D-4789-BB2E-C9C97A494F9A}"/>
    <dgm:cxn modelId="{22AF512A-0A36-4C0E-913D-9DE1E5A38D84}" type="presParOf" srcId="{9A1A9879-DB7C-4746-9D9C-1DA6656C0C97}" destId="{2A38E99B-0C75-441F-9EB0-9878C32EEE17}" srcOrd="0" destOrd="0" presId="urn:microsoft.com/office/officeart/2005/8/layout/hList2"/>
    <dgm:cxn modelId="{E6433DBD-9115-47E3-B2EF-EE0A9A118195}" type="presParOf" srcId="{2A38E99B-0C75-441F-9EB0-9878C32EEE17}" destId="{3C8EFE8D-825F-4786-BF76-3FEBA36460E9}" srcOrd="0" destOrd="0" presId="urn:microsoft.com/office/officeart/2005/8/layout/hList2"/>
    <dgm:cxn modelId="{0B8CC0F8-4C7D-47C9-8B95-93CD84D00DD3}" type="presParOf" srcId="{2A38E99B-0C75-441F-9EB0-9878C32EEE17}" destId="{C1DEE62E-5B5D-4CAA-94C6-9FC05B863EE6}" srcOrd="1" destOrd="0" presId="urn:microsoft.com/office/officeart/2005/8/layout/hList2"/>
    <dgm:cxn modelId="{0C197C9A-2302-4DD6-92A3-3C2051A90480}" type="presParOf" srcId="{2A38E99B-0C75-441F-9EB0-9878C32EEE17}" destId="{6813776D-1F82-4DF1-A5A2-19FEBDAEF715}" srcOrd="2" destOrd="0" presId="urn:microsoft.com/office/officeart/2005/8/layout/hList2"/>
    <dgm:cxn modelId="{54888A40-D908-4215-8082-C2F22899A8CA}" type="presParOf" srcId="{9A1A9879-DB7C-4746-9D9C-1DA6656C0C97}" destId="{04854F67-A043-4D1A-B229-378AF0D4CC1B}" srcOrd="1" destOrd="0" presId="urn:microsoft.com/office/officeart/2005/8/layout/hList2"/>
    <dgm:cxn modelId="{A0BF78D4-F762-4EA1-A36F-4D5362AD3F9D}" type="presParOf" srcId="{9A1A9879-DB7C-4746-9D9C-1DA6656C0C97}" destId="{1CBBB7BB-6E1D-4762-907D-6C2DE61AE876}" srcOrd="2" destOrd="0" presId="urn:microsoft.com/office/officeart/2005/8/layout/hList2"/>
    <dgm:cxn modelId="{AEED08C5-CFD1-458B-8861-86C41FEEDE5E}" type="presParOf" srcId="{1CBBB7BB-6E1D-4762-907D-6C2DE61AE876}" destId="{BB8ACAC2-F5A4-4133-9F38-E7CF473840DA}" srcOrd="0" destOrd="0" presId="urn:microsoft.com/office/officeart/2005/8/layout/hList2"/>
    <dgm:cxn modelId="{5CFA4F67-084B-46A9-A9AF-7425D53B5BE6}" type="presParOf" srcId="{1CBBB7BB-6E1D-4762-907D-6C2DE61AE876}" destId="{B2FCB27D-FE56-4DB3-90D5-EE4340E342CC}" srcOrd="1" destOrd="0" presId="urn:microsoft.com/office/officeart/2005/8/layout/hList2"/>
    <dgm:cxn modelId="{77552071-7BFD-4C4F-B21D-0AC91E60CB66}" type="presParOf" srcId="{1CBBB7BB-6E1D-4762-907D-6C2DE61AE876}" destId="{D6A84051-3303-4A69-9109-D9ADAFA42833}" srcOrd="2" destOrd="0" presId="urn:microsoft.com/office/officeart/2005/8/layout/hList2"/>
    <dgm:cxn modelId="{0D4916EB-9037-4CDC-B28F-5A4358DBBD9A}" type="presParOf" srcId="{9A1A9879-DB7C-4746-9D9C-1DA6656C0C97}" destId="{B2913444-5521-4EB0-95DB-C854C3C7FBE8}" srcOrd="3" destOrd="0" presId="urn:microsoft.com/office/officeart/2005/8/layout/hList2"/>
    <dgm:cxn modelId="{57F4BBD4-646D-4D99-811F-C9350E3A3211}" type="presParOf" srcId="{9A1A9879-DB7C-4746-9D9C-1DA6656C0C97}" destId="{7E7C5622-0886-47F7-819C-626C073E12BA}" srcOrd="4" destOrd="0" presId="urn:microsoft.com/office/officeart/2005/8/layout/hList2"/>
    <dgm:cxn modelId="{B03F2DF2-AC19-45E6-A4A5-BFFC29A34433}" type="presParOf" srcId="{7E7C5622-0886-47F7-819C-626C073E12BA}" destId="{B2F5A777-849E-4014-91DE-C3E0E6B3C53F}" srcOrd="0" destOrd="0" presId="urn:microsoft.com/office/officeart/2005/8/layout/hList2"/>
    <dgm:cxn modelId="{5D839B26-0C9A-46F1-B849-233527149763}" type="presParOf" srcId="{7E7C5622-0886-47F7-819C-626C073E12BA}" destId="{D9B762F3-CA25-4E3B-94E3-C01DABDB2A52}" srcOrd="1" destOrd="0" presId="urn:microsoft.com/office/officeart/2005/8/layout/hList2"/>
    <dgm:cxn modelId="{BB92E529-4456-4E12-96CC-BB4CF8380ABC}" type="presParOf" srcId="{7E7C5622-0886-47F7-819C-626C073E12BA}" destId="{A88655CF-9CB8-4A29-A7A6-0A92CB6BD09D}" srcOrd="2" destOrd="0" presId="urn:microsoft.com/office/officeart/2005/8/layout/hList2"/>
    <dgm:cxn modelId="{5ACC124F-43C3-4FE8-90F9-7B9CFC228B2F}" type="presParOf" srcId="{9A1A9879-DB7C-4746-9D9C-1DA6656C0C97}" destId="{A32C6993-D0BA-404E-9FDE-9CAB9C05AC4D}" srcOrd="5" destOrd="0" presId="urn:microsoft.com/office/officeart/2005/8/layout/hList2"/>
    <dgm:cxn modelId="{4ADCA8EC-7D9D-4EAE-96FE-E298C575709A}" type="presParOf" srcId="{9A1A9879-DB7C-4746-9D9C-1DA6656C0C97}" destId="{F80EB017-810F-411A-A1AF-0D879DDDF8BD}" srcOrd="6" destOrd="0" presId="urn:microsoft.com/office/officeart/2005/8/layout/hList2"/>
    <dgm:cxn modelId="{8EC89243-6F72-45AE-B96E-FE285F7AA24D}" type="presParOf" srcId="{F80EB017-810F-411A-A1AF-0D879DDDF8BD}" destId="{6D8D7D6C-6E09-42CB-B108-952531786AFD}" srcOrd="0" destOrd="0" presId="urn:microsoft.com/office/officeart/2005/8/layout/hList2"/>
    <dgm:cxn modelId="{5A04455F-CAEF-4EFD-B3E8-82385564B532}" type="presParOf" srcId="{F80EB017-810F-411A-A1AF-0D879DDDF8BD}" destId="{82B32581-06F5-4546-8156-49785798EF81}" srcOrd="1" destOrd="0" presId="urn:microsoft.com/office/officeart/2005/8/layout/hList2"/>
    <dgm:cxn modelId="{5F4297F9-DD09-4D28-A138-3CA6DB4678C1}" type="presParOf" srcId="{F80EB017-810F-411A-A1AF-0D879DDDF8BD}" destId="{F72A9C16-4B98-416B-A6E6-FD0796428D9B}" srcOrd="2" destOrd="0" presId="urn:microsoft.com/office/officeart/2005/8/layout/hList2"/>
    <dgm:cxn modelId="{8E1ED711-583C-4480-9783-D4D8821522AD}" type="presParOf" srcId="{9A1A9879-DB7C-4746-9D9C-1DA6656C0C97}" destId="{797B8056-DF6D-407B-91C7-33A7864B5D10}" srcOrd="7" destOrd="0" presId="urn:microsoft.com/office/officeart/2005/8/layout/hList2"/>
    <dgm:cxn modelId="{D4734C3D-A9E7-460A-AE00-DA57DE2A38E3}" type="presParOf" srcId="{9A1A9879-DB7C-4746-9D9C-1DA6656C0C97}" destId="{FF934245-F896-43CE-AB15-8D897ECE0FEC}" srcOrd="8" destOrd="0" presId="urn:microsoft.com/office/officeart/2005/8/layout/hList2"/>
    <dgm:cxn modelId="{AF867D74-A77C-4931-980B-3B2BA2BC345D}" type="presParOf" srcId="{FF934245-F896-43CE-AB15-8D897ECE0FEC}" destId="{9871C8F2-4C8A-4C1F-BF97-1CEA321985CE}" srcOrd="0" destOrd="0" presId="urn:microsoft.com/office/officeart/2005/8/layout/hList2"/>
    <dgm:cxn modelId="{E78A15F0-FDD6-4625-AEC4-382A7BE84CA4}" type="presParOf" srcId="{FF934245-F896-43CE-AB15-8D897ECE0FEC}" destId="{1BF0B59D-1B8A-47BB-A15D-9E77F0E08349}" srcOrd="1" destOrd="0" presId="urn:microsoft.com/office/officeart/2005/8/layout/hList2"/>
    <dgm:cxn modelId="{CEAE4E95-2181-4796-846A-FC5FF652A570}" type="presParOf" srcId="{FF934245-F896-43CE-AB15-8D897ECE0FEC}" destId="{571CE975-BA7E-4FEB-8704-5242F97CD181}" srcOrd="2" destOrd="0" presId="urn:microsoft.com/office/officeart/2005/8/layout/hList2"/>
    <dgm:cxn modelId="{B45175B0-11E9-4DEF-A83D-0C88D1B9D47B}" type="presParOf" srcId="{9A1A9879-DB7C-4746-9D9C-1DA6656C0C97}" destId="{FD51A5BC-95EC-43D1-BE20-372924C4CA72}" srcOrd="9" destOrd="0" presId="urn:microsoft.com/office/officeart/2005/8/layout/hList2"/>
    <dgm:cxn modelId="{7C94CCA1-0056-4CE7-AAB5-E078887ED7D1}" type="presParOf" srcId="{9A1A9879-DB7C-4746-9D9C-1DA6656C0C97}" destId="{935CB369-261D-46AB-92FC-5777DDAA8556}" srcOrd="10" destOrd="0" presId="urn:microsoft.com/office/officeart/2005/8/layout/hList2"/>
    <dgm:cxn modelId="{C600A21D-EF91-4018-9AA7-D527F30F2F19}" type="presParOf" srcId="{935CB369-261D-46AB-92FC-5777DDAA8556}" destId="{55545FC2-A8C3-45AF-B688-5F1F1BC0521A}" srcOrd="0" destOrd="0" presId="urn:microsoft.com/office/officeart/2005/8/layout/hList2"/>
    <dgm:cxn modelId="{66286E54-74EF-44E6-AFCB-D21FED81C030}" type="presParOf" srcId="{935CB369-261D-46AB-92FC-5777DDAA8556}" destId="{263BF1CF-DA7F-4AE7-8DDF-67636504EF3A}" srcOrd="1" destOrd="0" presId="urn:microsoft.com/office/officeart/2005/8/layout/hList2"/>
    <dgm:cxn modelId="{F3F8D4F0-4929-46C4-B73E-6F0224129151}" type="presParOf" srcId="{935CB369-261D-46AB-92FC-5777DDAA8556}" destId="{19AA0249-3A64-4E75-A471-E7A8F3A7ECC4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541F6EB1-54C9-435D-AFFA-44A2FEE4EC25}" type="doc">
      <dgm:prSet loTypeId="urn:microsoft.com/office/officeart/2009/3/layout/PieProcess" loCatId="list" qsTypeId="urn:microsoft.com/office/officeart/2005/8/quickstyle/3d4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0D547E81-2036-42C7-8B11-3D8A5DB2294E}">
      <dgm:prSet phldrT="[Text]" custT="1"/>
      <dgm:spPr/>
      <dgm:t>
        <a:bodyPr/>
        <a:lstStyle/>
        <a:p>
          <a:r>
            <a:rPr lang="en-IN" sz="1600" b="1" u="none" dirty="0"/>
            <a:t>Integer Literals</a:t>
          </a:r>
          <a:endParaRPr lang="en-IN" sz="1600" u="none" dirty="0"/>
        </a:p>
      </dgm:t>
    </dgm:pt>
    <dgm:pt modelId="{09F05148-EDCF-4FBE-997E-C9344038C8A2}" type="parTrans" cxnId="{EC265CF3-63D5-423D-8E4C-206A51D6778E}">
      <dgm:prSet/>
      <dgm:spPr/>
      <dgm:t>
        <a:bodyPr/>
        <a:lstStyle/>
        <a:p>
          <a:endParaRPr lang="en-IN"/>
        </a:p>
      </dgm:t>
    </dgm:pt>
    <dgm:pt modelId="{D7EF48FD-E56C-4959-A195-F4CAA31354A2}" type="sibTrans" cxnId="{EC265CF3-63D5-423D-8E4C-206A51D6778E}">
      <dgm:prSet/>
      <dgm:spPr/>
      <dgm:t>
        <a:bodyPr/>
        <a:lstStyle/>
        <a:p>
          <a:endParaRPr lang="en-IN"/>
        </a:p>
      </dgm:t>
    </dgm:pt>
    <dgm:pt modelId="{BBB7275D-669E-441C-B658-FDB75F364C8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/>
            <a:t>Whole numbers (positive, negative, or zero).</a:t>
          </a:r>
        </a:p>
        <a:p>
          <a:pPr>
            <a:buFont typeface="Arial" panose="020B0604020202020204" pitchFamily="34" charset="0"/>
            <a:buChar char="•"/>
          </a:pPr>
          <a:endParaRPr lang="en-US" sz="1200" dirty="0"/>
        </a:p>
      </dgm:t>
    </dgm:pt>
    <dgm:pt modelId="{01451FF9-3493-49D2-ADD5-A087FA8C29E7}" type="parTrans" cxnId="{2C58FDD9-7EAB-4832-8A2B-32BA323E4275}">
      <dgm:prSet/>
      <dgm:spPr/>
      <dgm:t>
        <a:bodyPr/>
        <a:lstStyle/>
        <a:p>
          <a:endParaRPr lang="en-IN"/>
        </a:p>
      </dgm:t>
    </dgm:pt>
    <dgm:pt modelId="{82B85A90-8A74-4871-868E-94FC43DBF560}" type="sibTrans" cxnId="{2C58FDD9-7EAB-4832-8A2B-32BA323E4275}">
      <dgm:prSet/>
      <dgm:spPr/>
      <dgm:t>
        <a:bodyPr/>
        <a:lstStyle/>
        <a:p>
          <a:endParaRPr lang="en-IN"/>
        </a:p>
      </dgm:t>
    </dgm:pt>
    <dgm:pt modelId="{97A7D00F-E55A-467F-AE0F-02531CCBC9A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dirty="0"/>
            <a:t>Can be </a:t>
          </a:r>
          <a:r>
            <a:rPr lang="en-IN" sz="1200" b="1" dirty="0"/>
            <a:t>decimal (base 10), octal (base 8), or hexadecimal (base 16)</a:t>
          </a:r>
          <a:r>
            <a:rPr lang="en-IN" sz="1200" dirty="0"/>
            <a:t>.</a:t>
          </a:r>
        </a:p>
        <a:p>
          <a:pPr>
            <a:buFont typeface="Arial" panose="020B0604020202020204" pitchFamily="34" charset="0"/>
            <a:buChar char="•"/>
          </a:pPr>
          <a:endParaRPr lang="en-IN" sz="1200" dirty="0"/>
        </a:p>
      </dgm:t>
    </dgm:pt>
    <dgm:pt modelId="{91D61D15-E86A-47CF-879E-F991DBCC9392}" type="parTrans" cxnId="{B53C0311-0217-49D7-BFAD-49A6FA83D4C6}">
      <dgm:prSet/>
      <dgm:spPr/>
      <dgm:t>
        <a:bodyPr/>
        <a:lstStyle/>
        <a:p>
          <a:endParaRPr lang="en-IN"/>
        </a:p>
      </dgm:t>
    </dgm:pt>
    <dgm:pt modelId="{79EF35EB-8D70-493D-87DC-53C7DFF6CE61}" type="sibTrans" cxnId="{B53C0311-0217-49D7-BFAD-49A6FA83D4C6}">
      <dgm:prSet/>
      <dgm:spPr/>
      <dgm:t>
        <a:bodyPr/>
        <a:lstStyle/>
        <a:p>
          <a:endParaRPr lang="en-IN"/>
        </a:p>
      </dgm:t>
    </dgm:pt>
    <dgm:pt modelId="{D0496723-B107-4F45-B014-FA6429915E9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dirty="0"/>
            <a:t>EG:</a:t>
          </a:r>
        </a:p>
      </dgm:t>
    </dgm:pt>
    <dgm:pt modelId="{C3037DCC-D1CD-418B-BD98-36F0B2ABA917}" type="parTrans" cxnId="{C512BE74-9059-4F0B-9A44-C45AA05D9B88}">
      <dgm:prSet/>
      <dgm:spPr/>
      <dgm:t>
        <a:bodyPr/>
        <a:lstStyle/>
        <a:p>
          <a:endParaRPr lang="en-IN"/>
        </a:p>
      </dgm:t>
    </dgm:pt>
    <dgm:pt modelId="{1AB61B4F-F1A1-4328-A983-9CFAEB847E04}" type="sibTrans" cxnId="{C512BE74-9059-4F0B-9A44-C45AA05D9B88}">
      <dgm:prSet/>
      <dgm:spPr/>
      <dgm:t>
        <a:bodyPr/>
        <a:lstStyle/>
        <a:p>
          <a:endParaRPr lang="en-IN"/>
        </a:p>
      </dgm:t>
    </dgm:pt>
    <dgm:pt modelId="{46DCA504-187D-4B1C-8174-F9AA4F6BB922}">
      <dgm:prSet custT="1"/>
      <dgm:spPr/>
      <dgm:t>
        <a:bodyPr/>
        <a:lstStyle/>
        <a:p>
          <a:r>
            <a:rPr lang="en-IN" sz="1200" dirty="0"/>
            <a:t>int decimal = 100;     // Decimal</a:t>
          </a:r>
        </a:p>
      </dgm:t>
    </dgm:pt>
    <dgm:pt modelId="{3070041D-FC7B-4448-A0DE-F027EB20EEA3}" type="parTrans" cxnId="{83E2DC92-BA0D-4B8B-A600-2897900D8BAA}">
      <dgm:prSet/>
      <dgm:spPr/>
      <dgm:t>
        <a:bodyPr/>
        <a:lstStyle/>
        <a:p>
          <a:endParaRPr lang="en-IN"/>
        </a:p>
      </dgm:t>
    </dgm:pt>
    <dgm:pt modelId="{8E5638A1-8628-4A6C-B6A4-048B9B431B62}" type="sibTrans" cxnId="{83E2DC92-BA0D-4B8B-A600-2897900D8BAA}">
      <dgm:prSet/>
      <dgm:spPr/>
      <dgm:t>
        <a:bodyPr/>
        <a:lstStyle/>
        <a:p>
          <a:endParaRPr lang="en-IN"/>
        </a:p>
      </dgm:t>
    </dgm:pt>
    <dgm:pt modelId="{2384E5C0-6416-4479-992A-8C3E3791087D}">
      <dgm:prSet custT="1"/>
      <dgm:spPr/>
      <dgm:t>
        <a:bodyPr/>
        <a:lstStyle/>
        <a:p>
          <a:r>
            <a:rPr lang="en-US" sz="1200" dirty="0"/>
            <a:t>int octal = 012;       // Octal (starts with 0)</a:t>
          </a:r>
          <a:endParaRPr lang="en-IN" sz="1200" dirty="0"/>
        </a:p>
      </dgm:t>
    </dgm:pt>
    <dgm:pt modelId="{24335942-E758-4DB1-8A44-C27D9D8EEBA2}" type="parTrans" cxnId="{3C88D3E2-C028-4A2A-916E-B33FD8BB051A}">
      <dgm:prSet/>
      <dgm:spPr/>
      <dgm:t>
        <a:bodyPr/>
        <a:lstStyle/>
        <a:p>
          <a:endParaRPr lang="en-IN"/>
        </a:p>
      </dgm:t>
    </dgm:pt>
    <dgm:pt modelId="{D52B9BA7-3539-4376-8A69-B9640919DEA2}" type="sibTrans" cxnId="{3C88D3E2-C028-4A2A-916E-B33FD8BB051A}">
      <dgm:prSet/>
      <dgm:spPr/>
      <dgm:t>
        <a:bodyPr/>
        <a:lstStyle/>
        <a:p>
          <a:endParaRPr lang="en-IN"/>
        </a:p>
      </dgm:t>
    </dgm:pt>
    <dgm:pt modelId="{A69B5D4F-4F04-4324-A303-BBD509EC0BF7}">
      <dgm:prSet custT="1"/>
      <dgm:spPr/>
      <dgm:t>
        <a:bodyPr/>
        <a:lstStyle/>
        <a:p>
          <a:r>
            <a:rPr lang="en-US" sz="1200" dirty="0"/>
            <a:t>int hex = 0xA1;        // Hexadecimal (starts with 0x)</a:t>
          </a:r>
          <a:endParaRPr lang="en-IN" sz="1200" dirty="0"/>
        </a:p>
      </dgm:t>
    </dgm:pt>
    <dgm:pt modelId="{A5185BB0-26B1-4D47-A4A0-B65DEAC8CCCD}" type="parTrans" cxnId="{1715E9B5-B42C-4DBC-A813-72478D09ABA5}">
      <dgm:prSet/>
      <dgm:spPr/>
      <dgm:t>
        <a:bodyPr/>
        <a:lstStyle/>
        <a:p>
          <a:endParaRPr lang="en-IN"/>
        </a:p>
      </dgm:t>
    </dgm:pt>
    <dgm:pt modelId="{8C134EC7-71BE-435D-9FEF-A9EC050CD2D7}" type="sibTrans" cxnId="{1715E9B5-B42C-4DBC-A813-72478D09ABA5}">
      <dgm:prSet/>
      <dgm:spPr/>
      <dgm:t>
        <a:bodyPr/>
        <a:lstStyle/>
        <a:p>
          <a:endParaRPr lang="en-IN"/>
        </a:p>
      </dgm:t>
    </dgm:pt>
    <dgm:pt modelId="{C8BC4B91-3A41-40F4-8A8F-AC7588707ABA}">
      <dgm:prSet custT="1"/>
      <dgm:spPr/>
      <dgm:t>
        <a:bodyPr/>
        <a:lstStyle/>
        <a:p>
          <a:r>
            <a:rPr lang="en-IN" sz="1600" b="1" u="none" dirty="0"/>
            <a:t>Floating-Point (Real) Literals</a:t>
          </a:r>
          <a:endParaRPr lang="en-IN" sz="1600" u="none" dirty="0"/>
        </a:p>
      </dgm:t>
    </dgm:pt>
    <dgm:pt modelId="{AA455416-A15F-43BC-B7DE-418E9345EEAA}" type="parTrans" cxnId="{29A0C72F-DA5A-4A7E-B1F6-EEBD22AA9FAE}">
      <dgm:prSet/>
      <dgm:spPr/>
      <dgm:t>
        <a:bodyPr/>
        <a:lstStyle/>
        <a:p>
          <a:endParaRPr lang="en-IN"/>
        </a:p>
      </dgm:t>
    </dgm:pt>
    <dgm:pt modelId="{B03BB0AF-FBAC-4DA5-83AC-4BC40390F8A3}" type="sibTrans" cxnId="{29A0C72F-DA5A-4A7E-B1F6-EEBD22AA9FAE}">
      <dgm:prSet/>
      <dgm:spPr/>
      <dgm:t>
        <a:bodyPr/>
        <a:lstStyle/>
        <a:p>
          <a:endParaRPr lang="en-IN"/>
        </a:p>
      </dgm:t>
    </dgm:pt>
    <dgm:pt modelId="{AD5CB06E-3FD6-4AA8-BE0D-07E46EE4603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/>
            <a:t>Numbers with a </a:t>
          </a:r>
          <a:r>
            <a:rPr lang="en-US" sz="1200" b="1" dirty="0"/>
            <a:t>decimal point</a:t>
          </a:r>
          <a:r>
            <a:rPr lang="en-US" sz="1200" dirty="0"/>
            <a:t> or </a:t>
          </a:r>
          <a:r>
            <a:rPr lang="en-US" sz="1200" b="1" dirty="0"/>
            <a:t>exponential notation</a:t>
          </a:r>
          <a:r>
            <a:rPr lang="en-US" sz="1200" dirty="0"/>
            <a:t>.</a:t>
          </a:r>
        </a:p>
        <a:p>
          <a:pPr>
            <a:buFont typeface="Arial" panose="020B0604020202020204" pitchFamily="34" charset="0"/>
            <a:buChar char="•"/>
          </a:pPr>
          <a:endParaRPr lang="en-US" sz="1200" dirty="0"/>
        </a:p>
      </dgm:t>
    </dgm:pt>
    <dgm:pt modelId="{22926388-26FE-4610-8AF2-504F5B11364E}" type="parTrans" cxnId="{BE272C42-FC47-4CB8-A1C7-52BC6F39005B}">
      <dgm:prSet/>
      <dgm:spPr/>
      <dgm:t>
        <a:bodyPr/>
        <a:lstStyle/>
        <a:p>
          <a:endParaRPr lang="en-IN"/>
        </a:p>
      </dgm:t>
    </dgm:pt>
    <dgm:pt modelId="{A4845A8E-F6EB-4A2E-993F-AF414E393355}" type="sibTrans" cxnId="{BE272C42-FC47-4CB8-A1C7-52BC6F39005B}">
      <dgm:prSet/>
      <dgm:spPr/>
      <dgm:t>
        <a:bodyPr/>
        <a:lstStyle/>
        <a:p>
          <a:endParaRPr lang="en-IN"/>
        </a:p>
      </dgm:t>
    </dgm:pt>
    <dgm:pt modelId="{FE7CE761-9B29-4B96-81F3-4299DA80B94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1" dirty="0"/>
            <a:t>Example:</a:t>
          </a:r>
          <a:endParaRPr lang="en-IN" sz="1200" dirty="0"/>
        </a:p>
      </dgm:t>
    </dgm:pt>
    <dgm:pt modelId="{6F4BFAB1-90AC-4C68-A2CD-A9FEDE2D7DAC}" type="parTrans" cxnId="{1143B7D3-712C-49AB-840B-F8D1A3CD0A39}">
      <dgm:prSet/>
      <dgm:spPr/>
      <dgm:t>
        <a:bodyPr/>
        <a:lstStyle/>
        <a:p>
          <a:endParaRPr lang="en-IN"/>
        </a:p>
      </dgm:t>
    </dgm:pt>
    <dgm:pt modelId="{5329E876-E0F1-4046-917D-D537EA0EE578}" type="sibTrans" cxnId="{1143B7D3-712C-49AB-840B-F8D1A3CD0A39}">
      <dgm:prSet/>
      <dgm:spPr/>
      <dgm:t>
        <a:bodyPr/>
        <a:lstStyle/>
        <a:p>
          <a:endParaRPr lang="en-IN"/>
        </a:p>
      </dgm:t>
    </dgm:pt>
    <dgm:pt modelId="{507B44A5-0AB1-4624-B16D-8CFA547CC87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pt-BR" sz="1200" dirty="0"/>
            <a:t>float num1 = 3.14;      // Decimal notation</a:t>
          </a:r>
          <a:endParaRPr lang="en-IN" sz="1200" dirty="0"/>
        </a:p>
      </dgm:t>
    </dgm:pt>
    <dgm:pt modelId="{1FC231FF-DD2E-4609-A161-ACD4740E7AD5}" type="parTrans" cxnId="{84930D54-A684-40A6-BB51-482B9C2D6C04}">
      <dgm:prSet/>
      <dgm:spPr/>
      <dgm:t>
        <a:bodyPr/>
        <a:lstStyle/>
        <a:p>
          <a:endParaRPr lang="en-IN"/>
        </a:p>
      </dgm:t>
    </dgm:pt>
    <dgm:pt modelId="{51764464-DE53-4BCC-86CF-5184DD488698}" type="sibTrans" cxnId="{84930D54-A684-40A6-BB51-482B9C2D6C04}">
      <dgm:prSet/>
      <dgm:spPr/>
      <dgm:t>
        <a:bodyPr/>
        <a:lstStyle/>
        <a:p>
          <a:endParaRPr lang="en-IN"/>
        </a:p>
      </dgm:t>
    </dgm:pt>
    <dgm:pt modelId="{A0A218B5-1F9C-4FB0-B415-CF0BEFC1528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dirty="0"/>
            <a:t>double num2 = 2.5e3;    // Exponential notation (2.5 × 10³)</a:t>
          </a:r>
        </a:p>
      </dgm:t>
    </dgm:pt>
    <dgm:pt modelId="{0EF834F0-ABFD-492C-A811-01B146C19040}" type="parTrans" cxnId="{F41691AF-610D-4645-89C4-BA0678AC0F26}">
      <dgm:prSet/>
      <dgm:spPr/>
      <dgm:t>
        <a:bodyPr/>
        <a:lstStyle/>
        <a:p>
          <a:endParaRPr lang="en-IN"/>
        </a:p>
      </dgm:t>
    </dgm:pt>
    <dgm:pt modelId="{B2CD3457-5E96-4ED2-99E2-D0F75E81CDFA}" type="sibTrans" cxnId="{F41691AF-610D-4645-89C4-BA0678AC0F26}">
      <dgm:prSet/>
      <dgm:spPr/>
      <dgm:t>
        <a:bodyPr/>
        <a:lstStyle/>
        <a:p>
          <a:endParaRPr lang="en-IN"/>
        </a:p>
      </dgm:t>
    </dgm:pt>
    <dgm:pt modelId="{D26542CE-10B4-4836-92FD-F49FF160B892}">
      <dgm:prSet custT="1"/>
      <dgm:spPr/>
      <dgm:t>
        <a:bodyPr/>
        <a:lstStyle/>
        <a:p>
          <a:r>
            <a:rPr lang="en-IN" sz="1600" b="1" u="none" dirty="0"/>
            <a:t>Character Literals</a:t>
          </a:r>
          <a:endParaRPr lang="en-IN" sz="1600" u="none" dirty="0"/>
        </a:p>
      </dgm:t>
    </dgm:pt>
    <dgm:pt modelId="{C92597E3-F741-4982-B42E-739AE2D064A1}" type="parTrans" cxnId="{E9527BCD-C8E7-4B1F-A3CE-C12C355613AC}">
      <dgm:prSet/>
      <dgm:spPr/>
      <dgm:t>
        <a:bodyPr/>
        <a:lstStyle/>
        <a:p>
          <a:endParaRPr lang="en-IN"/>
        </a:p>
      </dgm:t>
    </dgm:pt>
    <dgm:pt modelId="{77AA9027-685C-4803-898D-9EE27DDFF60E}" type="sibTrans" cxnId="{E9527BCD-C8E7-4B1F-A3CE-C12C355613AC}">
      <dgm:prSet/>
      <dgm:spPr/>
      <dgm:t>
        <a:bodyPr/>
        <a:lstStyle/>
        <a:p>
          <a:endParaRPr lang="en-IN"/>
        </a:p>
      </dgm:t>
    </dgm:pt>
    <dgm:pt modelId="{C2ECFBBD-717B-4E36-B35B-B3DE6E20A10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/>
            <a:t>A </a:t>
          </a:r>
          <a:r>
            <a:rPr lang="en-US" sz="1200" b="1" dirty="0"/>
            <a:t>single</a:t>
          </a:r>
          <a:r>
            <a:rPr lang="en-US" sz="1200" dirty="0"/>
            <a:t> character enclosed in </a:t>
          </a:r>
          <a:r>
            <a:rPr lang="en-US" sz="1200" b="1" dirty="0"/>
            <a:t>single quotes (‘’)</a:t>
          </a:r>
          <a:r>
            <a:rPr lang="en-US" sz="1200" dirty="0"/>
            <a:t>.</a:t>
          </a:r>
        </a:p>
        <a:p>
          <a:pPr>
            <a:buFont typeface="Arial" panose="020B0604020202020204" pitchFamily="34" charset="0"/>
            <a:buChar char="•"/>
          </a:pPr>
          <a:endParaRPr lang="en-US" sz="1200" dirty="0"/>
        </a:p>
      </dgm:t>
    </dgm:pt>
    <dgm:pt modelId="{0E267DAF-6181-4DE6-AF9D-1A1C6FA1747F}" type="parTrans" cxnId="{FE36C2C1-FCCE-4518-8EC3-1F9C731E3BF9}">
      <dgm:prSet/>
      <dgm:spPr/>
      <dgm:t>
        <a:bodyPr/>
        <a:lstStyle/>
        <a:p>
          <a:endParaRPr lang="en-IN"/>
        </a:p>
      </dgm:t>
    </dgm:pt>
    <dgm:pt modelId="{BCD4732D-F6AE-499B-8580-96C2E3242A21}" type="sibTrans" cxnId="{FE36C2C1-FCCE-4518-8EC3-1F9C731E3BF9}">
      <dgm:prSet/>
      <dgm:spPr/>
      <dgm:t>
        <a:bodyPr/>
        <a:lstStyle/>
        <a:p>
          <a:endParaRPr lang="en-IN"/>
        </a:p>
      </dgm:t>
    </dgm:pt>
    <dgm:pt modelId="{C9D17321-7B46-4102-BBF5-F5683648C8F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1" dirty="0"/>
            <a:t>Example:</a:t>
          </a:r>
          <a:r>
            <a:rPr lang="en-IN" sz="1200" dirty="0"/>
            <a:t> </a:t>
          </a:r>
        </a:p>
      </dgm:t>
    </dgm:pt>
    <dgm:pt modelId="{A5DBDAE3-61A8-425D-99B3-7432A325591F}" type="parTrans" cxnId="{602D0780-7D2A-45EE-B7EF-6858872B4673}">
      <dgm:prSet/>
      <dgm:spPr/>
      <dgm:t>
        <a:bodyPr/>
        <a:lstStyle/>
        <a:p>
          <a:endParaRPr lang="en-IN"/>
        </a:p>
      </dgm:t>
    </dgm:pt>
    <dgm:pt modelId="{F263E4EE-BF44-4C00-B89A-24B9AC05B665}" type="sibTrans" cxnId="{602D0780-7D2A-45EE-B7EF-6858872B4673}">
      <dgm:prSet/>
      <dgm:spPr/>
      <dgm:t>
        <a:bodyPr/>
        <a:lstStyle/>
        <a:p>
          <a:endParaRPr lang="en-IN"/>
        </a:p>
      </dgm:t>
    </dgm:pt>
    <dgm:pt modelId="{96DC77BF-9447-45EE-9816-284F17F487B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dirty="0"/>
            <a:t>char letter = 'A'; </a:t>
          </a:r>
        </a:p>
      </dgm:t>
    </dgm:pt>
    <dgm:pt modelId="{AA2B3690-EF45-4FFA-9220-4623A3D53001}" type="parTrans" cxnId="{48986501-E23F-4EF8-B9F2-FBEA17A79895}">
      <dgm:prSet/>
      <dgm:spPr/>
      <dgm:t>
        <a:bodyPr/>
        <a:lstStyle/>
        <a:p>
          <a:endParaRPr lang="en-IN"/>
        </a:p>
      </dgm:t>
    </dgm:pt>
    <dgm:pt modelId="{3CA5AB09-9A57-40D4-8338-497BCC3D0DDF}" type="sibTrans" cxnId="{48986501-E23F-4EF8-B9F2-FBEA17A79895}">
      <dgm:prSet/>
      <dgm:spPr/>
      <dgm:t>
        <a:bodyPr/>
        <a:lstStyle/>
        <a:p>
          <a:endParaRPr lang="en-IN"/>
        </a:p>
      </dgm:t>
    </dgm:pt>
    <dgm:pt modelId="{B47BFCB9-36AA-4CE0-A76C-24151B823C6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dirty="0"/>
            <a:t>char symbol = '#'; </a:t>
          </a:r>
        </a:p>
      </dgm:t>
    </dgm:pt>
    <dgm:pt modelId="{CBD14C19-FC93-4961-A8AE-DA128428375C}" type="parTrans" cxnId="{B9B4A378-C4E8-4CAD-BF77-41CFEB2043E0}">
      <dgm:prSet/>
      <dgm:spPr/>
      <dgm:t>
        <a:bodyPr/>
        <a:lstStyle/>
        <a:p>
          <a:endParaRPr lang="en-IN"/>
        </a:p>
      </dgm:t>
    </dgm:pt>
    <dgm:pt modelId="{9B5261CF-6522-482C-820D-7BA3A6E7B345}" type="sibTrans" cxnId="{B9B4A378-C4E8-4CAD-BF77-41CFEB2043E0}">
      <dgm:prSet/>
      <dgm:spPr/>
      <dgm:t>
        <a:bodyPr/>
        <a:lstStyle/>
        <a:p>
          <a:endParaRPr lang="en-IN"/>
        </a:p>
      </dgm:t>
    </dgm:pt>
    <dgm:pt modelId="{8E148169-64AB-4CA2-ADFA-E9EEB7DBF71A}">
      <dgm:prSet custT="1"/>
      <dgm:spPr/>
      <dgm:t>
        <a:bodyPr/>
        <a:lstStyle/>
        <a:p>
          <a:r>
            <a:rPr lang="en-IN" sz="1600" b="1" u="none" dirty="0"/>
            <a:t>String Literals</a:t>
          </a:r>
          <a:endParaRPr lang="en-IN" sz="1600" u="none" dirty="0"/>
        </a:p>
      </dgm:t>
    </dgm:pt>
    <dgm:pt modelId="{7A47EB51-B31B-4E8C-9B3D-82B8D9CBF2EF}" type="parTrans" cxnId="{559CAC55-9A2C-43EC-ACDC-DDB6E46A112F}">
      <dgm:prSet/>
      <dgm:spPr/>
      <dgm:t>
        <a:bodyPr/>
        <a:lstStyle/>
        <a:p>
          <a:endParaRPr lang="en-IN"/>
        </a:p>
      </dgm:t>
    </dgm:pt>
    <dgm:pt modelId="{0B795027-92D9-47F5-95A9-8E6B6637CD62}" type="sibTrans" cxnId="{559CAC55-9A2C-43EC-ACDC-DDB6E46A112F}">
      <dgm:prSet/>
      <dgm:spPr/>
      <dgm:t>
        <a:bodyPr/>
        <a:lstStyle/>
        <a:p>
          <a:endParaRPr lang="en-IN"/>
        </a:p>
      </dgm:t>
    </dgm:pt>
    <dgm:pt modelId="{A869331C-030C-4578-A080-0EA2EE4E0FF3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/>
            <a:t>A </a:t>
          </a:r>
          <a:r>
            <a:rPr lang="en-US" sz="1200" b="1" dirty="0"/>
            <a:t>sequence of characters</a:t>
          </a:r>
          <a:r>
            <a:rPr lang="en-US" sz="1200" dirty="0"/>
            <a:t> enclosed in </a:t>
          </a:r>
          <a:r>
            <a:rPr lang="en-US" sz="1200" b="1" dirty="0"/>
            <a:t>double quotes ("")</a:t>
          </a:r>
          <a:r>
            <a:rPr lang="en-US" sz="1200" dirty="0"/>
            <a:t>.</a:t>
          </a:r>
        </a:p>
        <a:p>
          <a:pPr>
            <a:buFont typeface="Arial" panose="020B0604020202020204" pitchFamily="34" charset="0"/>
            <a:buChar char="•"/>
          </a:pPr>
          <a:endParaRPr lang="en-US" sz="1200" dirty="0"/>
        </a:p>
      </dgm:t>
    </dgm:pt>
    <dgm:pt modelId="{01FFE643-FBD3-4412-A96D-E2188EFF4A3C}" type="parTrans" cxnId="{5A3EA86B-7A56-421F-8A7C-9F0B60AE8EFF}">
      <dgm:prSet/>
      <dgm:spPr/>
      <dgm:t>
        <a:bodyPr/>
        <a:lstStyle/>
        <a:p>
          <a:endParaRPr lang="en-IN"/>
        </a:p>
      </dgm:t>
    </dgm:pt>
    <dgm:pt modelId="{28D9BEFD-8273-4D16-96B7-5D1D05B72893}" type="sibTrans" cxnId="{5A3EA86B-7A56-421F-8A7C-9F0B60AE8EFF}">
      <dgm:prSet/>
      <dgm:spPr/>
      <dgm:t>
        <a:bodyPr/>
        <a:lstStyle/>
        <a:p>
          <a:endParaRPr lang="en-IN"/>
        </a:p>
      </dgm:t>
    </dgm:pt>
    <dgm:pt modelId="{A83D3352-9604-439D-999D-74DDC3BE084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1" dirty="0"/>
            <a:t>Example:</a:t>
          </a:r>
          <a:endParaRPr lang="en-IN" sz="1200" dirty="0"/>
        </a:p>
      </dgm:t>
    </dgm:pt>
    <dgm:pt modelId="{2A865412-6090-43E1-8D62-340751D597D6}" type="parTrans" cxnId="{B9667EEE-CD98-4C9C-8D09-C5AE4DC8C2D7}">
      <dgm:prSet/>
      <dgm:spPr/>
      <dgm:t>
        <a:bodyPr/>
        <a:lstStyle/>
        <a:p>
          <a:endParaRPr lang="en-IN"/>
        </a:p>
      </dgm:t>
    </dgm:pt>
    <dgm:pt modelId="{E9095A61-423D-466B-9F58-CFFAE558842B}" type="sibTrans" cxnId="{B9667EEE-CD98-4C9C-8D09-C5AE4DC8C2D7}">
      <dgm:prSet/>
      <dgm:spPr/>
      <dgm:t>
        <a:bodyPr/>
        <a:lstStyle/>
        <a:p>
          <a:endParaRPr lang="en-IN"/>
        </a:p>
      </dgm:t>
    </dgm:pt>
    <dgm:pt modelId="{74B30860-B03F-44CB-BFEF-56B10CCE42D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dirty="0"/>
            <a:t>char name[] = "Hello"; </a:t>
          </a:r>
        </a:p>
      </dgm:t>
    </dgm:pt>
    <dgm:pt modelId="{DE52B79A-47E8-4AFE-A005-A79621BD856C}" type="parTrans" cxnId="{C6C2F01F-FF13-4895-828F-B5352EE8DEE2}">
      <dgm:prSet/>
      <dgm:spPr/>
      <dgm:t>
        <a:bodyPr/>
        <a:lstStyle/>
        <a:p>
          <a:endParaRPr lang="en-IN"/>
        </a:p>
      </dgm:t>
    </dgm:pt>
    <dgm:pt modelId="{A36EE247-19BB-45A0-A16E-62DE68824970}" type="sibTrans" cxnId="{C6C2F01F-FF13-4895-828F-B5352EE8DEE2}">
      <dgm:prSet/>
      <dgm:spPr/>
      <dgm:t>
        <a:bodyPr/>
        <a:lstStyle/>
        <a:p>
          <a:endParaRPr lang="en-IN"/>
        </a:p>
      </dgm:t>
    </dgm:pt>
    <dgm:pt modelId="{A0D96E28-7C1E-4D26-9A72-CB85C7BBB708}">
      <dgm:prSet custT="1"/>
      <dgm:spPr/>
      <dgm:t>
        <a:bodyPr/>
        <a:lstStyle/>
        <a:p>
          <a:r>
            <a:rPr lang="en-IN" sz="1600" b="1" u="none" dirty="0"/>
            <a:t>Boolean Literals (C99 &amp; Later)</a:t>
          </a:r>
          <a:endParaRPr lang="en-IN" sz="1600" u="none" dirty="0"/>
        </a:p>
      </dgm:t>
    </dgm:pt>
    <dgm:pt modelId="{2EFBF239-C555-4689-B8C3-73E0E5683A29}" type="parTrans" cxnId="{9CB021D9-46C4-4983-A9EC-357A25343816}">
      <dgm:prSet/>
      <dgm:spPr/>
      <dgm:t>
        <a:bodyPr/>
        <a:lstStyle/>
        <a:p>
          <a:endParaRPr lang="en-IN"/>
        </a:p>
      </dgm:t>
    </dgm:pt>
    <dgm:pt modelId="{E96D0F5B-CC04-4847-A076-7FD3A1172686}" type="sibTrans" cxnId="{9CB021D9-46C4-4983-A9EC-357A25343816}">
      <dgm:prSet/>
      <dgm:spPr/>
      <dgm:t>
        <a:bodyPr/>
        <a:lstStyle/>
        <a:p>
          <a:endParaRPr lang="en-IN"/>
        </a:p>
      </dgm:t>
    </dgm:pt>
    <dgm:pt modelId="{7782DA17-90D7-4376-A24D-843CE8C0047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 dirty="0"/>
            <a:t>Represents </a:t>
          </a:r>
          <a:r>
            <a:rPr lang="en-US" sz="1200" b="1" dirty="0"/>
            <a:t>true (1) or false (0)</a:t>
          </a:r>
          <a:r>
            <a:rPr lang="en-US" sz="1200" dirty="0"/>
            <a:t>.</a:t>
          </a:r>
        </a:p>
        <a:p>
          <a:pPr>
            <a:buFont typeface="Arial" panose="020B0604020202020204" pitchFamily="34" charset="0"/>
            <a:buChar char="•"/>
          </a:pPr>
          <a:endParaRPr lang="en-US" sz="1200" dirty="0"/>
        </a:p>
      </dgm:t>
    </dgm:pt>
    <dgm:pt modelId="{B7814CE4-2547-4D14-8417-421EAC643798}" type="parTrans" cxnId="{BCEBC905-5C78-4270-A002-7C012709BE9C}">
      <dgm:prSet/>
      <dgm:spPr/>
      <dgm:t>
        <a:bodyPr/>
        <a:lstStyle/>
        <a:p>
          <a:endParaRPr lang="en-IN"/>
        </a:p>
      </dgm:t>
    </dgm:pt>
    <dgm:pt modelId="{DFFA0432-00E4-4CDB-96F6-DA651CE5D536}" type="sibTrans" cxnId="{BCEBC905-5C78-4270-A002-7C012709BE9C}">
      <dgm:prSet/>
      <dgm:spPr/>
      <dgm:t>
        <a:bodyPr/>
        <a:lstStyle/>
        <a:p>
          <a:endParaRPr lang="en-IN"/>
        </a:p>
      </dgm:t>
    </dgm:pt>
    <dgm:pt modelId="{E6F7C9B0-1874-485E-9512-0786C134ED1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dirty="0"/>
            <a:t>Requires &lt;</a:t>
          </a:r>
          <a:r>
            <a:rPr lang="en-IN" sz="1200" dirty="0" err="1"/>
            <a:t>stdbool.h</a:t>
          </a:r>
          <a:r>
            <a:rPr lang="en-IN" sz="1200" dirty="0"/>
            <a:t>&gt;.</a:t>
          </a:r>
        </a:p>
        <a:p>
          <a:pPr>
            <a:buFont typeface="Arial" panose="020B0604020202020204" pitchFamily="34" charset="0"/>
            <a:buChar char="•"/>
          </a:pPr>
          <a:endParaRPr lang="en-IN" sz="1200" dirty="0"/>
        </a:p>
      </dgm:t>
    </dgm:pt>
    <dgm:pt modelId="{5958D373-881C-4426-9E94-30EB487ED249}" type="parTrans" cxnId="{2F93A430-8CB2-4051-9742-EDBBDE5098B3}">
      <dgm:prSet/>
      <dgm:spPr/>
      <dgm:t>
        <a:bodyPr/>
        <a:lstStyle/>
        <a:p>
          <a:endParaRPr lang="en-IN"/>
        </a:p>
      </dgm:t>
    </dgm:pt>
    <dgm:pt modelId="{F3B29AFA-9C84-4DEE-91C3-29EA1C8221B5}" type="sibTrans" cxnId="{2F93A430-8CB2-4051-9742-EDBBDE5098B3}">
      <dgm:prSet/>
      <dgm:spPr/>
      <dgm:t>
        <a:bodyPr/>
        <a:lstStyle/>
        <a:p>
          <a:endParaRPr lang="en-IN"/>
        </a:p>
      </dgm:t>
    </dgm:pt>
    <dgm:pt modelId="{76A9E9F2-B607-44BC-8732-AFA2444B9CE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200" b="1" dirty="0"/>
            <a:t>Example:</a:t>
          </a:r>
          <a:endParaRPr lang="en-IN" sz="1200" dirty="0"/>
        </a:p>
      </dgm:t>
    </dgm:pt>
    <dgm:pt modelId="{11D1AB63-60E5-471A-AA9A-7B4CB0BAC984}" type="parTrans" cxnId="{1044E600-42CD-46E2-AC1C-2DA583CFAF5F}">
      <dgm:prSet/>
      <dgm:spPr/>
      <dgm:t>
        <a:bodyPr/>
        <a:lstStyle/>
        <a:p>
          <a:endParaRPr lang="en-IN"/>
        </a:p>
      </dgm:t>
    </dgm:pt>
    <dgm:pt modelId="{C6A31D0E-A0E6-4021-9A66-F7711D67D32C}" type="sibTrans" cxnId="{1044E600-42CD-46E2-AC1C-2DA583CFAF5F}">
      <dgm:prSet/>
      <dgm:spPr/>
      <dgm:t>
        <a:bodyPr/>
        <a:lstStyle/>
        <a:p>
          <a:endParaRPr lang="en-IN"/>
        </a:p>
      </dgm:t>
    </dgm:pt>
    <dgm:pt modelId="{EF343E39-7B4F-42CD-8DC2-E8E8FC36E61A}">
      <dgm:prSet custT="1"/>
      <dgm:spPr/>
      <dgm:t>
        <a:bodyPr/>
        <a:lstStyle/>
        <a:p>
          <a:r>
            <a:rPr lang="en-IN" sz="1200" dirty="0"/>
            <a:t>#include &lt;</a:t>
          </a:r>
          <a:r>
            <a:rPr lang="en-IN" sz="1200" dirty="0" err="1"/>
            <a:t>stdbool.h</a:t>
          </a:r>
          <a:r>
            <a:rPr lang="en-IN" sz="1200" dirty="0"/>
            <a:t>&gt;</a:t>
          </a:r>
        </a:p>
      </dgm:t>
    </dgm:pt>
    <dgm:pt modelId="{35880F92-6DED-4E21-807D-57BA41B7D9EB}" type="parTrans" cxnId="{14A55B96-3843-4374-9E5B-61686C98FF09}">
      <dgm:prSet/>
      <dgm:spPr/>
      <dgm:t>
        <a:bodyPr/>
        <a:lstStyle/>
        <a:p>
          <a:endParaRPr lang="en-IN"/>
        </a:p>
      </dgm:t>
    </dgm:pt>
    <dgm:pt modelId="{C78158CD-0B38-409D-9DE9-2A84E5158DA3}" type="sibTrans" cxnId="{14A55B96-3843-4374-9E5B-61686C98FF09}">
      <dgm:prSet/>
      <dgm:spPr/>
      <dgm:t>
        <a:bodyPr/>
        <a:lstStyle/>
        <a:p>
          <a:endParaRPr lang="en-IN"/>
        </a:p>
      </dgm:t>
    </dgm:pt>
    <dgm:pt modelId="{AB55211D-F59B-4109-8E5A-CD9505F784FF}">
      <dgm:prSet custT="1"/>
      <dgm:spPr/>
      <dgm:t>
        <a:bodyPr/>
        <a:lstStyle/>
        <a:p>
          <a:r>
            <a:rPr lang="en-IN" sz="1200" dirty="0" err="1"/>
            <a:t>bool isValid = true;</a:t>
          </a:r>
        </a:p>
      </dgm:t>
    </dgm:pt>
    <dgm:pt modelId="{F2AEDD16-746C-4833-91A4-AE879F7B8F13}" type="parTrans" cxnId="{2CE5FD58-9C64-47EA-805D-28FAAE0B9E75}">
      <dgm:prSet/>
      <dgm:spPr/>
      <dgm:t>
        <a:bodyPr/>
        <a:lstStyle/>
        <a:p>
          <a:endParaRPr lang="en-IN"/>
        </a:p>
      </dgm:t>
    </dgm:pt>
    <dgm:pt modelId="{3CBB36DA-1C13-4909-83F5-3E5E38FE1CBE}" type="sibTrans" cxnId="{2CE5FD58-9C64-47EA-805D-28FAAE0B9E75}">
      <dgm:prSet/>
      <dgm:spPr/>
      <dgm:t>
        <a:bodyPr/>
        <a:lstStyle/>
        <a:p>
          <a:endParaRPr lang="en-IN"/>
        </a:p>
      </dgm:t>
    </dgm:pt>
    <dgm:pt modelId="{B7634808-1C8E-4440-8FAE-922740D02EDB}">
      <dgm:prSet custT="1"/>
      <dgm:spPr/>
      <dgm:t>
        <a:bodyPr/>
        <a:lstStyle/>
        <a:p>
          <a:r>
            <a:rPr lang="en-IN" sz="1200" dirty="0" err="1"/>
            <a:t>bool isComplete = false;</a:t>
          </a:r>
        </a:p>
      </dgm:t>
    </dgm:pt>
    <dgm:pt modelId="{39FBEC01-E5FD-4E84-88A5-7564EDECAAA7}" type="parTrans" cxnId="{5C15ABE8-6CDA-414D-8FCD-D77C0974EEAF}">
      <dgm:prSet/>
      <dgm:spPr/>
      <dgm:t>
        <a:bodyPr/>
        <a:lstStyle/>
        <a:p>
          <a:endParaRPr lang="en-IN"/>
        </a:p>
      </dgm:t>
    </dgm:pt>
    <dgm:pt modelId="{5EBF86D3-D7F4-4F2C-B3F3-081583418918}" type="sibTrans" cxnId="{5C15ABE8-6CDA-414D-8FCD-D77C0974EEAF}">
      <dgm:prSet/>
      <dgm:spPr/>
      <dgm:t>
        <a:bodyPr/>
        <a:lstStyle/>
        <a:p>
          <a:endParaRPr lang="en-IN"/>
        </a:p>
      </dgm:t>
    </dgm:pt>
    <dgm:pt modelId="{ED39C520-BD6E-402F-BA4F-246F09CA3645}">
      <dgm:prSet custT="1"/>
      <dgm:spPr/>
      <dgm:t>
        <a:bodyPr/>
        <a:lstStyle/>
        <a:p>
          <a:r>
            <a:rPr lang="en-IN" sz="1800" b="1" u="none" dirty="0"/>
            <a:t>Escape Sequence Literals</a:t>
          </a:r>
        </a:p>
      </dgm:t>
    </dgm:pt>
    <dgm:pt modelId="{025FBCB7-3A97-45BE-A0DC-02E067156DC8}" type="parTrans" cxnId="{C777F789-3807-4A45-865D-789C79091E74}">
      <dgm:prSet/>
      <dgm:spPr/>
      <dgm:t>
        <a:bodyPr/>
        <a:lstStyle/>
        <a:p>
          <a:endParaRPr lang="en-IN"/>
        </a:p>
      </dgm:t>
    </dgm:pt>
    <dgm:pt modelId="{9FD11214-A6CA-4AAE-8978-D89894A8887D}" type="sibTrans" cxnId="{C777F789-3807-4A45-865D-789C79091E74}">
      <dgm:prSet/>
      <dgm:spPr/>
      <dgm:t>
        <a:bodyPr/>
        <a:lstStyle/>
        <a:p>
          <a:endParaRPr lang="en-IN"/>
        </a:p>
      </dgm:t>
    </dgm:pt>
    <dgm:pt modelId="{584FE166-18C5-40AD-9D72-171D20AD2047}">
      <dgm:prSet custT="1"/>
      <dgm:spPr/>
      <dgm:t>
        <a:bodyPr/>
        <a:lstStyle/>
        <a:p>
          <a:r>
            <a:rPr lang="en-US" sz="1200" dirty="0"/>
            <a:t>Special characters represented using backslash (\) notation.</a:t>
          </a:r>
        </a:p>
        <a:p>
          <a:r>
            <a:rPr lang="en-US" sz="1200" dirty="0"/>
            <a:t>
</a:t>
          </a:r>
          <a:r>
            <a:rPr lang="en-US" sz="1200" b="1" dirty="0"/>
            <a:t>Example</a:t>
          </a:r>
          <a:endParaRPr lang="en-IN" sz="1200" b="1" dirty="0" err="1"/>
        </a:p>
      </dgm:t>
    </dgm:pt>
    <dgm:pt modelId="{CF86525B-A156-4DC5-97C6-ED5518E7B540}" type="parTrans" cxnId="{9B9DAFA1-CFBE-4FC2-BC80-25F0FA1E2F98}">
      <dgm:prSet/>
      <dgm:spPr/>
      <dgm:t>
        <a:bodyPr/>
        <a:lstStyle/>
        <a:p>
          <a:endParaRPr lang="en-IN"/>
        </a:p>
      </dgm:t>
    </dgm:pt>
    <dgm:pt modelId="{BC7330A0-E077-4477-B119-A5B95BD9F8E6}" type="sibTrans" cxnId="{9B9DAFA1-CFBE-4FC2-BC80-25F0FA1E2F98}">
      <dgm:prSet/>
      <dgm:spPr/>
      <dgm:t>
        <a:bodyPr/>
        <a:lstStyle/>
        <a:p>
          <a:endParaRPr lang="en-IN"/>
        </a:p>
      </dgm:t>
    </dgm:pt>
    <dgm:pt modelId="{F5ACF99A-EB31-43FC-8D84-1A5DAECFEFCD}">
      <dgm:prSet custT="1"/>
      <dgm:spPr/>
      <dgm:t>
        <a:bodyPr/>
        <a:lstStyle/>
        <a:p>
          <a:r>
            <a:rPr lang="en-US" sz="1200" dirty="0" err="1"/>
            <a:t>printf</a:t>
          </a:r>
          <a:r>
            <a:rPr lang="en-US" sz="1200" dirty="0"/>
            <a:t>("Hello\</a:t>
          </a:r>
          <a:r>
            <a:rPr lang="en-US" sz="1200" dirty="0" err="1"/>
            <a:t>tWorld</a:t>
          </a:r>
          <a:r>
            <a:rPr lang="en-US" sz="1200" dirty="0"/>
            <a:t>!\n");  // \t (Tab), \n (Newline)</a:t>
          </a:r>
          <a:endParaRPr lang="en-IN" sz="1200" dirty="0" err="1"/>
        </a:p>
      </dgm:t>
    </dgm:pt>
    <dgm:pt modelId="{A495FA45-974D-4729-BAB8-F28824D7EA4A}" type="parTrans" cxnId="{6FF737E8-2887-4353-A5AB-C264C36214D9}">
      <dgm:prSet/>
      <dgm:spPr/>
      <dgm:t>
        <a:bodyPr/>
        <a:lstStyle/>
        <a:p>
          <a:endParaRPr lang="en-IN"/>
        </a:p>
      </dgm:t>
    </dgm:pt>
    <dgm:pt modelId="{90C5DC59-3B05-4B22-936A-B09FA1ACF552}" type="sibTrans" cxnId="{6FF737E8-2887-4353-A5AB-C264C36214D9}">
      <dgm:prSet/>
      <dgm:spPr/>
      <dgm:t>
        <a:bodyPr/>
        <a:lstStyle/>
        <a:p>
          <a:endParaRPr lang="en-IN"/>
        </a:p>
      </dgm:t>
    </dgm:pt>
    <dgm:pt modelId="{7F672C84-223E-4FF4-936A-7603EC241515}" type="pres">
      <dgm:prSet presAssocID="{541F6EB1-54C9-435D-AFFA-44A2FEE4EC25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F93864AB-BEE0-4800-B978-B97DF5C9E424}" type="pres">
      <dgm:prSet presAssocID="{0D547E81-2036-42C7-8B11-3D8A5DB2294E}" presName="ParentComposite" presStyleCnt="0"/>
      <dgm:spPr/>
    </dgm:pt>
    <dgm:pt modelId="{9CA5DC5A-D353-45B1-A212-C056DE60007F}" type="pres">
      <dgm:prSet presAssocID="{0D547E81-2036-42C7-8B11-3D8A5DB2294E}" presName="Chord" presStyleLbl="bgShp" presStyleIdx="0" presStyleCnt="6" custLinFactNeighborX="-8294" custLinFactNeighborY="-98298"/>
      <dgm:spPr/>
    </dgm:pt>
    <dgm:pt modelId="{B7C799D4-F8C4-422E-94D3-B4E94001D67A}" type="pres">
      <dgm:prSet presAssocID="{0D547E81-2036-42C7-8B11-3D8A5DB2294E}" presName="Pie" presStyleLbl="alignNode1" presStyleIdx="0" presStyleCnt="6" custLinFactY="-24404" custLinFactNeighborX="-11848" custLinFactNeighborY="-100000"/>
      <dgm:spPr/>
    </dgm:pt>
    <dgm:pt modelId="{5C66AACA-5057-4113-982B-140A16AF0525}" type="pres">
      <dgm:prSet presAssocID="{0D547E81-2036-42C7-8B11-3D8A5DB2294E}" presName="Parent" presStyleLbl="revTx" presStyleIdx="0" presStyleCnt="12" custScaleY="147015">
        <dgm:presLayoutVars>
          <dgm:chMax val="1"/>
          <dgm:chPref val="1"/>
          <dgm:bulletEnabled val="1"/>
        </dgm:presLayoutVars>
      </dgm:prSet>
      <dgm:spPr/>
    </dgm:pt>
    <dgm:pt modelId="{85F6B840-BEF0-494F-9944-4B4D928FACEC}" type="pres">
      <dgm:prSet presAssocID="{82B85A90-8A74-4871-868E-94FC43DBF560}" presName="negSibTrans" presStyleCnt="0"/>
      <dgm:spPr/>
    </dgm:pt>
    <dgm:pt modelId="{F5E5BE0C-4EF0-430F-B166-EC088608C85C}" type="pres">
      <dgm:prSet presAssocID="{0D547E81-2036-42C7-8B11-3D8A5DB2294E}" presName="composite" presStyleCnt="0"/>
      <dgm:spPr/>
    </dgm:pt>
    <dgm:pt modelId="{91068B55-92AE-4310-AE3A-C483B516AF71}" type="pres">
      <dgm:prSet presAssocID="{0D547E81-2036-42C7-8B11-3D8A5DB2294E}" presName="Child" presStyleLbl="revTx" presStyleIdx="1" presStyleCnt="12" custScaleY="163997">
        <dgm:presLayoutVars>
          <dgm:chMax val="0"/>
          <dgm:chPref val="0"/>
          <dgm:bulletEnabled val="1"/>
        </dgm:presLayoutVars>
      </dgm:prSet>
      <dgm:spPr/>
    </dgm:pt>
    <dgm:pt modelId="{F37E0930-234C-4105-B074-C939D23B23A2}" type="pres">
      <dgm:prSet presAssocID="{D7EF48FD-E56C-4959-A195-F4CAA31354A2}" presName="sibTrans" presStyleCnt="0"/>
      <dgm:spPr/>
    </dgm:pt>
    <dgm:pt modelId="{25D4DF96-4E3B-458C-8E9E-CC53538D4D81}" type="pres">
      <dgm:prSet presAssocID="{C8BC4B91-3A41-40F4-8A8F-AC7588707ABA}" presName="ParentComposite" presStyleCnt="0"/>
      <dgm:spPr/>
    </dgm:pt>
    <dgm:pt modelId="{684080ED-4C3E-449F-A58E-1585D786EAE2}" type="pres">
      <dgm:prSet presAssocID="{C8BC4B91-3A41-40F4-8A8F-AC7588707ABA}" presName="Chord" presStyleLbl="bgShp" presStyleIdx="1" presStyleCnt="6" custLinFactNeighborX="-8294" custLinFactNeighborY="-98298"/>
      <dgm:spPr/>
    </dgm:pt>
    <dgm:pt modelId="{864C3DF8-DDC3-4DA9-989A-B5E96DF2709F}" type="pres">
      <dgm:prSet presAssocID="{C8BC4B91-3A41-40F4-8A8F-AC7588707ABA}" presName="Pie" presStyleLbl="alignNode1" presStyleIdx="1" presStyleCnt="6" custLinFactY="-24404" custLinFactNeighborX="-11848" custLinFactNeighborY="-100000"/>
      <dgm:spPr/>
    </dgm:pt>
    <dgm:pt modelId="{D863CAF8-31AA-4388-A054-A1557CF07E66}" type="pres">
      <dgm:prSet presAssocID="{C8BC4B91-3A41-40F4-8A8F-AC7588707ABA}" presName="Parent" presStyleLbl="revTx" presStyleIdx="2" presStyleCnt="12" custScaleY="147015">
        <dgm:presLayoutVars>
          <dgm:chMax val="1"/>
          <dgm:chPref val="1"/>
          <dgm:bulletEnabled val="1"/>
        </dgm:presLayoutVars>
      </dgm:prSet>
      <dgm:spPr/>
    </dgm:pt>
    <dgm:pt modelId="{537907C8-AF1D-44A6-B195-83344828DD14}" type="pres">
      <dgm:prSet presAssocID="{A4845A8E-F6EB-4A2E-993F-AF414E393355}" presName="negSibTrans" presStyleCnt="0"/>
      <dgm:spPr/>
    </dgm:pt>
    <dgm:pt modelId="{49594CE3-24D4-446A-99AD-0262B280DCCA}" type="pres">
      <dgm:prSet presAssocID="{C8BC4B91-3A41-40F4-8A8F-AC7588707ABA}" presName="composite" presStyleCnt="0"/>
      <dgm:spPr/>
    </dgm:pt>
    <dgm:pt modelId="{DE524ABC-DB40-4157-8DA5-E83E0D91F6FB}" type="pres">
      <dgm:prSet presAssocID="{C8BC4B91-3A41-40F4-8A8F-AC7588707ABA}" presName="Child" presStyleLbl="revTx" presStyleIdx="3" presStyleCnt="12" custScaleY="163997">
        <dgm:presLayoutVars>
          <dgm:chMax val="0"/>
          <dgm:chPref val="0"/>
          <dgm:bulletEnabled val="1"/>
        </dgm:presLayoutVars>
      </dgm:prSet>
      <dgm:spPr/>
    </dgm:pt>
    <dgm:pt modelId="{BDE075F1-05C5-452A-BAB5-DAA0B8729732}" type="pres">
      <dgm:prSet presAssocID="{B03BB0AF-FBAC-4DA5-83AC-4BC40390F8A3}" presName="sibTrans" presStyleCnt="0"/>
      <dgm:spPr/>
    </dgm:pt>
    <dgm:pt modelId="{CA8BCF9B-FC7E-4955-BFC4-8507D6583720}" type="pres">
      <dgm:prSet presAssocID="{D26542CE-10B4-4836-92FD-F49FF160B892}" presName="ParentComposite" presStyleCnt="0"/>
      <dgm:spPr/>
    </dgm:pt>
    <dgm:pt modelId="{A0894E6B-E8CF-45F5-9F48-C6B570E73C99}" type="pres">
      <dgm:prSet presAssocID="{D26542CE-10B4-4836-92FD-F49FF160B892}" presName="Chord" presStyleLbl="bgShp" presStyleIdx="2" presStyleCnt="6" custLinFactNeighborX="-8294" custLinFactNeighborY="-98298"/>
      <dgm:spPr/>
    </dgm:pt>
    <dgm:pt modelId="{6013EB16-FAD6-4EE2-93BE-BF6BDB7F2072}" type="pres">
      <dgm:prSet presAssocID="{D26542CE-10B4-4836-92FD-F49FF160B892}" presName="Pie" presStyleLbl="alignNode1" presStyleIdx="2" presStyleCnt="6" custLinFactY="-24404" custLinFactNeighborX="-11848" custLinFactNeighborY="-100000"/>
      <dgm:spPr/>
    </dgm:pt>
    <dgm:pt modelId="{FAAEC040-8157-4F82-96A7-AB20F8D9E7FA}" type="pres">
      <dgm:prSet presAssocID="{D26542CE-10B4-4836-92FD-F49FF160B892}" presName="Parent" presStyleLbl="revTx" presStyleIdx="4" presStyleCnt="12" custScaleY="147015">
        <dgm:presLayoutVars>
          <dgm:chMax val="1"/>
          <dgm:chPref val="1"/>
          <dgm:bulletEnabled val="1"/>
        </dgm:presLayoutVars>
      </dgm:prSet>
      <dgm:spPr/>
    </dgm:pt>
    <dgm:pt modelId="{E90E4BA0-6483-498D-924C-4A61786BBA11}" type="pres">
      <dgm:prSet presAssocID="{BCD4732D-F6AE-499B-8580-96C2E3242A21}" presName="negSibTrans" presStyleCnt="0"/>
      <dgm:spPr/>
    </dgm:pt>
    <dgm:pt modelId="{287D7D8F-5E2F-400B-A7F9-B2AC91447874}" type="pres">
      <dgm:prSet presAssocID="{D26542CE-10B4-4836-92FD-F49FF160B892}" presName="composite" presStyleCnt="0"/>
      <dgm:spPr/>
    </dgm:pt>
    <dgm:pt modelId="{957AE978-421C-4DF9-8D64-9448F7C2EEE3}" type="pres">
      <dgm:prSet presAssocID="{D26542CE-10B4-4836-92FD-F49FF160B892}" presName="Child" presStyleLbl="revTx" presStyleIdx="5" presStyleCnt="12" custScaleY="165774">
        <dgm:presLayoutVars>
          <dgm:chMax val="0"/>
          <dgm:chPref val="0"/>
          <dgm:bulletEnabled val="1"/>
        </dgm:presLayoutVars>
      </dgm:prSet>
      <dgm:spPr/>
    </dgm:pt>
    <dgm:pt modelId="{1B501BBF-A6C6-498C-8049-67E0EF81FD27}" type="pres">
      <dgm:prSet presAssocID="{77AA9027-685C-4803-898D-9EE27DDFF60E}" presName="sibTrans" presStyleCnt="0"/>
      <dgm:spPr/>
    </dgm:pt>
    <dgm:pt modelId="{3FF596E1-428F-4C0E-B0B1-82BD84FF8F19}" type="pres">
      <dgm:prSet presAssocID="{8E148169-64AB-4CA2-ADFA-E9EEB7DBF71A}" presName="ParentComposite" presStyleCnt="0"/>
      <dgm:spPr/>
    </dgm:pt>
    <dgm:pt modelId="{ED37F1BF-E239-47BE-B53F-41E9A1377F96}" type="pres">
      <dgm:prSet presAssocID="{8E148169-64AB-4CA2-ADFA-E9EEB7DBF71A}" presName="Chord" presStyleLbl="bgShp" presStyleIdx="3" presStyleCnt="6" custLinFactNeighborX="-8294" custLinFactNeighborY="-98298"/>
      <dgm:spPr/>
    </dgm:pt>
    <dgm:pt modelId="{15DB80BA-4F90-492C-81CA-AF9386440137}" type="pres">
      <dgm:prSet presAssocID="{8E148169-64AB-4CA2-ADFA-E9EEB7DBF71A}" presName="Pie" presStyleLbl="alignNode1" presStyleIdx="3" presStyleCnt="6" custLinFactY="-24404" custLinFactNeighborX="-11848" custLinFactNeighborY="-100000"/>
      <dgm:spPr/>
    </dgm:pt>
    <dgm:pt modelId="{6E31FBBC-6975-4C14-A4B5-A3637AF607C5}" type="pres">
      <dgm:prSet presAssocID="{8E148169-64AB-4CA2-ADFA-E9EEB7DBF71A}" presName="Parent" presStyleLbl="revTx" presStyleIdx="6" presStyleCnt="12" custScaleY="147015">
        <dgm:presLayoutVars>
          <dgm:chMax val="1"/>
          <dgm:chPref val="1"/>
          <dgm:bulletEnabled val="1"/>
        </dgm:presLayoutVars>
      </dgm:prSet>
      <dgm:spPr/>
    </dgm:pt>
    <dgm:pt modelId="{3B48AA67-ED45-4C41-9A94-D57C80239D67}" type="pres">
      <dgm:prSet presAssocID="{28D9BEFD-8273-4D16-96B7-5D1D05B72893}" presName="negSibTrans" presStyleCnt="0"/>
      <dgm:spPr/>
    </dgm:pt>
    <dgm:pt modelId="{A5EF4AE8-B307-43A3-810C-98CF3746E4D4}" type="pres">
      <dgm:prSet presAssocID="{8E148169-64AB-4CA2-ADFA-E9EEB7DBF71A}" presName="composite" presStyleCnt="0"/>
      <dgm:spPr/>
    </dgm:pt>
    <dgm:pt modelId="{1EFEFF54-8470-4C7B-80EA-86B32B9F27C4}" type="pres">
      <dgm:prSet presAssocID="{8E148169-64AB-4CA2-ADFA-E9EEB7DBF71A}" presName="Child" presStyleLbl="revTx" presStyleIdx="7" presStyleCnt="12" custScaleY="163997">
        <dgm:presLayoutVars>
          <dgm:chMax val="0"/>
          <dgm:chPref val="0"/>
          <dgm:bulletEnabled val="1"/>
        </dgm:presLayoutVars>
      </dgm:prSet>
      <dgm:spPr/>
    </dgm:pt>
    <dgm:pt modelId="{96EA1A5C-CD37-4869-B562-1467092EFB3C}" type="pres">
      <dgm:prSet presAssocID="{0B795027-92D9-47F5-95A9-8E6B6637CD62}" presName="sibTrans" presStyleCnt="0"/>
      <dgm:spPr/>
    </dgm:pt>
    <dgm:pt modelId="{74598F92-2447-4C62-BC89-C335603E2724}" type="pres">
      <dgm:prSet presAssocID="{A0D96E28-7C1E-4D26-9A72-CB85C7BBB708}" presName="ParentComposite" presStyleCnt="0"/>
      <dgm:spPr/>
    </dgm:pt>
    <dgm:pt modelId="{66072735-333C-418A-8775-7ECAB4C928F1}" type="pres">
      <dgm:prSet presAssocID="{A0D96E28-7C1E-4D26-9A72-CB85C7BBB708}" presName="Chord" presStyleLbl="bgShp" presStyleIdx="4" presStyleCnt="6" custLinFactNeighborX="-8294" custLinFactNeighborY="-98298"/>
      <dgm:spPr/>
    </dgm:pt>
    <dgm:pt modelId="{010D8363-BA7B-4104-B6B2-2E7800491AAB}" type="pres">
      <dgm:prSet presAssocID="{A0D96E28-7C1E-4D26-9A72-CB85C7BBB708}" presName="Pie" presStyleLbl="alignNode1" presStyleIdx="4" presStyleCnt="6" custLinFactY="-24404" custLinFactNeighborX="-11848" custLinFactNeighborY="-100000"/>
      <dgm:spPr/>
    </dgm:pt>
    <dgm:pt modelId="{DBF1182E-F1CE-427E-AA0C-D0D8946CB69A}" type="pres">
      <dgm:prSet presAssocID="{A0D96E28-7C1E-4D26-9A72-CB85C7BBB708}" presName="Parent" presStyleLbl="revTx" presStyleIdx="8" presStyleCnt="12" custScaleY="147015">
        <dgm:presLayoutVars>
          <dgm:chMax val="1"/>
          <dgm:chPref val="1"/>
          <dgm:bulletEnabled val="1"/>
        </dgm:presLayoutVars>
      </dgm:prSet>
      <dgm:spPr/>
    </dgm:pt>
    <dgm:pt modelId="{03308241-232B-4802-937F-4DB0A6E9B761}" type="pres">
      <dgm:prSet presAssocID="{DFFA0432-00E4-4CDB-96F6-DA651CE5D536}" presName="negSibTrans" presStyleCnt="0"/>
      <dgm:spPr/>
    </dgm:pt>
    <dgm:pt modelId="{55FA367F-B505-47B4-B867-1E10EAC7D3E7}" type="pres">
      <dgm:prSet presAssocID="{A0D96E28-7C1E-4D26-9A72-CB85C7BBB708}" presName="composite" presStyleCnt="0"/>
      <dgm:spPr/>
    </dgm:pt>
    <dgm:pt modelId="{6DDB4ECB-BAF8-486F-854A-AD8ABF3E36FA}" type="pres">
      <dgm:prSet presAssocID="{A0D96E28-7C1E-4D26-9A72-CB85C7BBB708}" presName="Child" presStyleLbl="revTx" presStyleIdx="9" presStyleCnt="12" custScaleY="165181">
        <dgm:presLayoutVars>
          <dgm:chMax val="0"/>
          <dgm:chPref val="0"/>
          <dgm:bulletEnabled val="1"/>
        </dgm:presLayoutVars>
      </dgm:prSet>
      <dgm:spPr/>
    </dgm:pt>
    <dgm:pt modelId="{56D8F4A5-D222-489C-B975-029E92C6CAE6}" type="pres">
      <dgm:prSet presAssocID="{E96D0F5B-CC04-4847-A076-7FD3A1172686}" presName="sibTrans" presStyleCnt="0"/>
      <dgm:spPr/>
    </dgm:pt>
    <dgm:pt modelId="{2B3555C8-5369-4E01-9386-B5B11BC0E3A8}" type="pres">
      <dgm:prSet presAssocID="{ED39C520-BD6E-402F-BA4F-246F09CA3645}" presName="ParentComposite" presStyleCnt="0"/>
      <dgm:spPr/>
    </dgm:pt>
    <dgm:pt modelId="{E254C783-CFE5-4CB5-BE7A-71A2368D5FA9}" type="pres">
      <dgm:prSet presAssocID="{ED39C520-BD6E-402F-BA4F-246F09CA3645}" presName="Chord" presStyleLbl="bgShp" presStyleIdx="5" presStyleCnt="6" custLinFactNeighborX="-8294" custLinFactNeighborY="-98298"/>
      <dgm:spPr/>
    </dgm:pt>
    <dgm:pt modelId="{5EA4F34B-3763-4C57-9B81-2E3C56752D9E}" type="pres">
      <dgm:prSet presAssocID="{ED39C520-BD6E-402F-BA4F-246F09CA3645}" presName="Pie" presStyleLbl="alignNode1" presStyleIdx="5" presStyleCnt="6" custLinFactY="-24404" custLinFactNeighborX="-11848" custLinFactNeighborY="-100000"/>
      <dgm:spPr/>
    </dgm:pt>
    <dgm:pt modelId="{E31429F9-D823-4CE1-9B33-E2DDF61F8821}" type="pres">
      <dgm:prSet presAssocID="{ED39C520-BD6E-402F-BA4F-246F09CA3645}" presName="Parent" presStyleLbl="revTx" presStyleIdx="10" presStyleCnt="12" custScaleY="147015">
        <dgm:presLayoutVars>
          <dgm:chMax val="1"/>
          <dgm:chPref val="1"/>
          <dgm:bulletEnabled val="1"/>
        </dgm:presLayoutVars>
      </dgm:prSet>
      <dgm:spPr/>
    </dgm:pt>
    <dgm:pt modelId="{349498EC-34FB-4F11-9145-BF88388DC833}" type="pres">
      <dgm:prSet presAssocID="{BC7330A0-E077-4477-B119-A5B95BD9F8E6}" presName="negSibTrans" presStyleCnt="0"/>
      <dgm:spPr/>
    </dgm:pt>
    <dgm:pt modelId="{C39FCF04-500B-4073-9159-3C26DF1A78EA}" type="pres">
      <dgm:prSet presAssocID="{ED39C520-BD6E-402F-BA4F-246F09CA3645}" presName="composite" presStyleCnt="0"/>
      <dgm:spPr/>
    </dgm:pt>
    <dgm:pt modelId="{330CFE63-AFB8-4663-82D7-CD1E218B8583}" type="pres">
      <dgm:prSet presAssocID="{ED39C520-BD6E-402F-BA4F-246F09CA3645}" presName="Child" presStyleLbl="revTx" presStyleIdx="11" presStyleCnt="12" custScaleY="162219">
        <dgm:presLayoutVars>
          <dgm:chMax val="0"/>
          <dgm:chPref val="0"/>
          <dgm:bulletEnabled val="1"/>
        </dgm:presLayoutVars>
      </dgm:prSet>
      <dgm:spPr/>
    </dgm:pt>
  </dgm:ptLst>
  <dgm:cxnLst>
    <dgm:cxn modelId="{1044E600-42CD-46E2-AC1C-2DA583CFAF5F}" srcId="{A0D96E28-7C1E-4D26-9A72-CB85C7BBB708}" destId="{76A9E9F2-B607-44BC-8732-AFA2444B9CEF}" srcOrd="2" destOrd="0" parTransId="{11D1AB63-60E5-471A-AA9A-7B4CB0BAC984}" sibTransId="{C6A31D0E-A0E6-4021-9A66-F7711D67D32C}"/>
    <dgm:cxn modelId="{48986501-E23F-4EF8-B9F2-FBEA17A79895}" srcId="{C9D17321-7B46-4102-BBF5-F5683648C8F7}" destId="{96DC77BF-9447-45EE-9816-284F17F487BB}" srcOrd="0" destOrd="0" parTransId="{AA2B3690-EF45-4FFA-9220-4623A3D53001}" sibTransId="{3CA5AB09-9A57-40D4-8338-497BCC3D0DDF}"/>
    <dgm:cxn modelId="{BCEBC905-5C78-4270-A002-7C012709BE9C}" srcId="{A0D96E28-7C1E-4D26-9A72-CB85C7BBB708}" destId="{7782DA17-90D7-4376-A24D-843CE8C00471}" srcOrd="0" destOrd="0" parTransId="{B7814CE4-2547-4D14-8417-421EAC643798}" sibTransId="{DFFA0432-00E4-4CDB-96F6-DA651CE5D536}"/>
    <dgm:cxn modelId="{B53C0311-0217-49D7-BFAD-49A6FA83D4C6}" srcId="{0D547E81-2036-42C7-8B11-3D8A5DB2294E}" destId="{97A7D00F-E55A-467F-AE0F-02531CCBC9A2}" srcOrd="1" destOrd="0" parTransId="{91D61D15-E86A-47CF-879E-F991DBCC9392}" sibTransId="{79EF35EB-8D70-493D-87DC-53C7DFF6CE61}"/>
    <dgm:cxn modelId="{F2180C13-4410-431D-9688-6C85A9BC657D}" type="presOf" srcId="{F5ACF99A-EB31-43FC-8D84-1A5DAECFEFCD}" destId="{330CFE63-AFB8-4663-82D7-CD1E218B8583}" srcOrd="0" destOrd="1" presId="urn:microsoft.com/office/officeart/2009/3/layout/PieProcess"/>
    <dgm:cxn modelId="{4FA31717-CE6D-482D-AEA7-59CD9F0CBFFA}" type="presOf" srcId="{C9D17321-7B46-4102-BBF5-F5683648C8F7}" destId="{957AE978-421C-4DF9-8D64-9448F7C2EEE3}" srcOrd="0" destOrd="1" presId="urn:microsoft.com/office/officeart/2009/3/layout/PieProcess"/>
    <dgm:cxn modelId="{59AF5718-7492-4AC0-9901-31AA7CAB86E1}" type="presOf" srcId="{507B44A5-0AB1-4624-B16D-8CFA547CC873}" destId="{DE524ABC-DB40-4157-8DA5-E83E0D91F6FB}" srcOrd="0" destOrd="2" presId="urn:microsoft.com/office/officeart/2009/3/layout/PieProcess"/>
    <dgm:cxn modelId="{DB4B691B-2BFE-4040-9A95-070E92FBB1BB}" type="presOf" srcId="{2384E5C0-6416-4479-992A-8C3E3791087D}" destId="{91068B55-92AE-4310-AE3A-C483B516AF71}" srcOrd="0" destOrd="4" presId="urn:microsoft.com/office/officeart/2009/3/layout/PieProcess"/>
    <dgm:cxn modelId="{6EE9DC1D-C8C0-4DFD-81D7-1D7D8B016A03}" type="presOf" srcId="{AB55211D-F59B-4109-8E5A-CD9505F784FF}" destId="{6DDB4ECB-BAF8-486F-854A-AD8ABF3E36FA}" srcOrd="0" destOrd="4" presId="urn:microsoft.com/office/officeart/2009/3/layout/PieProcess"/>
    <dgm:cxn modelId="{C6C2F01F-FF13-4895-828F-B5352EE8DEE2}" srcId="{A83D3352-9604-439D-999D-74DDC3BE0848}" destId="{74B30860-B03F-44CB-BFEF-56B10CCE42D1}" srcOrd="0" destOrd="0" parTransId="{DE52B79A-47E8-4AFE-A005-A79621BD856C}" sibTransId="{A36EE247-19BB-45A0-A16E-62DE68824970}"/>
    <dgm:cxn modelId="{205C9021-3776-4D71-A4CD-DC03BAFBAE50}" type="presOf" srcId="{97A7D00F-E55A-467F-AE0F-02531CCBC9A2}" destId="{91068B55-92AE-4310-AE3A-C483B516AF71}" srcOrd="0" destOrd="1" presId="urn:microsoft.com/office/officeart/2009/3/layout/PieProcess"/>
    <dgm:cxn modelId="{B3ECCD2B-82E1-44BF-9556-514A7A873F5A}" type="presOf" srcId="{8E148169-64AB-4CA2-ADFA-E9EEB7DBF71A}" destId="{6E31FBBC-6975-4C14-A4B5-A3637AF607C5}" srcOrd="0" destOrd="0" presId="urn:microsoft.com/office/officeart/2009/3/layout/PieProcess"/>
    <dgm:cxn modelId="{29A0C72F-DA5A-4A7E-B1F6-EEBD22AA9FAE}" srcId="{541F6EB1-54C9-435D-AFFA-44A2FEE4EC25}" destId="{C8BC4B91-3A41-40F4-8A8F-AC7588707ABA}" srcOrd="1" destOrd="0" parTransId="{AA455416-A15F-43BC-B7DE-418E9345EEAA}" sibTransId="{B03BB0AF-FBAC-4DA5-83AC-4BC40390F8A3}"/>
    <dgm:cxn modelId="{2F93A430-8CB2-4051-9742-EDBBDE5098B3}" srcId="{A0D96E28-7C1E-4D26-9A72-CB85C7BBB708}" destId="{E6F7C9B0-1874-485E-9512-0786C134ED1A}" srcOrd="1" destOrd="0" parTransId="{5958D373-881C-4426-9E94-30EB487ED249}" sibTransId="{F3B29AFA-9C84-4DEE-91C3-29EA1C8221B5}"/>
    <dgm:cxn modelId="{89031833-90FF-45CC-A7CF-BBD9EC036E56}" type="presOf" srcId="{BBB7275D-669E-441C-B658-FDB75F364C8C}" destId="{91068B55-92AE-4310-AE3A-C483B516AF71}" srcOrd="0" destOrd="0" presId="urn:microsoft.com/office/officeart/2009/3/layout/PieProcess"/>
    <dgm:cxn modelId="{D0CF4138-453B-49DD-83F7-234CFF78353A}" type="presOf" srcId="{AD5CB06E-3FD6-4AA8-BE0D-07E46EE46039}" destId="{DE524ABC-DB40-4157-8DA5-E83E0D91F6FB}" srcOrd="0" destOrd="0" presId="urn:microsoft.com/office/officeart/2009/3/layout/PieProcess"/>
    <dgm:cxn modelId="{99587B40-A806-42B4-8881-5AD95952EF9F}" type="presOf" srcId="{A869331C-030C-4578-A080-0EA2EE4E0FF3}" destId="{1EFEFF54-8470-4C7B-80EA-86B32B9F27C4}" srcOrd="0" destOrd="0" presId="urn:microsoft.com/office/officeart/2009/3/layout/PieProcess"/>
    <dgm:cxn modelId="{BE272C42-FC47-4CB8-A1C7-52BC6F39005B}" srcId="{C8BC4B91-3A41-40F4-8A8F-AC7588707ABA}" destId="{AD5CB06E-3FD6-4AA8-BE0D-07E46EE46039}" srcOrd="0" destOrd="0" parTransId="{22926388-26FE-4610-8AF2-504F5B11364E}" sibTransId="{A4845A8E-F6EB-4A2E-993F-AF414E393355}"/>
    <dgm:cxn modelId="{DC1B3D43-DCBC-4512-9D55-D30190ECC947}" type="presOf" srcId="{FE7CE761-9B29-4B96-81F3-4299DA80B948}" destId="{DE524ABC-DB40-4157-8DA5-E83E0D91F6FB}" srcOrd="0" destOrd="1" presId="urn:microsoft.com/office/officeart/2009/3/layout/PieProcess"/>
    <dgm:cxn modelId="{528C6046-8504-4BCF-9F0F-E9188E647AE8}" type="presOf" srcId="{A0A218B5-1F9C-4FB0-B415-CF0BEFC1528F}" destId="{DE524ABC-DB40-4157-8DA5-E83E0D91F6FB}" srcOrd="0" destOrd="3" presId="urn:microsoft.com/office/officeart/2009/3/layout/PieProcess"/>
    <dgm:cxn modelId="{05E0DD48-19A1-4029-BA4F-0C4C8A9EE183}" type="presOf" srcId="{46DCA504-187D-4B1C-8174-F9AA4F6BB922}" destId="{91068B55-92AE-4310-AE3A-C483B516AF71}" srcOrd="0" destOrd="3" presId="urn:microsoft.com/office/officeart/2009/3/layout/PieProcess"/>
    <dgm:cxn modelId="{5A3EA86B-7A56-421F-8A7C-9F0B60AE8EFF}" srcId="{8E148169-64AB-4CA2-ADFA-E9EEB7DBF71A}" destId="{A869331C-030C-4578-A080-0EA2EE4E0FF3}" srcOrd="0" destOrd="0" parTransId="{01FFE643-FBD3-4412-A96D-E2188EFF4A3C}" sibTransId="{28D9BEFD-8273-4D16-96B7-5D1D05B72893}"/>
    <dgm:cxn modelId="{A52E0C6F-17D8-417A-8C28-9A00AA30D211}" type="presOf" srcId="{B7634808-1C8E-4440-8FAE-922740D02EDB}" destId="{6DDB4ECB-BAF8-486F-854A-AD8ABF3E36FA}" srcOrd="0" destOrd="5" presId="urn:microsoft.com/office/officeart/2009/3/layout/PieProcess"/>
    <dgm:cxn modelId="{70E08F71-D391-4F22-86F4-AC9FDC64F2AA}" type="presOf" srcId="{C2ECFBBD-717B-4E36-B35B-B3DE6E20A106}" destId="{957AE978-421C-4DF9-8D64-9448F7C2EEE3}" srcOrd="0" destOrd="0" presId="urn:microsoft.com/office/officeart/2009/3/layout/PieProcess"/>
    <dgm:cxn modelId="{4084AF72-1F42-4151-9B36-A6626C2A680C}" type="presOf" srcId="{A83D3352-9604-439D-999D-74DDC3BE0848}" destId="{1EFEFF54-8470-4C7B-80EA-86B32B9F27C4}" srcOrd="0" destOrd="1" presId="urn:microsoft.com/office/officeart/2009/3/layout/PieProcess"/>
    <dgm:cxn modelId="{45F2E773-D172-4EF7-A8C3-0A8AEF649CCC}" type="presOf" srcId="{D0496723-B107-4F45-B014-FA6429915E90}" destId="{91068B55-92AE-4310-AE3A-C483B516AF71}" srcOrd="0" destOrd="2" presId="urn:microsoft.com/office/officeart/2009/3/layout/PieProcess"/>
    <dgm:cxn modelId="{84930D54-A684-40A6-BB51-482B9C2D6C04}" srcId="{FE7CE761-9B29-4B96-81F3-4299DA80B948}" destId="{507B44A5-0AB1-4624-B16D-8CFA547CC873}" srcOrd="0" destOrd="0" parTransId="{1FC231FF-DD2E-4609-A161-ACD4740E7AD5}" sibTransId="{51764464-DE53-4BCC-86CF-5184DD488698}"/>
    <dgm:cxn modelId="{5C1A8774-9A11-4951-B1DB-1C318A579B51}" type="presOf" srcId="{74B30860-B03F-44CB-BFEF-56B10CCE42D1}" destId="{1EFEFF54-8470-4C7B-80EA-86B32B9F27C4}" srcOrd="0" destOrd="2" presId="urn:microsoft.com/office/officeart/2009/3/layout/PieProcess"/>
    <dgm:cxn modelId="{C512BE74-9059-4F0B-9A44-C45AA05D9B88}" srcId="{0D547E81-2036-42C7-8B11-3D8A5DB2294E}" destId="{D0496723-B107-4F45-B014-FA6429915E90}" srcOrd="2" destOrd="0" parTransId="{C3037DCC-D1CD-418B-BD98-36F0B2ABA917}" sibTransId="{1AB61B4F-F1A1-4328-A983-9CFAEB847E04}"/>
    <dgm:cxn modelId="{559CAC55-9A2C-43EC-ACDC-DDB6E46A112F}" srcId="{541F6EB1-54C9-435D-AFFA-44A2FEE4EC25}" destId="{8E148169-64AB-4CA2-ADFA-E9EEB7DBF71A}" srcOrd="3" destOrd="0" parTransId="{7A47EB51-B31B-4E8C-9B3D-82B8D9CBF2EF}" sibTransId="{0B795027-92D9-47F5-95A9-8E6B6637CD62}"/>
    <dgm:cxn modelId="{B9B4A378-C4E8-4CAD-BF77-41CFEB2043E0}" srcId="{C9D17321-7B46-4102-BBF5-F5683648C8F7}" destId="{B47BFCB9-36AA-4CE0-A76C-24151B823C62}" srcOrd="1" destOrd="0" parTransId="{CBD14C19-FC93-4961-A8AE-DA128428375C}" sibTransId="{9B5261CF-6522-482C-820D-7BA3A6E7B345}"/>
    <dgm:cxn modelId="{2CE5FD58-9C64-47EA-805D-28FAAE0B9E75}" srcId="{76A9E9F2-B607-44BC-8732-AFA2444B9CEF}" destId="{AB55211D-F59B-4109-8E5A-CD9505F784FF}" srcOrd="1" destOrd="0" parTransId="{F2AEDD16-746C-4833-91A4-AE879F7B8F13}" sibTransId="{3CBB36DA-1C13-4909-83F5-3E5E38FE1CBE}"/>
    <dgm:cxn modelId="{07F7105A-3A8C-4C29-B643-2D9F552B297B}" type="presOf" srcId="{D26542CE-10B4-4836-92FD-F49FF160B892}" destId="{FAAEC040-8157-4F82-96A7-AB20F8D9E7FA}" srcOrd="0" destOrd="0" presId="urn:microsoft.com/office/officeart/2009/3/layout/PieProcess"/>
    <dgm:cxn modelId="{1073657B-4C73-40FB-8CBA-92C6BA1558A8}" type="presOf" srcId="{541F6EB1-54C9-435D-AFFA-44A2FEE4EC25}" destId="{7F672C84-223E-4FF4-936A-7603EC241515}" srcOrd="0" destOrd="0" presId="urn:microsoft.com/office/officeart/2009/3/layout/PieProcess"/>
    <dgm:cxn modelId="{9FD1C57C-CF56-4D8E-BFF1-3600B065EB06}" type="presOf" srcId="{0D547E81-2036-42C7-8B11-3D8A5DB2294E}" destId="{5C66AACA-5057-4113-982B-140A16AF0525}" srcOrd="0" destOrd="0" presId="urn:microsoft.com/office/officeart/2009/3/layout/PieProcess"/>
    <dgm:cxn modelId="{602D0780-7D2A-45EE-B7EF-6858872B4673}" srcId="{D26542CE-10B4-4836-92FD-F49FF160B892}" destId="{C9D17321-7B46-4102-BBF5-F5683648C8F7}" srcOrd="1" destOrd="0" parTransId="{A5DBDAE3-61A8-425D-99B3-7432A325591F}" sibTransId="{F263E4EE-BF44-4C00-B89A-24B9AC05B665}"/>
    <dgm:cxn modelId="{12DDDC82-49C5-4814-A126-1327032011DE}" type="presOf" srcId="{A0D96E28-7C1E-4D26-9A72-CB85C7BBB708}" destId="{DBF1182E-F1CE-427E-AA0C-D0D8946CB69A}" srcOrd="0" destOrd="0" presId="urn:microsoft.com/office/officeart/2009/3/layout/PieProcess"/>
    <dgm:cxn modelId="{C777F789-3807-4A45-865D-789C79091E74}" srcId="{541F6EB1-54C9-435D-AFFA-44A2FEE4EC25}" destId="{ED39C520-BD6E-402F-BA4F-246F09CA3645}" srcOrd="5" destOrd="0" parTransId="{025FBCB7-3A97-45BE-A0DC-02E067156DC8}" sibTransId="{9FD11214-A6CA-4AAE-8978-D89894A8887D}"/>
    <dgm:cxn modelId="{73F16C8F-CD8E-409A-9493-64DDED4DBF1A}" type="presOf" srcId="{96DC77BF-9447-45EE-9816-284F17F487BB}" destId="{957AE978-421C-4DF9-8D64-9448F7C2EEE3}" srcOrd="0" destOrd="2" presId="urn:microsoft.com/office/officeart/2009/3/layout/PieProcess"/>
    <dgm:cxn modelId="{83E2DC92-BA0D-4B8B-A600-2897900D8BAA}" srcId="{D0496723-B107-4F45-B014-FA6429915E90}" destId="{46DCA504-187D-4B1C-8174-F9AA4F6BB922}" srcOrd="0" destOrd="0" parTransId="{3070041D-FC7B-4448-A0DE-F027EB20EEA3}" sibTransId="{8E5638A1-8628-4A6C-B6A4-048B9B431B62}"/>
    <dgm:cxn modelId="{14A55B96-3843-4374-9E5B-61686C98FF09}" srcId="{76A9E9F2-B607-44BC-8732-AFA2444B9CEF}" destId="{EF343E39-7B4F-42CD-8DC2-E8E8FC36E61A}" srcOrd="0" destOrd="0" parTransId="{35880F92-6DED-4E21-807D-57BA41B7D9EB}" sibTransId="{C78158CD-0B38-409D-9DE9-2A84E5158DA3}"/>
    <dgm:cxn modelId="{8F84439E-8359-4905-9C67-FE804630F77B}" type="presOf" srcId="{76A9E9F2-B607-44BC-8732-AFA2444B9CEF}" destId="{6DDB4ECB-BAF8-486F-854A-AD8ABF3E36FA}" srcOrd="0" destOrd="2" presId="urn:microsoft.com/office/officeart/2009/3/layout/PieProcess"/>
    <dgm:cxn modelId="{021DC39E-E907-40FC-AF38-C9083CC5B831}" type="presOf" srcId="{EF343E39-7B4F-42CD-8DC2-E8E8FC36E61A}" destId="{6DDB4ECB-BAF8-486F-854A-AD8ABF3E36FA}" srcOrd="0" destOrd="3" presId="urn:microsoft.com/office/officeart/2009/3/layout/PieProcess"/>
    <dgm:cxn modelId="{9B9DAFA1-CFBE-4FC2-BC80-25F0FA1E2F98}" srcId="{ED39C520-BD6E-402F-BA4F-246F09CA3645}" destId="{584FE166-18C5-40AD-9D72-171D20AD2047}" srcOrd="0" destOrd="0" parTransId="{CF86525B-A156-4DC5-97C6-ED5518E7B540}" sibTransId="{BC7330A0-E077-4477-B119-A5B95BD9F8E6}"/>
    <dgm:cxn modelId="{7F9F58A6-E82A-4E2C-AC29-B72B863791B6}" type="presOf" srcId="{B47BFCB9-36AA-4CE0-A76C-24151B823C62}" destId="{957AE978-421C-4DF9-8D64-9448F7C2EEE3}" srcOrd="0" destOrd="3" presId="urn:microsoft.com/office/officeart/2009/3/layout/PieProcess"/>
    <dgm:cxn modelId="{ECCB3DAA-2A92-47BA-952D-FA71D76FA154}" type="presOf" srcId="{A69B5D4F-4F04-4324-A303-BBD509EC0BF7}" destId="{91068B55-92AE-4310-AE3A-C483B516AF71}" srcOrd="0" destOrd="5" presId="urn:microsoft.com/office/officeart/2009/3/layout/PieProcess"/>
    <dgm:cxn modelId="{8C2BADAB-A7AD-4E22-9EE8-11FD11839FBA}" type="presOf" srcId="{ED39C520-BD6E-402F-BA4F-246F09CA3645}" destId="{E31429F9-D823-4CE1-9B33-E2DDF61F8821}" srcOrd="0" destOrd="0" presId="urn:microsoft.com/office/officeart/2009/3/layout/PieProcess"/>
    <dgm:cxn modelId="{F41691AF-610D-4645-89C4-BA0678AC0F26}" srcId="{FE7CE761-9B29-4B96-81F3-4299DA80B948}" destId="{A0A218B5-1F9C-4FB0-B415-CF0BEFC1528F}" srcOrd="1" destOrd="0" parTransId="{0EF834F0-ABFD-492C-A811-01B146C19040}" sibTransId="{B2CD3457-5E96-4ED2-99E2-D0F75E81CDFA}"/>
    <dgm:cxn modelId="{1A2C08B1-6B32-4820-B9B8-3938BFB9B64C}" type="presOf" srcId="{C8BC4B91-3A41-40F4-8A8F-AC7588707ABA}" destId="{D863CAF8-31AA-4388-A054-A1557CF07E66}" srcOrd="0" destOrd="0" presId="urn:microsoft.com/office/officeart/2009/3/layout/PieProcess"/>
    <dgm:cxn modelId="{1715E9B5-B42C-4DBC-A813-72478D09ABA5}" srcId="{D0496723-B107-4F45-B014-FA6429915E90}" destId="{A69B5D4F-4F04-4324-A303-BBD509EC0BF7}" srcOrd="2" destOrd="0" parTransId="{A5185BB0-26B1-4D47-A4A0-B65DEAC8CCCD}" sibTransId="{8C134EC7-71BE-435D-9FEF-A9EC050CD2D7}"/>
    <dgm:cxn modelId="{A5F2BEBA-F56D-428B-BB92-6DFBD9E91B43}" type="presOf" srcId="{7782DA17-90D7-4376-A24D-843CE8C00471}" destId="{6DDB4ECB-BAF8-486F-854A-AD8ABF3E36FA}" srcOrd="0" destOrd="0" presId="urn:microsoft.com/office/officeart/2009/3/layout/PieProcess"/>
    <dgm:cxn modelId="{FE36C2C1-FCCE-4518-8EC3-1F9C731E3BF9}" srcId="{D26542CE-10B4-4836-92FD-F49FF160B892}" destId="{C2ECFBBD-717B-4E36-B35B-B3DE6E20A106}" srcOrd="0" destOrd="0" parTransId="{0E267DAF-6181-4DE6-AF9D-1A1C6FA1747F}" sibTransId="{BCD4732D-F6AE-499B-8580-96C2E3242A21}"/>
    <dgm:cxn modelId="{FC5BE6C1-B4C5-44B5-9F2E-68945CE2BE43}" type="presOf" srcId="{584FE166-18C5-40AD-9D72-171D20AD2047}" destId="{330CFE63-AFB8-4663-82D7-CD1E218B8583}" srcOrd="0" destOrd="0" presId="urn:microsoft.com/office/officeart/2009/3/layout/PieProcess"/>
    <dgm:cxn modelId="{E9527BCD-C8E7-4B1F-A3CE-C12C355613AC}" srcId="{541F6EB1-54C9-435D-AFFA-44A2FEE4EC25}" destId="{D26542CE-10B4-4836-92FD-F49FF160B892}" srcOrd="2" destOrd="0" parTransId="{C92597E3-F741-4982-B42E-739AE2D064A1}" sibTransId="{77AA9027-685C-4803-898D-9EE27DDFF60E}"/>
    <dgm:cxn modelId="{1143B7D3-712C-49AB-840B-F8D1A3CD0A39}" srcId="{C8BC4B91-3A41-40F4-8A8F-AC7588707ABA}" destId="{FE7CE761-9B29-4B96-81F3-4299DA80B948}" srcOrd="1" destOrd="0" parTransId="{6F4BFAB1-90AC-4C68-A2CD-A9FEDE2D7DAC}" sibTransId="{5329E876-E0F1-4046-917D-D537EA0EE578}"/>
    <dgm:cxn modelId="{6A953FD6-4077-45E6-94DF-1B1AB2055D01}" type="presOf" srcId="{E6F7C9B0-1874-485E-9512-0786C134ED1A}" destId="{6DDB4ECB-BAF8-486F-854A-AD8ABF3E36FA}" srcOrd="0" destOrd="1" presId="urn:microsoft.com/office/officeart/2009/3/layout/PieProcess"/>
    <dgm:cxn modelId="{9CB021D9-46C4-4983-A9EC-357A25343816}" srcId="{541F6EB1-54C9-435D-AFFA-44A2FEE4EC25}" destId="{A0D96E28-7C1E-4D26-9A72-CB85C7BBB708}" srcOrd="4" destOrd="0" parTransId="{2EFBF239-C555-4689-B8C3-73E0E5683A29}" sibTransId="{E96D0F5B-CC04-4847-A076-7FD3A1172686}"/>
    <dgm:cxn modelId="{2C58FDD9-7EAB-4832-8A2B-32BA323E4275}" srcId="{0D547E81-2036-42C7-8B11-3D8A5DB2294E}" destId="{BBB7275D-669E-441C-B658-FDB75F364C8C}" srcOrd="0" destOrd="0" parTransId="{01451FF9-3493-49D2-ADD5-A087FA8C29E7}" sibTransId="{82B85A90-8A74-4871-868E-94FC43DBF560}"/>
    <dgm:cxn modelId="{3C88D3E2-C028-4A2A-916E-B33FD8BB051A}" srcId="{D0496723-B107-4F45-B014-FA6429915E90}" destId="{2384E5C0-6416-4479-992A-8C3E3791087D}" srcOrd="1" destOrd="0" parTransId="{24335942-E758-4DB1-8A44-C27D9D8EEBA2}" sibTransId="{D52B9BA7-3539-4376-8A69-B9640919DEA2}"/>
    <dgm:cxn modelId="{6FF737E8-2887-4353-A5AB-C264C36214D9}" srcId="{584FE166-18C5-40AD-9D72-171D20AD2047}" destId="{F5ACF99A-EB31-43FC-8D84-1A5DAECFEFCD}" srcOrd="0" destOrd="0" parTransId="{A495FA45-974D-4729-BAB8-F28824D7EA4A}" sibTransId="{90C5DC59-3B05-4B22-936A-B09FA1ACF552}"/>
    <dgm:cxn modelId="{5C15ABE8-6CDA-414D-8FCD-D77C0974EEAF}" srcId="{76A9E9F2-B607-44BC-8732-AFA2444B9CEF}" destId="{B7634808-1C8E-4440-8FAE-922740D02EDB}" srcOrd="2" destOrd="0" parTransId="{39FBEC01-E5FD-4E84-88A5-7564EDECAAA7}" sibTransId="{5EBF86D3-D7F4-4F2C-B3F3-081583418918}"/>
    <dgm:cxn modelId="{B9667EEE-CD98-4C9C-8D09-C5AE4DC8C2D7}" srcId="{8E148169-64AB-4CA2-ADFA-E9EEB7DBF71A}" destId="{A83D3352-9604-439D-999D-74DDC3BE0848}" srcOrd="1" destOrd="0" parTransId="{2A865412-6090-43E1-8D62-340751D597D6}" sibTransId="{E9095A61-423D-466B-9F58-CFFAE558842B}"/>
    <dgm:cxn modelId="{EC265CF3-63D5-423D-8E4C-206A51D6778E}" srcId="{541F6EB1-54C9-435D-AFFA-44A2FEE4EC25}" destId="{0D547E81-2036-42C7-8B11-3D8A5DB2294E}" srcOrd="0" destOrd="0" parTransId="{09F05148-EDCF-4FBE-997E-C9344038C8A2}" sibTransId="{D7EF48FD-E56C-4959-A195-F4CAA31354A2}"/>
    <dgm:cxn modelId="{66DA63BD-E92A-4549-8790-337AAB0A2AA4}" type="presParOf" srcId="{7F672C84-223E-4FF4-936A-7603EC241515}" destId="{F93864AB-BEE0-4800-B978-B97DF5C9E424}" srcOrd="0" destOrd="0" presId="urn:microsoft.com/office/officeart/2009/3/layout/PieProcess"/>
    <dgm:cxn modelId="{878D60B9-5EB1-4855-B22C-96689079D3C8}" type="presParOf" srcId="{F93864AB-BEE0-4800-B978-B97DF5C9E424}" destId="{9CA5DC5A-D353-45B1-A212-C056DE60007F}" srcOrd="0" destOrd="0" presId="urn:microsoft.com/office/officeart/2009/3/layout/PieProcess"/>
    <dgm:cxn modelId="{00088A3C-DD34-43A7-AAB6-D2836D32DFB2}" type="presParOf" srcId="{F93864AB-BEE0-4800-B978-B97DF5C9E424}" destId="{B7C799D4-F8C4-422E-94D3-B4E94001D67A}" srcOrd="1" destOrd="0" presId="urn:microsoft.com/office/officeart/2009/3/layout/PieProcess"/>
    <dgm:cxn modelId="{9A8FCC54-E1E3-489A-8227-2AE3EB8C76A8}" type="presParOf" srcId="{F93864AB-BEE0-4800-B978-B97DF5C9E424}" destId="{5C66AACA-5057-4113-982B-140A16AF0525}" srcOrd="2" destOrd="0" presId="urn:microsoft.com/office/officeart/2009/3/layout/PieProcess"/>
    <dgm:cxn modelId="{A3986990-553C-4B19-8FC8-7212DB858B5C}" type="presParOf" srcId="{7F672C84-223E-4FF4-936A-7603EC241515}" destId="{85F6B840-BEF0-494F-9944-4B4D928FACEC}" srcOrd="1" destOrd="0" presId="urn:microsoft.com/office/officeart/2009/3/layout/PieProcess"/>
    <dgm:cxn modelId="{9148CE37-AAD8-433C-9FAF-1CA779A6B8A0}" type="presParOf" srcId="{7F672C84-223E-4FF4-936A-7603EC241515}" destId="{F5E5BE0C-4EF0-430F-B166-EC088608C85C}" srcOrd="2" destOrd="0" presId="urn:microsoft.com/office/officeart/2009/3/layout/PieProcess"/>
    <dgm:cxn modelId="{86A67C04-F624-4C0C-92CC-D93D04D22DCD}" type="presParOf" srcId="{F5E5BE0C-4EF0-430F-B166-EC088608C85C}" destId="{91068B55-92AE-4310-AE3A-C483B516AF71}" srcOrd="0" destOrd="0" presId="urn:microsoft.com/office/officeart/2009/3/layout/PieProcess"/>
    <dgm:cxn modelId="{E0658EFD-7384-4B74-B694-C839C4D1ACAD}" type="presParOf" srcId="{7F672C84-223E-4FF4-936A-7603EC241515}" destId="{F37E0930-234C-4105-B074-C939D23B23A2}" srcOrd="3" destOrd="0" presId="urn:microsoft.com/office/officeart/2009/3/layout/PieProcess"/>
    <dgm:cxn modelId="{763E4FA1-473D-43A1-A3A1-DF59F5854404}" type="presParOf" srcId="{7F672C84-223E-4FF4-936A-7603EC241515}" destId="{25D4DF96-4E3B-458C-8E9E-CC53538D4D81}" srcOrd="4" destOrd="0" presId="urn:microsoft.com/office/officeart/2009/3/layout/PieProcess"/>
    <dgm:cxn modelId="{7447E274-DB21-4717-9731-AD925207D257}" type="presParOf" srcId="{25D4DF96-4E3B-458C-8E9E-CC53538D4D81}" destId="{684080ED-4C3E-449F-A58E-1585D786EAE2}" srcOrd="0" destOrd="0" presId="urn:microsoft.com/office/officeart/2009/3/layout/PieProcess"/>
    <dgm:cxn modelId="{7ED7535E-8A1A-44B6-8DFE-61E571A5EE89}" type="presParOf" srcId="{25D4DF96-4E3B-458C-8E9E-CC53538D4D81}" destId="{864C3DF8-DDC3-4DA9-989A-B5E96DF2709F}" srcOrd="1" destOrd="0" presId="urn:microsoft.com/office/officeart/2009/3/layout/PieProcess"/>
    <dgm:cxn modelId="{C0D6E834-89A6-4AF4-8D72-A83526624B79}" type="presParOf" srcId="{25D4DF96-4E3B-458C-8E9E-CC53538D4D81}" destId="{D863CAF8-31AA-4388-A054-A1557CF07E66}" srcOrd="2" destOrd="0" presId="urn:microsoft.com/office/officeart/2009/3/layout/PieProcess"/>
    <dgm:cxn modelId="{B8FC7392-DA65-47E5-BBB1-FD60D81D3E7A}" type="presParOf" srcId="{7F672C84-223E-4FF4-936A-7603EC241515}" destId="{537907C8-AF1D-44A6-B195-83344828DD14}" srcOrd="5" destOrd="0" presId="urn:microsoft.com/office/officeart/2009/3/layout/PieProcess"/>
    <dgm:cxn modelId="{C5B1A932-8E74-484E-A0C2-F72EA253434F}" type="presParOf" srcId="{7F672C84-223E-4FF4-936A-7603EC241515}" destId="{49594CE3-24D4-446A-99AD-0262B280DCCA}" srcOrd="6" destOrd="0" presId="urn:microsoft.com/office/officeart/2009/3/layout/PieProcess"/>
    <dgm:cxn modelId="{70D5EDD2-F3EF-44E7-93CC-585EA2662110}" type="presParOf" srcId="{49594CE3-24D4-446A-99AD-0262B280DCCA}" destId="{DE524ABC-DB40-4157-8DA5-E83E0D91F6FB}" srcOrd="0" destOrd="0" presId="urn:microsoft.com/office/officeart/2009/3/layout/PieProcess"/>
    <dgm:cxn modelId="{1BD27E55-7BCB-4D42-8AB2-12C67B6CE3FF}" type="presParOf" srcId="{7F672C84-223E-4FF4-936A-7603EC241515}" destId="{BDE075F1-05C5-452A-BAB5-DAA0B8729732}" srcOrd="7" destOrd="0" presId="urn:microsoft.com/office/officeart/2009/3/layout/PieProcess"/>
    <dgm:cxn modelId="{ACACF105-F18C-48C1-82A4-516960D122C4}" type="presParOf" srcId="{7F672C84-223E-4FF4-936A-7603EC241515}" destId="{CA8BCF9B-FC7E-4955-BFC4-8507D6583720}" srcOrd="8" destOrd="0" presId="urn:microsoft.com/office/officeart/2009/3/layout/PieProcess"/>
    <dgm:cxn modelId="{FFD13489-CE80-4FFC-B4B6-5072281B5AC6}" type="presParOf" srcId="{CA8BCF9B-FC7E-4955-BFC4-8507D6583720}" destId="{A0894E6B-E8CF-45F5-9F48-C6B570E73C99}" srcOrd="0" destOrd="0" presId="urn:microsoft.com/office/officeart/2009/3/layout/PieProcess"/>
    <dgm:cxn modelId="{D87F26FD-9912-4AE0-AD98-EC0FBC5B1FC9}" type="presParOf" srcId="{CA8BCF9B-FC7E-4955-BFC4-8507D6583720}" destId="{6013EB16-FAD6-4EE2-93BE-BF6BDB7F2072}" srcOrd="1" destOrd="0" presId="urn:microsoft.com/office/officeart/2009/3/layout/PieProcess"/>
    <dgm:cxn modelId="{B3FE649A-AB20-4DCC-A433-1F1224135C00}" type="presParOf" srcId="{CA8BCF9B-FC7E-4955-BFC4-8507D6583720}" destId="{FAAEC040-8157-4F82-96A7-AB20F8D9E7FA}" srcOrd="2" destOrd="0" presId="urn:microsoft.com/office/officeart/2009/3/layout/PieProcess"/>
    <dgm:cxn modelId="{CFF104AE-4B91-459B-8F9B-E084DE2572D3}" type="presParOf" srcId="{7F672C84-223E-4FF4-936A-7603EC241515}" destId="{E90E4BA0-6483-498D-924C-4A61786BBA11}" srcOrd="9" destOrd="0" presId="urn:microsoft.com/office/officeart/2009/3/layout/PieProcess"/>
    <dgm:cxn modelId="{25C5C73E-AD9A-422E-AA96-16BA57CE7290}" type="presParOf" srcId="{7F672C84-223E-4FF4-936A-7603EC241515}" destId="{287D7D8F-5E2F-400B-A7F9-B2AC91447874}" srcOrd="10" destOrd="0" presId="urn:microsoft.com/office/officeart/2009/3/layout/PieProcess"/>
    <dgm:cxn modelId="{F1B92289-A45C-4D99-A2FA-714F0E679481}" type="presParOf" srcId="{287D7D8F-5E2F-400B-A7F9-B2AC91447874}" destId="{957AE978-421C-4DF9-8D64-9448F7C2EEE3}" srcOrd="0" destOrd="0" presId="urn:microsoft.com/office/officeart/2009/3/layout/PieProcess"/>
    <dgm:cxn modelId="{15D65C6B-C4FB-4DE4-8E2B-154DC8C702E2}" type="presParOf" srcId="{7F672C84-223E-4FF4-936A-7603EC241515}" destId="{1B501BBF-A6C6-498C-8049-67E0EF81FD27}" srcOrd="11" destOrd="0" presId="urn:microsoft.com/office/officeart/2009/3/layout/PieProcess"/>
    <dgm:cxn modelId="{8864F72D-BEA6-4416-A6C5-A4BFBF57232E}" type="presParOf" srcId="{7F672C84-223E-4FF4-936A-7603EC241515}" destId="{3FF596E1-428F-4C0E-B0B1-82BD84FF8F19}" srcOrd="12" destOrd="0" presId="urn:microsoft.com/office/officeart/2009/3/layout/PieProcess"/>
    <dgm:cxn modelId="{1B5D1D78-0836-4145-98BF-B711EC8EA3F1}" type="presParOf" srcId="{3FF596E1-428F-4C0E-B0B1-82BD84FF8F19}" destId="{ED37F1BF-E239-47BE-B53F-41E9A1377F96}" srcOrd="0" destOrd="0" presId="urn:microsoft.com/office/officeart/2009/3/layout/PieProcess"/>
    <dgm:cxn modelId="{0B139797-0552-41E9-B1B9-103635053E7A}" type="presParOf" srcId="{3FF596E1-428F-4C0E-B0B1-82BD84FF8F19}" destId="{15DB80BA-4F90-492C-81CA-AF9386440137}" srcOrd="1" destOrd="0" presId="urn:microsoft.com/office/officeart/2009/3/layout/PieProcess"/>
    <dgm:cxn modelId="{BE80521E-A770-4E63-A4C0-5440CFEA3DC7}" type="presParOf" srcId="{3FF596E1-428F-4C0E-B0B1-82BD84FF8F19}" destId="{6E31FBBC-6975-4C14-A4B5-A3637AF607C5}" srcOrd="2" destOrd="0" presId="urn:microsoft.com/office/officeart/2009/3/layout/PieProcess"/>
    <dgm:cxn modelId="{886F3ECF-DFE9-4FB1-B3EF-C2F0B7100F58}" type="presParOf" srcId="{7F672C84-223E-4FF4-936A-7603EC241515}" destId="{3B48AA67-ED45-4C41-9A94-D57C80239D67}" srcOrd="13" destOrd="0" presId="urn:microsoft.com/office/officeart/2009/3/layout/PieProcess"/>
    <dgm:cxn modelId="{0CFC3855-4305-4DE2-ACC3-EF006F477AA7}" type="presParOf" srcId="{7F672C84-223E-4FF4-936A-7603EC241515}" destId="{A5EF4AE8-B307-43A3-810C-98CF3746E4D4}" srcOrd="14" destOrd="0" presId="urn:microsoft.com/office/officeart/2009/3/layout/PieProcess"/>
    <dgm:cxn modelId="{C21D4FEF-22DE-45F0-B3B4-D55B63316A4D}" type="presParOf" srcId="{A5EF4AE8-B307-43A3-810C-98CF3746E4D4}" destId="{1EFEFF54-8470-4C7B-80EA-86B32B9F27C4}" srcOrd="0" destOrd="0" presId="urn:microsoft.com/office/officeart/2009/3/layout/PieProcess"/>
    <dgm:cxn modelId="{547A435B-2D73-4CE4-A511-9B2790BA98F9}" type="presParOf" srcId="{7F672C84-223E-4FF4-936A-7603EC241515}" destId="{96EA1A5C-CD37-4869-B562-1467092EFB3C}" srcOrd="15" destOrd="0" presId="urn:microsoft.com/office/officeart/2009/3/layout/PieProcess"/>
    <dgm:cxn modelId="{20C56A02-F2CD-403F-A03F-F4D0AB0241CC}" type="presParOf" srcId="{7F672C84-223E-4FF4-936A-7603EC241515}" destId="{74598F92-2447-4C62-BC89-C335603E2724}" srcOrd="16" destOrd="0" presId="urn:microsoft.com/office/officeart/2009/3/layout/PieProcess"/>
    <dgm:cxn modelId="{28F89733-68E4-4599-89EB-68C6C287158E}" type="presParOf" srcId="{74598F92-2447-4C62-BC89-C335603E2724}" destId="{66072735-333C-418A-8775-7ECAB4C928F1}" srcOrd="0" destOrd="0" presId="urn:microsoft.com/office/officeart/2009/3/layout/PieProcess"/>
    <dgm:cxn modelId="{3BF4FFFA-C521-41A7-9C26-0B6C29E7E1A9}" type="presParOf" srcId="{74598F92-2447-4C62-BC89-C335603E2724}" destId="{010D8363-BA7B-4104-B6B2-2E7800491AAB}" srcOrd="1" destOrd="0" presId="urn:microsoft.com/office/officeart/2009/3/layout/PieProcess"/>
    <dgm:cxn modelId="{257BF9D8-CCB5-46DE-9850-C29088CECF2E}" type="presParOf" srcId="{74598F92-2447-4C62-BC89-C335603E2724}" destId="{DBF1182E-F1CE-427E-AA0C-D0D8946CB69A}" srcOrd="2" destOrd="0" presId="urn:microsoft.com/office/officeart/2009/3/layout/PieProcess"/>
    <dgm:cxn modelId="{BB173307-89C8-4DF1-9DD4-0E1CFE7B8359}" type="presParOf" srcId="{7F672C84-223E-4FF4-936A-7603EC241515}" destId="{03308241-232B-4802-937F-4DB0A6E9B761}" srcOrd="17" destOrd="0" presId="urn:microsoft.com/office/officeart/2009/3/layout/PieProcess"/>
    <dgm:cxn modelId="{9D15AC40-05D9-4BB6-B2B2-090186D180DA}" type="presParOf" srcId="{7F672C84-223E-4FF4-936A-7603EC241515}" destId="{55FA367F-B505-47B4-B867-1E10EAC7D3E7}" srcOrd="18" destOrd="0" presId="urn:microsoft.com/office/officeart/2009/3/layout/PieProcess"/>
    <dgm:cxn modelId="{0AF7FA5B-4212-4786-8A8F-30DF001C4FE3}" type="presParOf" srcId="{55FA367F-B505-47B4-B867-1E10EAC7D3E7}" destId="{6DDB4ECB-BAF8-486F-854A-AD8ABF3E36FA}" srcOrd="0" destOrd="0" presId="urn:microsoft.com/office/officeart/2009/3/layout/PieProcess"/>
    <dgm:cxn modelId="{855D8655-2EBB-4705-96DB-A8AC80BA4F63}" type="presParOf" srcId="{7F672C84-223E-4FF4-936A-7603EC241515}" destId="{56D8F4A5-D222-489C-B975-029E92C6CAE6}" srcOrd="19" destOrd="0" presId="urn:microsoft.com/office/officeart/2009/3/layout/PieProcess"/>
    <dgm:cxn modelId="{E05D1FC6-2DF4-40A2-B39B-20BA6573A14E}" type="presParOf" srcId="{7F672C84-223E-4FF4-936A-7603EC241515}" destId="{2B3555C8-5369-4E01-9386-B5B11BC0E3A8}" srcOrd="20" destOrd="0" presId="urn:microsoft.com/office/officeart/2009/3/layout/PieProcess"/>
    <dgm:cxn modelId="{02208FD6-007D-44AF-9170-A8116C01C49B}" type="presParOf" srcId="{2B3555C8-5369-4E01-9386-B5B11BC0E3A8}" destId="{E254C783-CFE5-4CB5-BE7A-71A2368D5FA9}" srcOrd="0" destOrd="0" presId="urn:microsoft.com/office/officeart/2009/3/layout/PieProcess"/>
    <dgm:cxn modelId="{0C980749-E034-4C81-B90F-862EA0E63849}" type="presParOf" srcId="{2B3555C8-5369-4E01-9386-B5B11BC0E3A8}" destId="{5EA4F34B-3763-4C57-9B81-2E3C56752D9E}" srcOrd="1" destOrd="0" presId="urn:microsoft.com/office/officeart/2009/3/layout/PieProcess"/>
    <dgm:cxn modelId="{D5DCA6A3-3D65-449B-A5DB-9EB9C87CCC0E}" type="presParOf" srcId="{2B3555C8-5369-4E01-9386-B5B11BC0E3A8}" destId="{E31429F9-D823-4CE1-9B33-E2DDF61F8821}" srcOrd="2" destOrd="0" presId="urn:microsoft.com/office/officeart/2009/3/layout/PieProcess"/>
    <dgm:cxn modelId="{D2C95AEF-6020-4210-8AD6-596DFB82704E}" type="presParOf" srcId="{7F672C84-223E-4FF4-936A-7603EC241515}" destId="{349498EC-34FB-4F11-9145-BF88388DC833}" srcOrd="21" destOrd="0" presId="urn:microsoft.com/office/officeart/2009/3/layout/PieProcess"/>
    <dgm:cxn modelId="{CD6C395D-2394-4972-BB36-4671A4506300}" type="presParOf" srcId="{7F672C84-223E-4FF4-936A-7603EC241515}" destId="{C39FCF04-500B-4073-9159-3C26DF1A78EA}" srcOrd="22" destOrd="0" presId="urn:microsoft.com/office/officeart/2009/3/layout/PieProcess"/>
    <dgm:cxn modelId="{ED58B5C8-BFF6-4539-83D9-B5627DC5D75E}" type="presParOf" srcId="{C39FCF04-500B-4073-9159-3C26DF1A78EA}" destId="{330CFE63-AFB8-4663-82D7-CD1E218B8583}" srcOrd="0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7AC242A-AC90-47A7-9795-D3F762D8F125}" type="doc">
      <dgm:prSet loTypeId="urn:microsoft.com/office/officeart/2008/layout/IncreasingCircleProcess" loCatId="list" qsTypeId="urn:microsoft.com/office/officeart/2005/8/quickstyle/3d1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E96555C2-0329-4CFA-8E04-625A4B60ED18}">
      <dgm:prSet phldrT="[Text]" custT="1"/>
      <dgm:spPr/>
      <dgm:t>
        <a:bodyPr/>
        <a:lstStyle/>
        <a:p>
          <a:r>
            <a:rPr lang="en-IN" sz="1400" dirty="0"/>
            <a:t>Using Character Array</a:t>
          </a:r>
        </a:p>
      </dgm:t>
    </dgm:pt>
    <dgm:pt modelId="{DE735AAC-8295-4C08-B1BD-83A30F11CE7E}" type="parTrans" cxnId="{8CF922AC-F0E7-464E-9EFD-C52EDA42A96E}">
      <dgm:prSet/>
      <dgm:spPr/>
      <dgm:t>
        <a:bodyPr/>
        <a:lstStyle/>
        <a:p>
          <a:endParaRPr lang="en-IN"/>
        </a:p>
      </dgm:t>
    </dgm:pt>
    <dgm:pt modelId="{17F3EF59-3C6B-416B-9221-8F10A5A6C0DF}" type="sibTrans" cxnId="{8CF922AC-F0E7-464E-9EFD-C52EDA42A96E}">
      <dgm:prSet/>
      <dgm:spPr/>
      <dgm:t>
        <a:bodyPr/>
        <a:lstStyle/>
        <a:p>
          <a:endParaRPr lang="en-IN"/>
        </a:p>
      </dgm:t>
    </dgm:pt>
    <dgm:pt modelId="{CDFDF438-6376-4585-8B43-F0604B9F9291}">
      <dgm:prSet phldrT="[Text]" custT="1"/>
      <dgm:spPr/>
      <dgm:t>
        <a:bodyPr/>
        <a:lstStyle/>
        <a:p>
          <a:r>
            <a:rPr lang="en-IN" sz="1400" dirty="0"/>
            <a:t>Using Character Pointer</a:t>
          </a:r>
        </a:p>
      </dgm:t>
    </dgm:pt>
    <dgm:pt modelId="{9DAD0B32-AC36-44FB-ADA7-64D0511224DA}" type="parTrans" cxnId="{E13AA16D-1CE4-4631-96BF-1089347431E6}">
      <dgm:prSet/>
      <dgm:spPr/>
      <dgm:t>
        <a:bodyPr/>
        <a:lstStyle/>
        <a:p>
          <a:endParaRPr lang="en-IN"/>
        </a:p>
      </dgm:t>
    </dgm:pt>
    <dgm:pt modelId="{CEF62D7A-02F9-4DA6-BC0C-575D8E14CFD6}" type="sibTrans" cxnId="{E13AA16D-1CE4-4631-96BF-1089347431E6}">
      <dgm:prSet/>
      <dgm:spPr/>
      <dgm:t>
        <a:bodyPr/>
        <a:lstStyle/>
        <a:p>
          <a:endParaRPr lang="en-IN"/>
        </a:p>
      </dgm:t>
    </dgm:pt>
    <dgm:pt modelId="{6E36CA2E-FB21-4AEF-90BB-AA18F8F1823B}">
      <dgm:prSet phldrT="[Text]" custT="1"/>
      <dgm:spPr/>
      <dgm:t>
        <a:bodyPr/>
        <a:lstStyle/>
        <a:p>
          <a:r>
            <a:rPr lang="en-US" sz="1400" dirty="0"/>
            <a:t>char *str = "Hello";  // Stored in read-only memory</a:t>
          </a:r>
          <a:endParaRPr lang="en-IN" sz="1400" dirty="0"/>
        </a:p>
      </dgm:t>
    </dgm:pt>
    <dgm:pt modelId="{D79C2F6F-BE9E-4E82-BEB6-A927255B7EE8}" type="parTrans" cxnId="{83BCB073-123C-469C-91BC-5D952503364F}">
      <dgm:prSet/>
      <dgm:spPr/>
      <dgm:t>
        <a:bodyPr/>
        <a:lstStyle/>
        <a:p>
          <a:endParaRPr lang="en-IN"/>
        </a:p>
      </dgm:t>
    </dgm:pt>
    <dgm:pt modelId="{549BE56F-9BEB-41EA-BE52-AB6856CB6580}" type="sibTrans" cxnId="{83BCB073-123C-469C-91BC-5D952503364F}">
      <dgm:prSet/>
      <dgm:spPr/>
      <dgm:t>
        <a:bodyPr/>
        <a:lstStyle/>
        <a:p>
          <a:endParaRPr lang="en-IN"/>
        </a:p>
      </dgm:t>
    </dgm:pt>
    <dgm:pt modelId="{9EC325FD-FF8E-43E2-AA5F-5C8B2483011D}">
      <dgm:prSet phldrT="[Text]" custT="1"/>
      <dgm:spPr/>
      <dgm:t>
        <a:bodyPr/>
        <a:lstStyle/>
        <a:p>
          <a:r>
            <a:rPr lang="en-IN" sz="1400" dirty="0"/>
            <a:t>Explicit Null-Termination</a:t>
          </a:r>
        </a:p>
      </dgm:t>
    </dgm:pt>
    <dgm:pt modelId="{E013EBFF-5B8D-45D6-891E-95BD39D648A3}" type="parTrans" cxnId="{9C3960A6-339C-41EB-B571-08B3DD0069B0}">
      <dgm:prSet/>
      <dgm:spPr/>
      <dgm:t>
        <a:bodyPr/>
        <a:lstStyle/>
        <a:p>
          <a:endParaRPr lang="en-IN"/>
        </a:p>
      </dgm:t>
    </dgm:pt>
    <dgm:pt modelId="{A10639DA-1755-4736-BFC7-45CDAD0DC896}" type="sibTrans" cxnId="{9C3960A6-339C-41EB-B571-08B3DD0069B0}">
      <dgm:prSet/>
      <dgm:spPr/>
      <dgm:t>
        <a:bodyPr/>
        <a:lstStyle/>
        <a:p>
          <a:endParaRPr lang="en-IN"/>
        </a:p>
      </dgm:t>
    </dgm:pt>
    <dgm:pt modelId="{B0DCE0C7-6767-40A2-A0EA-66A13ACAF683}">
      <dgm:prSet phldrT="[Text]" custT="1"/>
      <dgm:spPr/>
      <dgm:t>
        <a:bodyPr/>
        <a:lstStyle/>
        <a:p>
          <a:r>
            <a:rPr lang="en-US" sz="1400" dirty="0"/>
            <a:t>char str[] = "Hello";  // Automatically adds '\0' at the end</a:t>
          </a:r>
          <a:endParaRPr lang="en-IN" sz="1400" dirty="0"/>
        </a:p>
      </dgm:t>
    </dgm:pt>
    <dgm:pt modelId="{C088BAA6-BF3B-4EB0-B92B-DC8B334FAABD}" type="parTrans" cxnId="{38C628F6-082A-4724-9986-BA46DCD15D36}">
      <dgm:prSet/>
      <dgm:spPr/>
      <dgm:t>
        <a:bodyPr/>
        <a:lstStyle/>
        <a:p>
          <a:endParaRPr lang="en-IN"/>
        </a:p>
      </dgm:t>
    </dgm:pt>
    <dgm:pt modelId="{82E20853-2C47-4C03-9DC7-5A61D6CBACD8}" type="sibTrans" cxnId="{38C628F6-082A-4724-9986-BA46DCD15D36}">
      <dgm:prSet/>
      <dgm:spPr/>
      <dgm:t>
        <a:bodyPr/>
        <a:lstStyle/>
        <a:p>
          <a:endParaRPr lang="en-IN"/>
        </a:p>
      </dgm:t>
    </dgm:pt>
    <dgm:pt modelId="{58AAFCD2-E45D-4087-9489-FD31976B3197}">
      <dgm:prSet phldrT="[Text]" custT="1"/>
      <dgm:spPr/>
      <dgm:t>
        <a:bodyPr/>
        <a:lstStyle/>
        <a:p>
          <a:r>
            <a:rPr lang="it-IT" sz="1400" dirty="0"/>
            <a:t>char str[] = {'H', 'e', 'l', 'l', 'o', '\0'}; </a:t>
          </a:r>
          <a:endParaRPr lang="en-IN" sz="1400" dirty="0"/>
        </a:p>
      </dgm:t>
    </dgm:pt>
    <dgm:pt modelId="{3FCD0771-6217-41DF-920D-5988AE7FA6A3}" type="parTrans" cxnId="{E665C188-AB38-474D-92AA-26C229C1CCBD}">
      <dgm:prSet/>
      <dgm:spPr/>
      <dgm:t>
        <a:bodyPr/>
        <a:lstStyle/>
        <a:p>
          <a:endParaRPr lang="en-IN"/>
        </a:p>
      </dgm:t>
    </dgm:pt>
    <dgm:pt modelId="{E498F5D4-2754-45A8-B29E-105D2B29F1AE}" type="sibTrans" cxnId="{E665C188-AB38-474D-92AA-26C229C1CCBD}">
      <dgm:prSet/>
      <dgm:spPr/>
      <dgm:t>
        <a:bodyPr/>
        <a:lstStyle/>
        <a:p>
          <a:endParaRPr lang="en-IN"/>
        </a:p>
      </dgm:t>
    </dgm:pt>
    <dgm:pt modelId="{6A8FD571-3BDC-46FB-950F-62616BC45093}" type="pres">
      <dgm:prSet presAssocID="{67AC242A-AC90-47A7-9795-D3F762D8F125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18E5C4A8-51D5-49DE-8904-313778FFF75E}" type="pres">
      <dgm:prSet presAssocID="{E96555C2-0329-4CFA-8E04-625A4B60ED18}" presName="composite" presStyleCnt="0"/>
      <dgm:spPr/>
    </dgm:pt>
    <dgm:pt modelId="{43BBA6E7-EAA6-44D9-A43E-DD17019CEE86}" type="pres">
      <dgm:prSet presAssocID="{E96555C2-0329-4CFA-8E04-625A4B60ED18}" presName="BackAccent" presStyleLbl="bgShp" presStyleIdx="0" presStyleCnt="3"/>
      <dgm:spPr/>
    </dgm:pt>
    <dgm:pt modelId="{BE905BAB-67C9-4F7B-A0CF-1DC96D22BA4A}" type="pres">
      <dgm:prSet presAssocID="{E96555C2-0329-4CFA-8E04-625A4B60ED18}" presName="Accent" presStyleLbl="alignNode1" presStyleIdx="0" presStyleCnt="3"/>
      <dgm:spPr/>
    </dgm:pt>
    <dgm:pt modelId="{8239F6F5-1E2C-433A-9A6E-65513E90F4FC}" type="pres">
      <dgm:prSet presAssocID="{E96555C2-0329-4CFA-8E04-625A4B60ED18}" presName="Child" presStyleLbl="revTx" presStyleIdx="0" presStyleCnt="6" custLinFactNeighborX="106" custLinFactNeighborY="42509">
        <dgm:presLayoutVars>
          <dgm:chMax val="0"/>
          <dgm:chPref val="0"/>
          <dgm:bulletEnabled val="1"/>
        </dgm:presLayoutVars>
      </dgm:prSet>
      <dgm:spPr/>
    </dgm:pt>
    <dgm:pt modelId="{CA0FDD20-2E1D-4AA1-BE21-0115A2C53DCC}" type="pres">
      <dgm:prSet presAssocID="{E96555C2-0329-4CFA-8E04-625A4B60ED18}" presName="Parent" presStyleLbl="revTx" presStyleIdx="1" presStyleCnt="6" custLinFactNeighborX="106" custLinFactNeighborY="70402">
        <dgm:presLayoutVars>
          <dgm:chMax val="1"/>
          <dgm:chPref val="1"/>
          <dgm:bulletEnabled val="1"/>
        </dgm:presLayoutVars>
      </dgm:prSet>
      <dgm:spPr/>
    </dgm:pt>
    <dgm:pt modelId="{5BBC2FCF-9FD7-4F22-A35E-33FB2DF5748C}" type="pres">
      <dgm:prSet presAssocID="{17F3EF59-3C6B-416B-9221-8F10A5A6C0DF}" presName="sibTrans" presStyleCnt="0"/>
      <dgm:spPr/>
    </dgm:pt>
    <dgm:pt modelId="{DB06F392-C429-42D2-8948-E9B399F36701}" type="pres">
      <dgm:prSet presAssocID="{CDFDF438-6376-4585-8B43-F0604B9F9291}" presName="composite" presStyleCnt="0"/>
      <dgm:spPr/>
    </dgm:pt>
    <dgm:pt modelId="{8A923F50-11F7-45ED-855A-F7D1C2A1D074}" type="pres">
      <dgm:prSet presAssocID="{CDFDF438-6376-4585-8B43-F0604B9F9291}" presName="BackAccent" presStyleLbl="bgShp" presStyleIdx="1" presStyleCnt="3"/>
      <dgm:spPr/>
    </dgm:pt>
    <dgm:pt modelId="{93ACE83C-50C9-4F68-8AAE-21D39F29C446}" type="pres">
      <dgm:prSet presAssocID="{CDFDF438-6376-4585-8B43-F0604B9F9291}" presName="Accent" presStyleLbl="alignNode1" presStyleIdx="1" presStyleCnt="3"/>
      <dgm:spPr/>
    </dgm:pt>
    <dgm:pt modelId="{0778CA09-4AD5-4848-A4B7-D8346B37E00D}" type="pres">
      <dgm:prSet presAssocID="{CDFDF438-6376-4585-8B43-F0604B9F9291}" presName="Child" presStyleLbl="revTx" presStyleIdx="2" presStyleCnt="6" custLinFactNeighborX="106" custLinFactNeighborY="42509">
        <dgm:presLayoutVars>
          <dgm:chMax val="0"/>
          <dgm:chPref val="0"/>
          <dgm:bulletEnabled val="1"/>
        </dgm:presLayoutVars>
      </dgm:prSet>
      <dgm:spPr/>
    </dgm:pt>
    <dgm:pt modelId="{63E08837-F34E-4011-98D0-D9AE5DFF851B}" type="pres">
      <dgm:prSet presAssocID="{CDFDF438-6376-4585-8B43-F0604B9F9291}" presName="Parent" presStyleLbl="revTx" presStyleIdx="3" presStyleCnt="6" custLinFactNeighborX="106" custLinFactNeighborY="70402">
        <dgm:presLayoutVars>
          <dgm:chMax val="1"/>
          <dgm:chPref val="1"/>
          <dgm:bulletEnabled val="1"/>
        </dgm:presLayoutVars>
      </dgm:prSet>
      <dgm:spPr/>
    </dgm:pt>
    <dgm:pt modelId="{2C89A887-A470-4929-B9C2-4EF0A837A638}" type="pres">
      <dgm:prSet presAssocID="{CEF62D7A-02F9-4DA6-BC0C-575D8E14CFD6}" presName="sibTrans" presStyleCnt="0"/>
      <dgm:spPr/>
    </dgm:pt>
    <dgm:pt modelId="{3D135B40-6C55-48FC-A624-EF9F5EE00426}" type="pres">
      <dgm:prSet presAssocID="{9EC325FD-FF8E-43E2-AA5F-5C8B2483011D}" presName="composite" presStyleCnt="0"/>
      <dgm:spPr/>
    </dgm:pt>
    <dgm:pt modelId="{465F2667-C7D3-4F4B-9F98-5FC8DF979228}" type="pres">
      <dgm:prSet presAssocID="{9EC325FD-FF8E-43E2-AA5F-5C8B2483011D}" presName="BackAccent" presStyleLbl="bgShp" presStyleIdx="2" presStyleCnt="3"/>
      <dgm:spPr/>
    </dgm:pt>
    <dgm:pt modelId="{11E5A045-D330-4E87-9FF6-875CCA15CE57}" type="pres">
      <dgm:prSet presAssocID="{9EC325FD-FF8E-43E2-AA5F-5C8B2483011D}" presName="Accent" presStyleLbl="alignNode1" presStyleIdx="2" presStyleCnt="3"/>
      <dgm:spPr/>
    </dgm:pt>
    <dgm:pt modelId="{39468C85-5E10-4104-8CDA-49C34C888169}" type="pres">
      <dgm:prSet presAssocID="{9EC325FD-FF8E-43E2-AA5F-5C8B2483011D}" presName="Child" presStyleLbl="revTx" presStyleIdx="4" presStyleCnt="6" custLinFactNeighborX="106" custLinFactNeighborY="42509">
        <dgm:presLayoutVars>
          <dgm:chMax val="0"/>
          <dgm:chPref val="0"/>
          <dgm:bulletEnabled val="1"/>
        </dgm:presLayoutVars>
      </dgm:prSet>
      <dgm:spPr/>
    </dgm:pt>
    <dgm:pt modelId="{9AE2F0AE-A88D-455B-B09F-7332DC79B12D}" type="pres">
      <dgm:prSet presAssocID="{9EC325FD-FF8E-43E2-AA5F-5C8B2483011D}" presName="Parent" presStyleLbl="revTx" presStyleIdx="5" presStyleCnt="6" custLinFactNeighborX="106" custLinFactNeighborY="15703">
        <dgm:presLayoutVars>
          <dgm:chMax val="1"/>
          <dgm:chPref val="1"/>
          <dgm:bulletEnabled val="1"/>
        </dgm:presLayoutVars>
      </dgm:prSet>
      <dgm:spPr/>
    </dgm:pt>
  </dgm:ptLst>
  <dgm:cxnLst>
    <dgm:cxn modelId="{05B0660E-2453-46FC-BF7D-3B4495FC1883}" type="presOf" srcId="{67AC242A-AC90-47A7-9795-D3F762D8F125}" destId="{6A8FD571-3BDC-46FB-950F-62616BC45093}" srcOrd="0" destOrd="0" presId="urn:microsoft.com/office/officeart/2008/layout/IncreasingCircleProcess"/>
    <dgm:cxn modelId="{009B2D5B-0D9B-449E-A562-1293E504E525}" type="presOf" srcId="{6E36CA2E-FB21-4AEF-90BB-AA18F8F1823B}" destId="{0778CA09-4AD5-4848-A4B7-D8346B37E00D}" srcOrd="0" destOrd="0" presId="urn:microsoft.com/office/officeart/2008/layout/IncreasingCircleProcess"/>
    <dgm:cxn modelId="{A7999348-236A-43B7-A99A-D4C544722CD3}" type="presOf" srcId="{E96555C2-0329-4CFA-8E04-625A4B60ED18}" destId="{CA0FDD20-2E1D-4AA1-BE21-0115A2C53DCC}" srcOrd="0" destOrd="0" presId="urn:microsoft.com/office/officeart/2008/layout/IncreasingCircleProcess"/>
    <dgm:cxn modelId="{E13AA16D-1CE4-4631-96BF-1089347431E6}" srcId="{67AC242A-AC90-47A7-9795-D3F762D8F125}" destId="{CDFDF438-6376-4585-8B43-F0604B9F9291}" srcOrd="1" destOrd="0" parTransId="{9DAD0B32-AC36-44FB-ADA7-64D0511224DA}" sibTransId="{CEF62D7A-02F9-4DA6-BC0C-575D8E14CFD6}"/>
    <dgm:cxn modelId="{83BCB073-123C-469C-91BC-5D952503364F}" srcId="{CDFDF438-6376-4585-8B43-F0604B9F9291}" destId="{6E36CA2E-FB21-4AEF-90BB-AA18F8F1823B}" srcOrd="0" destOrd="0" parTransId="{D79C2F6F-BE9E-4E82-BEB6-A927255B7EE8}" sibTransId="{549BE56F-9BEB-41EA-BE52-AB6856CB6580}"/>
    <dgm:cxn modelId="{2F58E173-E5FB-44B0-989F-804481FF35C6}" type="presOf" srcId="{CDFDF438-6376-4585-8B43-F0604B9F9291}" destId="{63E08837-F34E-4011-98D0-D9AE5DFF851B}" srcOrd="0" destOrd="0" presId="urn:microsoft.com/office/officeart/2008/layout/IncreasingCircleProcess"/>
    <dgm:cxn modelId="{E665C188-AB38-474D-92AA-26C229C1CCBD}" srcId="{9EC325FD-FF8E-43E2-AA5F-5C8B2483011D}" destId="{58AAFCD2-E45D-4087-9489-FD31976B3197}" srcOrd="0" destOrd="0" parTransId="{3FCD0771-6217-41DF-920D-5988AE7FA6A3}" sibTransId="{E498F5D4-2754-45A8-B29E-105D2B29F1AE}"/>
    <dgm:cxn modelId="{C0F8659D-2969-45B1-B771-07C75CACCCD1}" type="presOf" srcId="{B0DCE0C7-6767-40A2-A0EA-66A13ACAF683}" destId="{8239F6F5-1E2C-433A-9A6E-65513E90F4FC}" srcOrd="0" destOrd="0" presId="urn:microsoft.com/office/officeart/2008/layout/IncreasingCircleProcess"/>
    <dgm:cxn modelId="{F7AC0DA2-9234-40A8-BDC5-2EF4D6CB7DB1}" type="presOf" srcId="{9EC325FD-FF8E-43E2-AA5F-5C8B2483011D}" destId="{9AE2F0AE-A88D-455B-B09F-7332DC79B12D}" srcOrd="0" destOrd="0" presId="urn:microsoft.com/office/officeart/2008/layout/IncreasingCircleProcess"/>
    <dgm:cxn modelId="{9C3960A6-339C-41EB-B571-08B3DD0069B0}" srcId="{67AC242A-AC90-47A7-9795-D3F762D8F125}" destId="{9EC325FD-FF8E-43E2-AA5F-5C8B2483011D}" srcOrd="2" destOrd="0" parTransId="{E013EBFF-5B8D-45D6-891E-95BD39D648A3}" sibTransId="{A10639DA-1755-4736-BFC7-45CDAD0DC896}"/>
    <dgm:cxn modelId="{8CF922AC-F0E7-464E-9EFD-C52EDA42A96E}" srcId="{67AC242A-AC90-47A7-9795-D3F762D8F125}" destId="{E96555C2-0329-4CFA-8E04-625A4B60ED18}" srcOrd="0" destOrd="0" parTransId="{DE735AAC-8295-4C08-B1BD-83A30F11CE7E}" sibTransId="{17F3EF59-3C6B-416B-9221-8F10A5A6C0DF}"/>
    <dgm:cxn modelId="{8716C4B2-008F-496B-9B23-29BCEAA65459}" type="presOf" srcId="{58AAFCD2-E45D-4087-9489-FD31976B3197}" destId="{39468C85-5E10-4104-8CDA-49C34C888169}" srcOrd="0" destOrd="0" presId="urn:microsoft.com/office/officeart/2008/layout/IncreasingCircleProcess"/>
    <dgm:cxn modelId="{38C628F6-082A-4724-9986-BA46DCD15D36}" srcId="{E96555C2-0329-4CFA-8E04-625A4B60ED18}" destId="{B0DCE0C7-6767-40A2-A0EA-66A13ACAF683}" srcOrd="0" destOrd="0" parTransId="{C088BAA6-BF3B-4EB0-B92B-DC8B334FAABD}" sibTransId="{82E20853-2C47-4C03-9DC7-5A61D6CBACD8}"/>
    <dgm:cxn modelId="{66966086-C560-400D-B573-6C50EA2A832E}" type="presParOf" srcId="{6A8FD571-3BDC-46FB-950F-62616BC45093}" destId="{18E5C4A8-51D5-49DE-8904-313778FFF75E}" srcOrd="0" destOrd="0" presId="urn:microsoft.com/office/officeart/2008/layout/IncreasingCircleProcess"/>
    <dgm:cxn modelId="{5E2C5D2C-A84A-4409-844F-534C17891940}" type="presParOf" srcId="{18E5C4A8-51D5-49DE-8904-313778FFF75E}" destId="{43BBA6E7-EAA6-44D9-A43E-DD17019CEE86}" srcOrd="0" destOrd="0" presId="urn:microsoft.com/office/officeart/2008/layout/IncreasingCircleProcess"/>
    <dgm:cxn modelId="{ED536427-5B7A-4F36-910D-19709CCA29B9}" type="presParOf" srcId="{18E5C4A8-51D5-49DE-8904-313778FFF75E}" destId="{BE905BAB-67C9-4F7B-A0CF-1DC96D22BA4A}" srcOrd="1" destOrd="0" presId="urn:microsoft.com/office/officeart/2008/layout/IncreasingCircleProcess"/>
    <dgm:cxn modelId="{66BAA178-2C39-47DE-AC43-DD6EAF7A3410}" type="presParOf" srcId="{18E5C4A8-51D5-49DE-8904-313778FFF75E}" destId="{8239F6F5-1E2C-433A-9A6E-65513E90F4FC}" srcOrd="2" destOrd="0" presId="urn:microsoft.com/office/officeart/2008/layout/IncreasingCircleProcess"/>
    <dgm:cxn modelId="{12C897F9-418A-4C31-B408-583AB35AA7A0}" type="presParOf" srcId="{18E5C4A8-51D5-49DE-8904-313778FFF75E}" destId="{CA0FDD20-2E1D-4AA1-BE21-0115A2C53DCC}" srcOrd="3" destOrd="0" presId="urn:microsoft.com/office/officeart/2008/layout/IncreasingCircleProcess"/>
    <dgm:cxn modelId="{E921731C-FB3A-4F51-B40E-35373D8066DB}" type="presParOf" srcId="{6A8FD571-3BDC-46FB-950F-62616BC45093}" destId="{5BBC2FCF-9FD7-4F22-A35E-33FB2DF5748C}" srcOrd="1" destOrd="0" presId="urn:microsoft.com/office/officeart/2008/layout/IncreasingCircleProcess"/>
    <dgm:cxn modelId="{A1CFFA71-E894-4DBE-AF9D-04D8F3612B59}" type="presParOf" srcId="{6A8FD571-3BDC-46FB-950F-62616BC45093}" destId="{DB06F392-C429-42D2-8948-E9B399F36701}" srcOrd="2" destOrd="0" presId="urn:microsoft.com/office/officeart/2008/layout/IncreasingCircleProcess"/>
    <dgm:cxn modelId="{D5C79EC5-8EA0-47D8-BF37-6494213DCF7E}" type="presParOf" srcId="{DB06F392-C429-42D2-8948-E9B399F36701}" destId="{8A923F50-11F7-45ED-855A-F7D1C2A1D074}" srcOrd="0" destOrd="0" presId="urn:microsoft.com/office/officeart/2008/layout/IncreasingCircleProcess"/>
    <dgm:cxn modelId="{56BCB490-BEED-4F73-B467-15B4A2E5DEC1}" type="presParOf" srcId="{DB06F392-C429-42D2-8948-E9B399F36701}" destId="{93ACE83C-50C9-4F68-8AAE-21D39F29C446}" srcOrd="1" destOrd="0" presId="urn:microsoft.com/office/officeart/2008/layout/IncreasingCircleProcess"/>
    <dgm:cxn modelId="{D2ADBE30-DC9E-42A4-9D71-7873E8D80E58}" type="presParOf" srcId="{DB06F392-C429-42D2-8948-E9B399F36701}" destId="{0778CA09-4AD5-4848-A4B7-D8346B37E00D}" srcOrd="2" destOrd="0" presId="urn:microsoft.com/office/officeart/2008/layout/IncreasingCircleProcess"/>
    <dgm:cxn modelId="{229D63B1-FFB4-407F-946D-D0E9EF891B8E}" type="presParOf" srcId="{DB06F392-C429-42D2-8948-E9B399F36701}" destId="{63E08837-F34E-4011-98D0-D9AE5DFF851B}" srcOrd="3" destOrd="0" presId="urn:microsoft.com/office/officeart/2008/layout/IncreasingCircleProcess"/>
    <dgm:cxn modelId="{564762CA-0401-45E5-AACA-2070F654E6B3}" type="presParOf" srcId="{6A8FD571-3BDC-46FB-950F-62616BC45093}" destId="{2C89A887-A470-4929-B9C2-4EF0A837A638}" srcOrd="3" destOrd="0" presId="urn:microsoft.com/office/officeart/2008/layout/IncreasingCircleProcess"/>
    <dgm:cxn modelId="{986AA5D4-0AF5-418A-B66D-D61B4607663F}" type="presParOf" srcId="{6A8FD571-3BDC-46FB-950F-62616BC45093}" destId="{3D135B40-6C55-48FC-A624-EF9F5EE00426}" srcOrd="4" destOrd="0" presId="urn:microsoft.com/office/officeart/2008/layout/IncreasingCircleProcess"/>
    <dgm:cxn modelId="{C250E66C-D4CC-42CD-9EEC-AF5E225CEBDE}" type="presParOf" srcId="{3D135B40-6C55-48FC-A624-EF9F5EE00426}" destId="{465F2667-C7D3-4F4B-9F98-5FC8DF979228}" srcOrd="0" destOrd="0" presId="urn:microsoft.com/office/officeart/2008/layout/IncreasingCircleProcess"/>
    <dgm:cxn modelId="{06AAE024-A04D-4C52-86FB-FDE4ACAF6F6D}" type="presParOf" srcId="{3D135B40-6C55-48FC-A624-EF9F5EE00426}" destId="{11E5A045-D330-4E87-9FF6-875CCA15CE57}" srcOrd="1" destOrd="0" presId="urn:microsoft.com/office/officeart/2008/layout/IncreasingCircleProcess"/>
    <dgm:cxn modelId="{3A84FB32-A101-48BA-B841-51F2DF5617AD}" type="presParOf" srcId="{3D135B40-6C55-48FC-A624-EF9F5EE00426}" destId="{39468C85-5E10-4104-8CDA-49C34C888169}" srcOrd="2" destOrd="0" presId="urn:microsoft.com/office/officeart/2008/layout/IncreasingCircleProcess"/>
    <dgm:cxn modelId="{70CF68CD-9EC8-4FC2-AB8E-3DEF8E2092DC}" type="presParOf" srcId="{3D135B40-6C55-48FC-A624-EF9F5EE00426}" destId="{9AE2F0AE-A88D-455B-B09F-7332DC79B12D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DB4F000A-96C6-4CE5-A4A4-8BB8BCA4D863}" type="doc">
      <dgm:prSet loTypeId="urn:microsoft.com/office/officeart/2008/layout/VerticalCurvedList" loCatId="list" qsTypeId="urn:microsoft.com/office/officeart/2005/8/quickstyle/3d1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08CD66A0-C800-40AB-97ED-0EDBADC9BD4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/>
            <a:t>Strings </a:t>
          </a:r>
          <a:r>
            <a:rPr lang="en-US" sz="1200" b="1"/>
            <a:t>must</a:t>
          </a:r>
          <a:r>
            <a:rPr lang="en-US" sz="1200"/>
            <a:t> have a </a:t>
          </a:r>
          <a:r>
            <a:rPr lang="en-US" sz="1200" b="1"/>
            <a:t>null character (\0)</a:t>
          </a:r>
          <a:r>
            <a:rPr lang="en-US" sz="1200"/>
            <a:t> at the end.</a:t>
          </a:r>
        </a:p>
      </dgm:t>
    </dgm:pt>
    <dgm:pt modelId="{18767713-01DF-4F40-AF77-E179568DAE36}" type="parTrans" cxnId="{C4EADCAC-C1B8-49AC-8E5B-FEEBE44EF02E}">
      <dgm:prSet/>
      <dgm:spPr/>
      <dgm:t>
        <a:bodyPr/>
        <a:lstStyle/>
        <a:p>
          <a:endParaRPr lang="en-IN" sz="1200"/>
        </a:p>
      </dgm:t>
    </dgm:pt>
    <dgm:pt modelId="{37AD4AB1-2286-48E7-A60D-06364F09BC0A}" type="sibTrans" cxnId="{C4EADCAC-C1B8-49AC-8E5B-FEEBE44EF02E}">
      <dgm:prSet/>
      <dgm:spPr/>
      <dgm:t>
        <a:bodyPr/>
        <a:lstStyle/>
        <a:p>
          <a:endParaRPr lang="en-IN" sz="1200"/>
        </a:p>
      </dgm:t>
    </dgm:pt>
    <dgm:pt modelId="{56E17EDC-22A7-40FD-81B1-A1D9D956CB3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/>
            <a:t>Cannot be assigned directly like str1 = str2;, use strcpy().</a:t>
          </a:r>
        </a:p>
      </dgm:t>
    </dgm:pt>
    <dgm:pt modelId="{F4022E81-BC11-447D-B149-693EE768F183}" type="parTrans" cxnId="{4B6B9A38-3EE4-4578-83F3-812611879B41}">
      <dgm:prSet/>
      <dgm:spPr/>
      <dgm:t>
        <a:bodyPr/>
        <a:lstStyle/>
        <a:p>
          <a:endParaRPr lang="en-IN" sz="1200"/>
        </a:p>
      </dgm:t>
    </dgm:pt>
    <dgm:pt modelId="{B2870AB7-230B-42D6-AB68-099789C10DFC}" type="sibTrans" cxnId="{4B6B9A38-3EE4-4578-83F3-812611879B41}">
      <dgm:prSet/>
      <dgm:spPr/>
      <dgm:t>
        <a:bodyPr/>
        <a:lstStyle/>
        <a:p>
          <a:endParaRPr lang="en-IN" sz="1200"/>
        </a:p>
      </dgm:t>
    </dgm:pt>
    <dgm:pt modelId="{FFF80D82-75FA-4603-9EC6-DCE50A1D527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200"/>
            <a:t>String manipulation requires </a:t>
          </a:r>
          <a:r>
            <a:rPr lang="en-US" sz="1200" b="1"/>
            <a:t>&lt;string.h&gt;</a:t>
          </a:r>
          <a:r>
            <a:rPr lang="en-US" sz="1200"/>
            <a:t> library.</a:t>
          </a:r>
        </a:p>
      </dgm:t>
    </dgm:pt>
    <dgm:pt modelId="{EBE490C2-AAA8-4E30-A06F-C6799CC69769}" type="parTrans" cxnId="{0BE5AB44-F59F-4266-A294-E4F8D0BE7227}">
      <dgm:prSet/>
      <dgm:spPr/>
      <dgm:t>
        <a:bodyPr/>
        <a:lstStyle/>
        <a:p>
          <a:endParaRPr lang="en-IN" sz="1200"/>
        </a:p>
      </dgm:t>
    </dgm:pt>
    <dgm:pt modelId="{81B6C476-1190-48E9-B5AF-89B0BF841244}" type="sibTrans" cxnId="{0BE5AB44-F59F-4266-A294-E4F8D0BE7227}">
      <dgm:prSet/>
      <dgm:spPr/>
      <dgm:t>
        <a:bodyPr/>
        <a:lstStyle/>
        <a:p>
          <a:endParaRPr lang="en-IN" sz="1200"/>
        </a:p>
      </dgm:t>
    </dgm:pt>
    <dgm:pt modelId="{63D61A28-5060-4813-98F0-DADF8A169365}" type="pres">
      <dgm:prSet presAssocID="{DB4F000A-96C6-4CE5-A4A4-8BB8BCA4D863}" presName="Name0" presStyleCnt="0">
        <dgm:presLayoutVars>
          <dgm:chMax val="7"/>
          <dgm:chPref val="7"/>
          <dgm:dir/>
        </dgm:presLayoutVars>
      </dgm:prSet>
      <dgm:spPr/>
    </dgm:pt>
    <dgm:pt modelId="{8DE63004-82D0-41F9-8F07-961927C08963}" type="pres">
      <dgm:prSet presAssocID="{DB4F000A-96C6-4CE5-A4A4-8BB8BCA4D863}" presName="Name1" presStyleCnt="0"/>
      <dgm:spPr/>
    </dgm:pt>
    <dgm:pt modelId="{5A5CB046-2667-4867-9370-03655D065729}" type="pres">
      <dgm:prSet presAssocID="{DB4F000A-96C6-4CE5-A4A4-8BB8BCA4D863}" presName="cycle" presStyleCnt="0"/>
      <dgm:spPr/>
    </dgm:pt>
    <dgm:pt modelId="{8A10437F-971E-4D38-B301-E80AA62E2503}" type="pres">
      <dgm:prSet presAssocID="{DB4F000A-96C6-4CE5-A4A4-8BB8BCA4D863}" presName="srcNode" presStyleLbl="node1" presStyleIdx="0" presStyleCnt="3"/>
      <dgm:spPr/>
    </dgm:pt>
    <dgm:pt modelId="{67EDE0A6-9F77-4266-ABD9-A08D4AB6FD8F}" type="pres">
      <dgm:prSet presAssocID="{DB4F000A-96C6-4CE5-A4A4-8BB8BCA4D863}" presName="conn" presStyleLbl="parChTrans1D2" presStyleIdx="0" presStyleCnt="1" custScaleX="102912"/>
      <dgm:spPr/>
    </dgm:pt>
    <dgm:pt modelId="{5D1A595A-F675-41A2-8D83-F3B1137992A3}" type="pres">
      <dgm:prSet presAssocID="{DB4F000A-96C6-4CE5-A4A4-8BB8BCA4D863}" presName="extraNode" presStyleLbl="node1" presStyleIdx="0" presStyleCnt="3"/>
      <dgm:spPr/>
    </dgm:pt>
    <dgm:pt modelId="{464E2ACE-4226-4345-8833-8D6A8CE21A80}" type="pres">
      <dgm:prSet presAssocID="{DB4F000A-96C6-4CE5-A4A4-8BB8BCA4D863}" presName="dstNode" presStyleLbl="node1" presStyleIdx="0" presStyleCnt="3"/>
      <dgm:spPr/>
    </dgm:pt>
    <dgm:pt modelId="{5AE62AA9-DFEF-41A9-A200-A7E12F35F890}" type="pres">
      <dgm:prSet presAssocID="{08CD66A0-C800-40AB-97ED-0EDBADC9BD4E}" presName="text_1" presStyleLbl="node1" presStyleIdx="0" presStyleCnt="3">
        <dgm:presLayoutVars>
          <dgm:bulletEnabled val="1"/>
        </dgm:presLayoutVars>
      </dgm:prSet>
      <dgm:spPr/>
    </dgm:pt>
    <dgm:pt modelId="{AA4F8E5D-5DA5-4154-833F-3F266BDE5CC5}" type="pres">
      <dgm:prSet presAssocID="{08CD66A0-C800-40AB-97ED-0EDBADC9BD4E}" presName="accent_1" presStyleCnt="0"/>
      <dgm:spPr/>
    </dgm:pt>
    <dgm:pt modelId="{42F10AF3-73F0-4F67-A869-8A2055FE0C75}" type="pres">
      <dgm:prSet presAssocID="{08CD66A0-C800-40AB-97ED-0EDBADC9BD4E}" presName="accentRepeatNode" presStyleLbl="solidFgAcc1" presStyleIdx="0" presStyleCnt="3"/>
      <dgm:spPr/>
    </dgm:pt>
    <dgm:pt modelId="{8FAD5C32-4564-4E18-A04E-48CF9EB11660}" type="pres">
      <dgm:prSet presAssocID="{56E17EDC-22A7-40FD-81B1-A1D9D956CB30}" presName="text_2" presStyleLbl="node1" presStyleIdx="1" presStyleCnt="3">
        <dgm:presLayoutVars>
          <dgm:bulletEnabled val="1"/>
        </dgm:presLayoutVars>
      </dgm:prSet>
      <dgm:spPr/>
    </dgm:pt>
    <dgm:pt modelId="{9171F6D9-D823-4B2E-B8BF-7B94822EF8B2}" type="pres">
      <dgm:prSet presAssocID="{56E17EDC-22A7-40FD-81B1-A1D9D956CB30}" presName="accent_2" presStyleCnt="0"/>
      <dgm:spPr/>
    </dgm:pt>
    <dgm:pt modelId="{8C1F5028-BE41-4BEF-AA23-7F9BB69AB23A}" type="pres">
      <dgm:prSet presAssocID="{56E17EDC-22A7-40FD-81B1-A1D9D956CB30}" presName="accentRepeatNode" presStyleLbl="solidFgAcc1" presStyleIdx="1" presStyleCnt="3"/>
      <dgm:spPr/>
    </dgm:pt>
    <dgm:pt modelId="{EA8C94CF-1053-4D7B-9156-0674BAAA1957}" type="pres">
      <dgm:prSet presAssocID="{FFF80D82-75FA-4603-9EC6-DCE50A1D527F}" presName="text_3" presStyleLbl="node1" presStyleIdx="2" presStyleCnt="3">
        <dgm:presLayoutVars>
          <dgm:bulletEnabled val="1"/>
        </dgm:presLayoutVars>
      </dgm:prSet>
      <dgm:spPr/>
    </dgm:pt>
    <dgm:pt modelId="{B67418A7-9D9C-4090-8541-163212AD57A1}" type="pres">
      <dgm:prSet presAssocID="{FFF80D82-75FA-4603-9EC6-DCE50A1D527F}" presName="accent_3" presStyleCnt="0"/>
      <dgm:spPr/>
    </dgm:pt>
    <dgm:pt modelId="{A8523BD9-1C3A-4372-9E68-AA6AD763154C}" type="pres">
      <dgm:prSet presAssocID="{FFF80D82-75FA-4603-9EC6-DCE50A1D527F}" presName="accentRepeatNode" presStyleLbl="solidFgAcc1" presStyleIdx="2" presStyleCnt="3"/>
      <dgm:spPr/>
    </dgm:pt>
  </dgm:ptLst>
  <dgm:cxnLst>
    <dgm:cxn modelId="{D600F20D-70FD-4F4E-8093-D8D75A1D2961}" type="presOf" srcId="{56E17EDC-22A7-40FD-81B1-A1D9D956CB30}" destId="{8FAD5C32-4564-4E18-A04E-48CF9EB11660}" srcOrd="0" destOrd="0" presId="urn:microsoft.com/office/officeart/2008/layout/VerticalCurvedList"/>
    <dgm:cxn modelId="{A235282C-9A2F-4351-9115-BB971AC2E37A}" type="presOf" srcId="{37AD4AB1-2286-48E7-A60D-06364F09BC0A}" destId="{67EDE0A6-9F77-4266-ABD9-A08D4AB6FD8F}" srcOrd="0" destOrd="0" presId="urn:microsoft.com/office/officeart/2008/layout/VerticalCurvedList"/>
    <dgm:cxn modelId="{4B6B9A38-3EE4-4578-83F3-812611879B41}" srcId="{DB4F000A-96C6-4CE5-A4A4-8BB8BCA4D863}" destId="{56E17EDC-22A7-40FD-81B1-A1D9D956CB30}" srcOrd="1" destOrd="0" parTransId="{F4022E81-BC11-447D-B149-693EE768F183}" sibTransId="{B2870AB7-230B-42D6-AB68-099789C10DFC}"/>
    <dgm:cxn modelId="{0BE5AB44-F59F-4266-A294-E4F8D0BE7227}" srcId="{DB4F000A-96C6-4CE5-A4A4-8BB8BCA4D863}" destId="{FFF80D82-75FA-4603-9EC6-DCE50A1D527F}" srcOrd="2" destOrd="0" parTransId="{EBE490C2-AAA8-4E30-A06F-C6799CC69769}" sibTransId="{81B6C476-1190-48E9-B5AF-89B0BF841244}"/>
    <dgm:cxn modelId="{9362EEA8-ADE3-4952-A260-E14C388C9618}" type="presOf" srcId="{08CD66A0-C800-40AB-97ED-0EDBADC9BD4E}" destId="{5AE62AA9-DFEF-41A9-A200-A7E12F35F890}" srcOrd="0" destOrd="0" presId="urn:microsoft.com/office/officeart/2008/layout/VerticalCurvedList"/>
    <dgm:cxn modelId="{C4EADCAC-C1B8-49AC-8E5B-FEEBE44EF02E}" srcId="{DB4F000A-96C6-4CE5-A4A4-8BB8BCA4D863}" destId="{08CD66A0-C800-40AB-97ED-0EDBADC9BD4E}" srcOrd="0" destOrd="0" parTransId="{18767713-01DF-4F40-AF77-E179568DAE36}" sibTransId="{37AD4AB1-2286-48E7-A60D-06364F09BC0A}"/>
    <dgm:cxn modelId="{D51CE5E2-67CA-4A64-9B0C-F881404311C5}" type="presOf" srcId="{FFF80D82-75FA-4603-9EC6-DCE50A1D527F}" destId="{EA8C94CF-1053-4D7B-9156-0674BAAA1957}" srcOrd="0" destOrd="0" presId="urn:microsoft.com/office/officeart/2008/layout/VerticalCurvedList"/>
    <dgm:cxn modelId="{D545EAE3-4235-484A-9833-004D748A775B}" type="presOf" srcId="{DB4F000A-96C6-4CE5-A4A4-8BB8BCA4D863}" destId="{63D61A28-5060-4813-98F0-DADF8A169365}" srcOrd="0" destOrd="0" presId="urn:microsoft.com/office/officeart/2008/layout/VerticalCurvedList"/>
    <dgm:cxn modelId="{8AAC3FC4-B073-4BE0-9C46-84F85B5FE11D}" type="presParOf" srcId="{63D61A28-5060-4813-98F0-DADF8A169365}" destId="{8DE63004-82D0-41F9-8F07-961927C08963}" srcOrd="0" destOrd="0" presId="urn:microsoft.com/office/officeart/2008/layout/VerticalCurvedList"/>
    <dgm:cxn modelId="{72DF58EF-AC24-4092-84C5-1BD325C8E9DF}" type="presParOf" srcId="{8DE63004-82D0-41F9-8F07-961927C08963}" destId="{5A5CB046-2667-4867-9370-03655D065729}" srcOrd="0" destOrd="0" presId="urn:microsoft.com/office/officeart/2008/layout/VerticalCurvedList"/>
    <dgm:cxn modelId="{9D573D64-BA9E-42D2-9DB6-7641A079CD02}" type="presParOf" srcId="{5A5CB046-2667-4867-9370-03655D065729}" destId="{8A10437F-971E-4D38-B301-E80AA62E2503}" srcOrd="0" destOrd="0" presId="urn:microsoft.com/office/officeart/2008/layout/VerticalCurvedList"/>
    <dgm:cxn modelId="{33F38F8C-C84C-4F46-BE8D-E7A15627EE94}" type="presParOf" srcId="{5A5CB046-2667-4867-9370-03655D065729}" destId="{67EDE0A6-9F77-4266-ABD9-A08D4AB6FD8F}" srcOrd="1" destOrd="0" presId="urn:microsoft.com/office/officeart/2008/layout/VerticalCurvedList"/>
    <dgm:cxn modelId="{F36EB696-2E5E-4F90-8607-632FE50752F3}" type="presParOf" srcId="{5A5CB046-2667-4867-9370-03655D065729}" destId="{5D1A595A-F675-41A2-8D83-F3B1137992A3}" srcOrd="2" destOrd="0" presId="urn:microsoft.com/office/officeart/2008/layout/VerticalCurvedList"/>
    <dgm:cxn modelId="{EB7ECEBF-BBEF-4082-84A1-A99D9FD9BA66}" type="presParOf" srcId="{5A5CB046-2667-4867-9370-03655D065729}" destId="{464E2ACE-4226-4345-8833-8D6A8CE21A80}" srcOrd="3" destOrd="0" presId="urn:microsoft.com/office/officeart/2008/layout/VerticalCurvedList"/>
    <dgm:cxn modelId="{3A00F272-359A-4ECE-8410-126C31114C41}" type="presParOf" srcId="{8DE63004-82D0-41F9-8F07-961927C08963}" destId="{5AE62AA9-DFEF-41A9-A200-A7E12F35F890}" srcOrd="1" destOrd="0" presId="urn:microsoft.com/office/officeart/2008/layout/VerticalCurvedList"/>
    <dgm:cxn modelId="{D626DA80-AE41-4E37-8855-EF445B72D441}" type="presParOf" srcId="{8DE63004-82D0-41F9-8F07-961927C08963}" destId="{AA4F8E5D-5DA5-4154-833F-3F266BDE5CC5}" srcOrd="2" destOrd="0" presId="urn:microsoft.com/office/officeart/2008/layout/VerticalCurvedList"/>
    <dgm:cxn modelId="{857949C8-B03D-4A75-A4D2-667507EB24F1}" type="presParOf" srcId="{AA4F8E5D-5DA5-4154-833F-3F266BDE5CC5}" destId="{42F10AF3-73F0-4F67-A869-8A2055FE0C75}" srcOrd="0" destOrd="0" presId="urn:microsoft.com/office/officeart/2008/layout/VerticalCurvedList"/>
    <dgm:cxn modelId="{DF7639E4-6979-4792-8CA8-D130ABFCF7F3}" type="presParOf" srcId="{8DE63004-82D0-41F9-8F07-961927C08963}" destId="{8FAD5C32-4564-4E18-A04E-48CF9EB11660}" srcOrd="3" destOrd="0" presId="urn:microsoft.com/office/officeart/2008/layout/VerticalCurvedList"/>
    <dgm:cxn modelId="{AFC61419-8455-433F-B0DD-E85F565A418A}" type="presParOf" srcId="{8DE63004-82D0-41F9-8F07-961927C08963}" destId="{9171F6D9-D823-4B2E-B8BF-7B94822EF8B2}" srcOrd="4" destOrd="0" presId="urn:microsoft.com/office/officeart/2008/layout/VerticalCurvedList"/>
    <dgm:cxn modelId="{AD4A8255-C695-4BD3-933C-FDB9E4BC08A2}" type="presParOf" srcId="{9171F6D9-D823-4B2E-B8BF-7B94822EF8B2}" destId="{8C1F5028-BE41-4BEF-AA23-7F9BB69AB23A}" srcOrd="0" destOrd="0" presId="urn:microsoft.com/office/officeart/2008/layout/VerticalCurvedList"/>
    <dgm:cxn modelId="{D7E32A27-8EF7-4500-811A-2F08F3657FF7}" type="presParOf" srcId="{8DE63004-82D0-41F9-8F07-961927C08963}" destId="{EA8C94CF-1053-4D7B-9156-0674BAAA1957}" srcOrd="5" destOrd="0" presId="urn:microsoft.com/office/officeart/2008/layout/VerticalCurvedList"/>
    <dgm:cxn modelId="{DA5668E0-E83D-4A93-B286-2D9E7ADCF6F5}" type="presParOf" srcId="{8DE63004-82D0-41F9-8F07-961927C08963}" destId="{B67418A7-9D9C-4090-8541-163212AD57A1}" srcOrd="6" destOrd="0" presId="urn:microsoft.com/office/officeart/2008/layout/VerticalCurvedList"/>
    <dgm:cxn modelId="{3D28385B-4A0F-46F6-A098-2F0C1064724B}" type="presParOf" srcId="{B67418A7-9D9C-4090-8541-163212AD57A1}" destId="{A8523BD9-1C3A-4372-9E68-AA6AD763154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7B73381-78A1-4B96-AE14-449B7413F72B}" type="doc">
      <dgm:prSet loTypeId="urn:microsoft.com/office/officeart/2005/8/layout/hList6" loCatId="list" qsTypeId="urn:microsoft.com/office/officeart/2005/8/quickstyle/simple5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3871F9F7-D957-4B2B-B486-125FC843DFB5}">
      <dgm:prSet phldrT="[Text]" custT="1"/>
      <dgm:spPr/>
      <dgm:t>
        <a:bodyPr/>
        <a:lstStyle/>
        <a:p>
          <a:r>
            <a:rPr lang="en-US" sz="1400" b="1" dirty="0"/>
            <a:t>Arithmetic Operators (Perform mathematical operations)</a:t>
          </a:r>
        </a:p>
        <a:p>
          <a:endParaRPr lang="en-IN" sz="1400" dirty="0"/>
        </a:p>
      </dgm:t>
    </dgm:pt>
    <dgm:pt modelId="{CBE9BC5E-607C-4BF7-82BB-60EF3F9F25C7}" type="parTrans" cxnId="{8711F726-F67F-48C3-B609-CCC371B36608}">
      <dgm:prSet/>
      <dgm:spPr/>
      <dgm:t>
        <a:bodyPr/>
        <a:lstStyle/>
        <a:p>
          <a:endParaRPr lang="en-IN"/>
        </a:p>
      </dgm:t>
    </dgm:pt>
    <dgm:pt modelId="{88FFA471-7A41-4F04-A7AB-D45F434F35A1}" type="sibTrans" cxnId="{8711F726-F67F-48C3-B609-CCC371B36608}">
      <dgm:prSet/>
      <dgm:spPr/>
      <dgm:t>
        <a:bodyPr/>
        <a:lstStyle/>
        <a:p>
          <a:endParaRPr lang="en-IN"/>
        </a:p>
      </dgm:t>
    </dgm:pt>
    <dgm:pt modelId="{0309D259-4234-4776-9611-4A91A2FAB95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+ (Addition) → a + b</a:t>
          </a:r>
        </a:p>
      </dgm:t>
    </dgm:pt>
    <dgm:pt modelId="{2D059077-0E61-45B8-8874-90F104345296}" type="parTrans" cxnId="{3E3A0BDF-9ED4-4450-8688-FA0F85E314F3}">
      <dgm:prSet/>
      <dgm:spPr/>
      <dgm:t>
        <a:bodyPr/>
        <a:lstStyle/>
        <a:p>
          <a:endParaRPr lang="en-IN"/>
        </a:p>
      </dgm:t>
    </dgm:pt>
    <dgm:pt modelId="{72252A57-6789-4178-B49C-45B4B17CBEC8}" type="sibTrans" cxnId="{3E3A0BDF-9ED4-4450-8688-FA0F85E314F3}">
      <dgm:prSet/>
      <dgm:spPr/>
      <dgm:t>
        <a:bodyPr/>
        <a:lstStyle/>
        <a:p>
          <a:endParaRPr lang="en-IN"/>
        </a:p>
      </dgm:t>
    </dgm:pt>
    <dgm:pt modelId="{F5D93AAA-BCD0-4714-98DE-C15F15DEC0AD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- (Subtraction) → a - b</a:t>
          </a:r>
        </a:p>
      </dgm:t>
    </dgm:pt>
    <dgm:pt modelId="{5EACA342-6FA7-4860-AB3D-06333C5B9074}" type="parTrans" cxnId="{B22DDCE7-7D8E-4D62-83D4-12B2D4611A55}">
      <dgm:prSet/>
      <dgm:spPr/>
      <dgm:t>
        <a:bodyPr/>
        <a:lstStyle/>
        <a:p>
          <a:endParaRPr lang="en-IN"/>
        </a:p>
      </dgm:t>
    </dgm:pt>
    <dgm:pt modelId="{66743D16-B659-4508-A1BB-39CD2E284CB6}" type="sibTrans" cxnId="{B22DDCE7-7D8E-4D62-83D4-12B2D4611A55}">
      <dgm:prSet/>
      <dgm:spPr/>
      <dgm:t>
        <a:bodyPr/>
        <a:lstStyle/>
        <a:p>
          <a:endParaRPr lang="en-IN"/>
        </a:p>
      </dgm:t>
    </dgm:pt>
    <dgm:pt modelId="{D7B5B3C4-C42B-40C6-8BE8-161B2E3D6B6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* (Multiplication) → a * b</a:t>
          </a:r>
        </a:p>
      </dgm:t>
    </dgm:pt>
    <dgm:pt modelId="{FFA0E4F8-4FF8-42C3-B8AA-497BF5F7A1FA}" type="parTrans" cxnId="{E8D8E35D-27A6-474A-98E7-7AF5CA522A2F}">
      <dgm:prSet/>
      <dgm:spPr/>
      <dgm:t>
        <a:bodyPr/>
        <a:lstStyle/>
        <a:p>
          <a:endParaRPr lang="en-IN"/>
        </a:p>
      </dgm:t>
    </dgm:pt>
    <dgm:pt modelId="{39604005-1626-4785-919A-6F3A0EF4873D}" type="sibTrans" cxnId="{E8D8E35D-27A6-474A-98E7-7AF5CA522A2F}">
      <dgm:prSet/>
      <dgm:spPr/>
      <dgm:t>
        <a:bodyPr/>
        <a:lstStyle/>
        <a:p>
          <a:endParaRPr lang="en-IN"/>
        </a:p>
      </dgm:t>
    </dgm:pt>
    <dgm:pt modelId="{739538FC-63CC-4A7D-9878-231090F4BA19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/ (Division) → a / b</a:t>
          </a:r>
        </a:p>
      </dgm:t>
    </dgm:pt>
    <dgm:pt modelId="{6137FB3D-33C7-4DD3-A64E-23131F506EE0}" type="parTrans" cxnId="{DF046E5E-C529-411C-839C-B82CD1EE9597}">
      <dgm:prSet/>
      <dgm:spPr/>
      <dgm:t>
        <a:bodyPr/>
        <a:lstStyle/>
        <a:p>
          <a:endParaRPr lang="en-IN"/>
        </a:p>
      </dgm:t>
    </dgm:pt>
    <dgm:pt modelId="{3C5C4677-3BE4-4EB4-B12E-E7B038DC7F10}" type="sibTrans" cxnId="{DF046E5E-C529-411C-839C-B82CD1EE9597}">
      <dgm:prSet/>
      <dgm:spPr/>
      <dgm:t>
        <a:bodyPr/>
        <a:lstStyle/>
        <a:p>
          <a:endParaRPr lang="en-IN"/>
        </a:p>
      </dgm:t>
    </dgm:pt>
    <dgm:pt modelId="{21DC9130-FDC5-45D0-86AD-FEF36D24E91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% (Modulus) → a % b (Remainder)</a:t>
          </a:r>
        </a:p>
      </dgm:t>
    </dgm:pt>
    <dgm:pt modelId="{724072C0-7CD4-4A79-A8B0-A9482DB4E266}" type="parTrans" cxnId="{F14CD238-7390-41E0-960E-AF98016FFA1F}">
      <dgm:prSet/>
      <dgm:spPr/>
      <dgm:t>
        <a:bodyPr/>
        <a:lstStyle/>
        <a:p>
          <a:endParaRPr lang="en-IN"/>
        </a:p>
      </dgm:t>
    </dgm:pt>
    <dgm:pt modelId="{E297430C-F037-4C39-B52F-723DBE6323AB}" type="sibTrans" cxnId="{F14CD238-7390-41E0-960E-AF98016FFA1F}">
      <dgm:prSet/>
      <dgm:spPr/>
      <dgm:t>
        <a:bodyPr/>
        <a:lstStyle/>
        <a:p>
          <a:endParaRPr lang="en-IN"/>
        </a:p>
      </dgm:t>
    </dgm:pt>
    <dgm:pt modelId="{5F2CBFCE-84D0-4586-AE10-0B06618AACD0}">
      <dgm:prSet custT="1"/>
      <dgm:spPr/>
      <dgm:t>
        <a:bodyPr/>
        <a:lstStyle/>
        <a:p>
          <a:r>
            <a:rPr lang="en-IN" sz="1400" b="1" dirty="0"/>
            <a:t>Relational (Comparison) Operators (Compare values)</a:t>
          </a:r>
        </a:p>
        <a:p>
          <a:endParaRPr lang="en-IN" sz="1400" dirty="0"/>
        </a:p>
      </dgm:t>
    </dgm:pt>
    <dgm:pt modelId="{8DDA2D66-27E1-46D5-823E-F72B5BE87912}" type="parTrans" cxnId="{B526E50A-0C6D-4A76-84B3-9DEF25CF55BB}">
      <dgm:prSet/>
      <dgm:spPr/>
      <dgm:t>
        <a:bodyPr/>
        <a:lstStyle/>
        <a:p>
          <a:endParaRPr lang="en-IN"/>
        </a:p>
      </dgm:t>
    </dgm:pt>
    <dgm:pt modelId="{7E65F58D-9A69-4870-AC97-9CD630F6F8A1}" type="sibTrans" cxnId="{B526E50A-0C6D-4A76-84B3-9DEF25CF55BB}">
      <dgm:prSet/>
      <dgm:spPr/>
      <dgm:t>
        <a:bodyPr/>
        <a:lstStyle/>
        <a:p>
          <a:endParaRPr lang="en-IN"/>
        </a:p>
      </dgm:t>
    </dgm:pt>
    <dgm:pt modelId="{FB4F4EE6-ECB7-4287-ACBB-04AD2C02BB4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== (Equal to) → a == b</a:t>
          </a:r>
        </a:p>
      </dgm:t>
    </dgm:pt>
    <dgm:pt modelId="{1A312189-23AF-4332-906B-326CA99E1EB4}" type="parTrans" cxnId="{F226E481-2F9E-469F-97A6-0E80F3718C34}">
      <dgm:prSet/>
      <dgm:spPr/>
      <dgm:t>
        <a:bodyPr/>
        <a:lstStyle/>
        <a:p>
          <a:endParaRPr lang="en-IN"/>
        </a:p>
      </dgm:t>
    </dgm:pt>
    <dgm:pt modelId="{0E418DB1-430F-4F9E-8E6A-EAE4F66B719E}" type="sibTrans" cxnId="{F226E481-2F9E-469F-97A6-0E80F3718C34}">
      <dgm:prSet/>
      <dgm:spPr/>
      <dgm:t>
        <a:bodyPr/>
        <a:lstStyle/>
        <a:p>
          <a:endParaRPr lang="en-IN"/>
        </a:p>
      </dgm:t>
    </dgm:pt>
    <dgm:pt modelId="{1387B58F-B89E-4AE8-B3A5-130BA0C8DA5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000" dirty="0"/>
            <a:t>!= (Not equal to) → a != b</a:t>
          </a:r>
        </a:p>
      </dgm:t>
    </dgm:pt>
    <dgm:pt modelId="{F95CCEA3-26A0-4369-A269-DECD59B944C2}" type="parTrans" cxnId="{22C56D48-DB26-4628-AE11-9EFA31708C3E}">
      <dgm:prSet/>
      <dgm:spPr/>
      <dgm:t>
        <a:bodyPr/>
        <a:lstStyle/>
        <a:p>
          <a:endParaRPr lang="en-IN"/>
        </a:p>
      </dgm:t>
    </dgm:pt>
    <dgm:pt modelId="{F344351F-AA8F-403C-B00E-B812775F7145}" type="sibTrans" cxnId="{22C56D48-DB26-4628-AE11-9EFA31708C3E}">
      <dgm:prSet/>
      <dgm:spPr/>
      <dgm:t>
        <a:bodyPr/>
        <a:lstStyle/>
        <a:p>
          <a:endParaRPr lang="en-IN"/>
        </a:p>
      </dgm:t>
    </dgm:pt>
    <dgm:pt modelId="{81EC761A-A4C1-4F54-9CC2-58BD0035C5E8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&gt; (Greater than) → a &gt; b</a:t>
          </a:r>
        </a:p>
      </dgm:t>
    </dgm:pt>
    <dgm:pt modelId="{23BCC0FF-0D16-4E08-9024-C5AB1FBD1A26}" type="parTrans" cxnId="{D2CAFB07-BEE1-489E-BF04-A6766A15F485}">
      <dgm:prSet/>
      <dgm:spPr/>
      <dgm:t>
        <a:bodyPr/>
        <a:lstStyle/>
        <a:p>
          <a:endParaRPr lang="en-IN"/>
        </a:p>
      </dgm:t>
    </dgm:pt>
    <dgm:pt modelId="{F29F161C-EB61-4B59-8561-6A7F5F5694AD}" type="sibTrans" cxnId="{D2CAFB07-BEE1-489E-BF04-A6766A15F485}">
      <dgm:prSet/>
      <dgm:spPr/>
      <dgm:t>
        <a:bodyPr/>
        <a:lstStyle/>
        <a:p>
          <a:endParaRPr lang="en-IN"/>
        </a:p>
      </dgm:t>
    </dgm:pt>
    <dgm:pt modelId="{BCC9A4AF-94A0-4B83-ACC7-AF66BD236870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&lt; (Less than) → a &lt; b</a:t>
          </a:r>
        </a:p>
      </dgm:t>
    </dgm:pt>
    <dgm:pt modelId="{87A9CC6B-AFF6-4E58-AB00-41798F9A6F62}" type="parTrans" cxnId="{D11379CA-4FB1-4E41-B9F5-45F5C2954353}">
      <dgm:prSet/>
      <dgm:spPr/>
      <dgm:t>
        <a:bodyPr/>
        <a:lstStyle/>
        <a:p>
          <a:endParaRPr lang="en-IN"/>
        </a:p>
      </dgm:t>
    </dgm:pt>
    <dgm:pt modelId="{09D39FA2-00E6-473E-80F5-C494F31FC40B}" type="sibTrans" cxnId="{D11379CA-4FB1-4E41-B9F5-45F5C2954353}">
      <dgm:prSet/>
      <dgm:spPr/>
      <dgm:t>
        <a:bodyPr/>
        <a:lstStyle/>
        <a:p>
          <a:endParaRPr lang="en-IN"/>
        </a:p>
      </dgm:t>
    </dgm:pt>
    <dgm:pt modelId="{D120F833-218C-4826-BBF6-C389129C25D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000" dirty="0"/>
            <a:t>&gt;= (Greater than or equal to) → a &gt;= b</a:t>
          </a:r>
        </a:p>
      </dgm:t>
    </dgm:pt>
    <dgm:pt modelId="{A66792DF-03C2-482C-AB02-A19FBC6673AB}" type="parTrans" cxnId="{DA288B9B-EA95-4ACE-A0CD-05A8B37F4DBB}">
      <dgm:prSet/>
      <dgm:spPr/>
      <dgm:t>
        <a:bodyPr/>
        <a:lstStyle/>
        <a:p>
          <a:endParaRPr lang="en-IN"/>
        </a:p>
      </dgm:t>
    </dgm:pt>
    <dgm:pt modelId="{D1CA19A4-8536-4290-8A97-7E7874FC3977}" type="sibTrans" cxnId="{DA288B9B-EA95-4ACE-A0CD-05A8B37F4DBB}">
      <dgm:prSet/>
      <dgm:spPr/>
      <dgm:t>
        <a:bodyPr/>
        <a:lstStyle/>
        <a:p>
          <a:endParaRPr lang="en-IN"/>
        </a:p>
      </dgm:t>
    </dgm:pt>
    <dgm:pt modelId="{A51BAB56-FA37-4790-BB67-7E13A411092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000" dirty="0"/>
            <a:t>&lt;= (Less than or equal to) → a &lt;= b</a:t>
          </a:r>
        </a:p>
      </dgm:t>
    </dgm:pt>
    <dgm:pt modelId="{9929C966-04CB-443B-BA6E-CD0F493B2DA9}" type="parTrans" cxnId="{F05D410F-6DE7-4AA9-9DC7-61F661827E63}">
      <dgm:prSet/>
      <dgm:spPr/>
      <dgm:t>
        <a:bodyPr/>
        <a:lstStyle/>
        <a:p>
          <a:endParaRPr lang="en-IN"/>
        </a:p>
      </dgm:t>
    </dgm:pt>
    <dgm:pt modelId="{09DA11FA-8C05-4FBE-B694-201C540DDFA7}" type="sibTrans" cxnId="{F05D410F-6DE7-4AA9-9DC7-61F661827E63}">
      <dgm:prSet/>
      <dgm:spPr/>
      <dgm:t>
        <a:bodyPr/>
        <a:lstStyle/>
        <a:p>
          <a:endParaRPr lang="en-IN"/>
        </a:p>
      </dgm:t>
    </dgm:pt>
    <dgm:pt modelId="{49A96399-F693-4086-ABBD-6EE47C52C0B0}">
      <dgm:prSet custT="1"/>
      <dgm:spPr/>
      <dgm:t>
        <a:bodyPr/>
        <a:lstStyle/>
        <a:p>
          <a:r>
            <a:rPr lang="en-US" sz="1400" b="1" dirty="0"/>
            <a:t>Logical Operators (Used for Boolean logic)</a:t>
          </a:r>
        </a:p>
        <a:p>
          <a:endParaRPr lang="en-US" sz="1400" dirty="0"/>
        </a:p>
      </dgm:t>
    </dgm:pt>
    <dgm:pt modelId="{27AF138F-6FCE-4D21-A040-0430C4B94E9B}" type="parTrans" cxnId="{40066662-BC57-4FC5-A735-10876ACC1E58}">
      <dgm:prSet/>
      <dgm:spPr/>
      <dgm:t>
        <a:bodyPr/>
        <a:lstStyle/>
        <a:p>
          <a:endParaRPr lang="en-IN"/>
        </a:p>
      </dgm:t>
    </dgm:pt>
    <dgm:pt modelId="{53995AD6-35E5-4A2A-BE92-E7326D2022CC}" type="sibTrans" cxnId="{40066662-BC57-4FC5-A735-10876ACC1E58}">
      <dgm:prSet/>
      <dgm:spPr/>
      <dgm:t>
        <a:bodyPr/>
        <a:lstStyle/>
        <a:p>
          <a:endParaRPr lang="en-IN"/>
        </a:p>
      </dgm:t>
    </dgm:pt>
    <dgm:pt modelId="{E4DE7A5E-156F-450E-AAD0-5FB199EEB0D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000" dirty="0"/>
            <a:t>&amp;&amp; (Logical AND) → (a &gt; 0 &amp;&amp; b &gt; 0)</a:t>
          </a:r>
        </a:p>
      </dgm:t>
    </dgm:pt>
    <dgm:pt modelId="{960985FA-24BE-4E3E-A776-1C9E5B9B2409}" type="parTrans" cxnId="{8BBCC309-50AF-46C3-B868-82B533B193AF}">
      <dgm:prSet/>
      <dgm:spPr/>
      <dgm:t>
        <a:bodyPr/>
        <a:lstStyle/>
        <a:p>
          <a:endParaRPr lang="en-IN"/>
        </a:p>
      </dgm:t>
    </dgm:pt>
    <dgm:pt modelId="{55833461-F194-4B5E-A030-F636C1E3C67C}" type="sibTrans" cxnId="{8BBCC309-50AF-46C3-B868-82B533B193AF}">
      <dgm:prSet/>
      <dgm:spPr/>
      <dgm:t>
        <a:bodyPr/>
        <a:lstStyle/>
        <a:p>
          <a:endParaRPr lang="en-IN"/>
        </a:p>
      </dgm:t>
    </dgm:pt>
    <dgm:pt modelId="{17FDC802-EFD3-4E2E-B5E4-EB5AA578D47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000" dirty="0"/>
            <a:t>|| (Logical OR) → (a &gt; 0 || b &gt; 0)</a:t>
          </a:r>
        </a:p>
      </dgm:t>
    </dgm:pt>
    <dgm:pt modelId="{168673A3-486B-46AA-91DF-0FF989606D13}" type="parTrans" cxnId="{0EF11763-3A95-41ED-8173-EC868DC4003D}">
      <dgm:prSet/>
      <dgm:spPr/>
      <dgm:t>
        <a:bodyPr/>
        <a:lstStyle/>
        <a:p>
          <a:endParaRPr lang="en-IN"/>
        </a:p>
      </dgm:t>
    </dgm:pt>
    <dgm:pt modelId="{1CC6CEDB-5BDA-4981-A305-C63F2A17EBCE}" type="sibTrans" cxnId="{0EF11763-3A95-41ED-8173-EC868DC4003D}">
      <dgm:prSet/>
      <dgm:spPr/>
      <dgm:t>
        <a:bodyPr/>
        <a:lstStyle/>
        <a:p>
          <a:endParaRPr lang="en-IN"/>
        </a:p>
      </dgm:t>
    </dgm:pt>
    <dgm:pt modelId="{C8729B7C-C245-41D0-9BDF-9338FF472AA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! (Logical NOT) → !(a &gt; b)</a:t>
          </a:r>
        </a:p>
      </dgm:t>
    </dgm:pt>
    <dgm:pt modelId="{A9853C02-9827-4AE6-BBE3-8DB02814C426}" type="parTrans" cxnId="{B10FF3CE-06E0-4175-B8E3-1458059EA9A4}">
      <dgm:prSet/>
      <dgm:spPr/>
      <dgm:t>
        <a:bodyPr/>
        <a:lstStyle/>
        <a:p>
          <a:endParaRPr lang="en-IN"/>
        </a:p>
      </dgm:t>
    </dgm:pt>
    <dgm:pt modelId="{653D2A6F-A713-4A74-AADF-C44EDC3369FE}" type="sibTrans" cxnId="{B10FF3CE-06E0-4175-B8E3-1458059EA9A4}">
      <dgm:prSet/>
      <dgm:spPr/>
      <dgm:t>
        <a:bodyPr/>
        <a:lstStyle/>
        <a:p>
          <a:endParaRPr lang="en-IN"/>
        </a:p>
      </dgm:t>
    </dgm:pt>
    <dgm:pt modelId="{09F40D35-982B-401A-8DD3-ACE7B5D0FB2A}">
      <dgm:prSet custT="1"/>
      <dgm:spPr/>
      <dgm:t>
        <a:bodyPr/>
        <a:lstStyle/>
        <a:p>
          <a:r>
            <a:rPr lang="en-US" sz="1400" b="1" dirty="0"/>
            <a:t>Bitwise Operators (Operate on binary values)</a:t>
          </a:r>
        </a:p>
        <a:p>
          <a:endParaRPr lang="en-IN" sz="1400" dirty="0"/>
        </a:p>
      </dgm:t>
    </dgm:pt>
    <dgm:pt modelId="{7D7E5CE9-B5D3-444D-9A1C-C5D1C6E8E220}" type="parTrans" cxnId="{32BD27CC-6E52-4BAD-8C1A-3550A5A7324F}">
      <dgm:prSet/>
      <dgm:spPr/>
      <dgm:t>
        <a:bodyPr/>
        <a:lstStyle/>
        <a:p>
          <a:endParaRPr lang="en-IN"/>
        </a:p>
      </dgm:t>
    </dgm:pt>
    <dgm:pt modelId="{1022BCF3-B5D9-45C1-A838-BEBE6A89F8B9}" type="sibTrans" cxnId="{32BD27CC-6E52-4BAD-8C1A-3550A5A7324F}">
      <dgm:prSet/>
      <dgm:spPr/>
      <dgm:t>
        <a:bodyPr/>
        <a:lstStyle/>
        <a:p>
          <a:endParaRPr lang="en-IN"/>
        </a:p>
      </dgm:t>
    </dgm:pt>
    <dgm:pt modelId="{1EBCE25A-94EF-4D94-8509-4FD126C0875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&amp; (Bitwise AND) → a &amp; b</a:t>
          </a:r>
        </a:p>
      </dgm:t>
    </dgm:pt>
    <dgm:pt modelId="{73E57AF0-1697-451C-BE59-9C53A2C4A868}" type="parTrans" cxnId="{BDEDE23C-7E3E-4A09-BC76-9ACEA5601E53}">
      <dgm:prSet/>
      <dgm:spPr/>
      <dgm:t>
        <a:bodyPr/>
        <a:lstStyle/>
        <a:p>
          <a:endParaRPr lang="en-IN"/>
        </a:p>
      </dgm:t>
    </dgm:pt>
    <dgm:pt modelId="{4C5FEBF6-B695-4038-9409-486ABA388537}" type="sibTrans" cxnId="{BDEDE23C-7E3E-4A09-BC76-9ACEA5601E53}">
      <dgm:prSet/>
      <dgm:spPr/>
      <dgm:t>
        <a:bodyPr/>
        <a:lstStyle/>
        <a:p>
          <a:endParaRPr lang="en-IN"/>
        </a:p>
      </dgm:t>
    </dgm:pt>
    <dgm:pt modelId="{9E28FABE-A658-402C-BDC9-1C8A4EC3D8C5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| (Bitwise OR) → a | b</a:t>
          </a:r>
        </a:p>
      </dgm:t>
    </dgm:pt>
    <dgm:pt modelId="{582F1D02-8B93-40F7-9A1D-BB3D53D7C060}" type="parTrans" cxnId="{C71F3DFA-99F7-4E24-A88B-4889F42FC6C5}">
      <dgm:prSet/>
      <dgm:spPr/>
      <dgm:t>
        <a:bodyPr/>
        <a:lstStyle/>
        <a:p>
          <a:endParaRPr lang="en-IN"/>
        </a:p>
      </dgm:t>
    </dgm:pt>
    <dgm:pt modelId="{1EF85F5B-2932-424B-9476-0C5BD824A839}" type="sibTrans" cxnId="{C71F3DFA-99F7-4E24-A88B-4889F42FC6C5}">
      <dgm:prSet/>
      <dgm:spPr/>
      <dgm:t>
        <a:bodyPr/>
        <a:lstStyle/>
        <a:p>
          <a:endParaRPr lang="en-IN"/>
        </a:p>
      </dgm:t>
    </dgm:pt>
    <dgm:pt modelId="{761CF45A-C6A7-40FF-B696-8564DE55B34F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^ (Bitwise XOR) → a ^ b</a:t>
          </a:r>
        </a:p>
      </dgm:t>
    </dgm:pt>
    <dgm:pt modelId="{F9878A4C-372B-4FDD-BCDA-CC6B7186B67C}" type="parTrans" cxnId="{A8019B4A-9D99-4231-91E0-8FA577F35A0C}">
      <dgm:prSet/>
      <dgm:spPr/>
      <dgm:t>
        <a:bodyPr/>
        <a:lstStyle/>
        <a:p>
          <a:endParaRPr lang="en-IN"/>
        </a:p>
      </dgm:t>
    </dgm:pt>
    <dgm:pt modelId="{3C823F1F-7318-4846-B53C-5A96C35E5C9A}" type="sibTrans" cxnId="{A8019B4A-9D99-4231-91E0-8FA577F35A0C}">
      <dgm:prSet/>
      <dgm:spPr/>
      <dgm:t>
        <a:bodyPr/>
        <a:lstStyle/>
        <a:p>
          <a:endParaRPr lang="en-IN"/>
        </a:p>
      </dgm:t>
    </dgm:pt>
    <dgm:pt modelId="{A2606714-1CC2-4AC6-BA6F-A0C7742EAAA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/>
            <a:t>~ (Bitwise NOT) → ~a</a:t>
          </a:r>
        </a:p>
      </dgm:t>
    </dgm:pt>
    <dgm:pt modelId="{F029B61B-CEDE-41C9-813A-2CB4E122B5A8}" type="parTrans" cxnId="{BB4B0D55-14B1-47A7-9366-6E5BB01887E1}">
      <dgm:prSet/>
      <dgm:spPr/>
      <dgm:t>
        <a:bodyPr/>
        <a:lstStyle/>
        <a:p>
          <a:endParaRPr lang="en-IN"/>
        </a:p>
      </dgm:t>
    </dgm:pt>
    <dgm:pt modelId="{C3584F7E-2750-4AE0-B946-0EC125236082}" type="sibTrans" cxnId="{BB4B0D55-14B1-47A7-9366-6E5BB01887E1}">
      <dgm:prSet/>
      <dgm:spPr/>
      <dgm:t>
        <a:bodyPr/>
        <a:lstStyle/>
        <a:p>
          <a:endParaRPr lang="en-IN"/>
        </a:p>
      </dgm:t>
    </dgm:pt>
    <dgm:pt modelId="{A6726A82-825E-487D-B0CE-A6AAEE9ED73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&lt;&lt; (Left shift) → a &lt;&lt; 2</a:t>
          </a:r>
        </a:p>
      </dgm:t>
    </dgm:pt>
    <dgm:pt modelId="{E2BEB0F5-F7F2-447E-8CB8-CA7EDBC286D0}" type="parTrans" cxnId="{D72DBD74-5EFE-4089-8A93-9D3BF0E44FE2}">
      <dgm:prSet/>
      <dgm:spPr/>
      <dgm:t>
        <a:bodyPr/>
        <a:lstStyle/>
        <a:p>
          <a:endParaRPr lang="en-IN"/>
        </a:p>
      </dgm:t>
    </dgm:pt>
    <dgm:pt modelId="{D7391DD0-6C4E-4C7C-AF21-1FFDB06FDA82}" type="sibTrans" cxnId="{D72DBD74-5EFE-4089-8A93-9D3BF0E44FE2}">
      <dgm:prSet/>
      <dgm:spPr/>
      <dgm:t>
        <a:bodyPr/>
        <a:lstStyle/>
        <a:p>
          <a:endParaRPr lang="en-IN"/>
        </a:p>
      </dgm:t>
    </dgm:pt>
    <dgm:pt modelId="{C7FD9F86-B7BD-499F-B9A4-6A830D980CC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&gt;&gt; (Right shift) → a &gt;&gt; 2</a:t>
          </a:r>
        </a:p>
      </dgm:t>
    </dgm:pt>
    <dgm:pt modelId="{84DDD8FB-26B8-435D-8B12-91FA61B9EC31}" type="parTrans" cxnId="{DE16CFE7-1805-4B7E-9246-C484E28D9140}">
      <dgm:prSet/>
      <dgm:spPr/>
      <dgm:t>
        <a:bodyPr/>
        <a:lstStyle/>
        <a:p>
          <a:endParaRPr lang="en-IN"/>
        </a:p>
      </dgm:t>
    </dgm:pt>
    <dgm:pt modelId="{7CB7D95A-0EDC-4F61-99B6-3874305FFD43}" type="sibTrans" cxnId="{DE16CFE7-1805-4B7E-9246-C484E28D9140}">
      <dgm:prSet/>
      <dgm:spPr/>
      <dgm:t>
        <a:bodyPr/>
        <a:lstStyle/>
        <a:p>
          <a:endParaRPr lang="en-IN"/>
        </a:p>
      </dgm:t>
    </dgm:pt>
    <dgm:pt modelId="{0FDE668F-5746-4DF7-AB3A-2B3D45D5D33B}">
      <dgm:prSet custT="1"/>
      <dgm:spPr/>
      <dgm:t>
        <a:bodyPr/>
        <a:lstStyle/>
        <a:p>
          <a:r>
            <a:rPr lang="en-US" sz="1400" b="1" dirty="0"/>
            <a:t>Assignment Operators (Assign values to variables)</a:t>
          </a:r>
        </a:p>
        <a:p>
          <a:endParaRPr lang="en-IN" sz="1400" dirty="0"/>
        </a:p>
      </dgm:t>
    </dgm:pt>
    <dgm:pt modelId="{1D7AA702-BA70-4F3C-9866-A8777580DA8A}" type="parTrans" cxnId="{89800CBA-73F5-48C7-ADCD-846481B9E560}">
      <dgm:prSet/>
      <dgm:spPr/>
      <dgm:t>
        <a:bodyPr/>
        <a:lstStyle/>
        <a:p>
          <a:endParaRPr lang="en-IN"/>
        </a:p>
      </dgm:t>
    </dgm:pt>
    <dgm:pt modelId="{9D321DC5-DA17-4AFC-94CC-55465C409558}" type="sibTrans" cxnId="{89800CBA-73F5-48C7-ADCD-846481B9E560}">
      <dgm:prSet/>
      <dgm:spPr/>
      <dgm:t>
        <a:bodyPr/>
        <a:lstStyle/>
        <a:p>
          <a:endParaRPr lang="en-IN"/>
        </a:p>
      </dgm:t>
    </dgm:pt>
    <dgm:pt modelId="{908EB68A-9927-4678-8AA6-5A3FC0C2336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= (Assign) → a = 5</a:t>
          </a:r>
        </a:p>
      </dgm:t>
    </dgm:pt>
    <dgm:pt modelId="{E32F2531-4078-443D-AD5D-1E113A664AA6}" type="parTrans" cxnId="{5088E7B4-59E2-406A-8096-A9D3F7A2E235}">
      <dgm:prSet/>
      <dgm:spPr/>
      <dgm:t>
        <a:bodyPr/>
        <a:lstStyle/>
        <a:p>
          <a:endParaRPr lang="en-IN"/>
        </a:p>
      </dgm:t>
    </dgm:pt>
    <dgm:pt modelId="{A9D03E4C-2E3F-4F9C-8FAD-3F73CEBB7F5A}" type="sibTrans" cxnId="{5088E7B4-59E2-406A-8096-A9D3F7A2E235}">
      <dgm:prSet/>
      <dgm:spPr/>
      <dgm:t>
        <a:bodyPr/>
        <a:lstStyle/>
        <a:p>
          <a:endParaRPr lang="en-IN"/>
        </a:p>
      </dgm:t>
    </dgm:pt>
    <dgm:pt modelId="{B1AC6FAD-6E4A-46A2-BC8B-50AF12911722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+= (Add &amp; assign) → a += 2 (a = a + 2)</a:t>
          </a:r>
        </a:p>
      </dgm:t>
    </dgm:pt>
    <dgm:pt modelId="{EE19AF1E-D52B-4E62-8C75-F1DE210D4414}" type="parTrans" cxnId="{DA159C86-42EE-43B6-963A-06A63A52951B}">
      <dgm:prSet/>
      <dgm:spPr/>
      <dgm:t>
        <a:bodyPr/>
        <a:lstStyle/>
        <a:p>
          <a:endParaRPr lang="en-IN"/>
        </a:p>
      </dgm:t>
    </dgm:pt>
    <dgm:pt modelId="{76F6C064-648D-410C-9314-C1CF8EC38244}" type="sibTrans" cxnId="{DA159C86-42EE-43B6-963A-06A63A52951B}">
      <dgm:prSet/>
      <dgm:spPr/>
      <dgm:t>
        <a:bodyPr/>
        <a:lstStyle/>
        <a:p>
          <a:endParaRPr lang="en-IN"/>
        </a:p>
      </dgm:t>
    </dgm:pt>
    <dgm:pt modelId="{A45C54CC-7F37-47B8-AB2E-3F493EB24DA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-= (Subtract &amp; assign) → a -= 2</a:t>
          </a:r>
        </a:p>
      </dgm:t>
    </dgm:pt>
    <dgm:pt modelId="{6625939C-F5D7-45AB-A32E-4CB4E5FAB908}" type="parTrans" cxnId="{36946915-E913-4D65-AD93-E42B5A1C7A71}">
      <dgm:prSet/>
      <dgm:spPr/>
      <dgm:t>
        <a:bodyPr/>
        <a:lstStyle/>
        <a:p>
          <a:endParaRPr lang="en-IN"/>
        </a:p>
      </dgm:t>
    </dgm:pt>
    <dgm:pt modelId="{6DEE48EC-66E7-46F5-A1F7-0E4C7EF844A5}" type="sibTrans" cxnId="{36946915-E913-4D65-AD93-E42B5A1C7A71}">
      <dgm:prSet/>
      <dgm:spPr/>
      <dgm:t>
        <a:bodyPr/>
        <a:lstStyle/>
        <a:p>
          <a:endParaRPr lang="en-IN"/>
        </a:p>
      </dgm:t>
    </dgm:pt>
    <dgm:pt modelId="{F86E7C51-A0E7-473A-A0C8-B8594C51E3E4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*= (Multiply &amp; assign) → a *= 2</a:t>
          </a:r>
        </a:p>
      </dgm:t>
    </dgm:pt>
    <dgm:pt modelId="{2683CF1B-E056-4121-9406-9253FF630184}" type="parTrans" cxnId="{83A78F34-6D62-4D80-B41F-718CFF17B8EA}">
      <dgm:prSet/>
      <dgm:spPr/>
      <dgm:t>
        <a:bodyPr/>
        <a:lstStyle/>
        <a:p>
          <a:endParaRPr lang="en-IN"/>
        </a:p>
      </dgm:t>
    </dgm:pt>
    <dgm:pt modelId="{13F4ED94-F7DD-4671-A3F2-108050864B84}" type="sibTrans" cxnId="{83A78F34-6D62-4D80-B41F-718CFF17B8EA}">
      <dgm:prSet/>
      <dgm:spPr/>
      <dgm:t>
        <a:bodyPr/>
        <a:lstStyle/>
        <a:p>
          <a:endParaRPr lang="en-IN"/>
        </a:p>
      </dgm:t>
    </dgm:pt>
    <dgm:pt modelId="{DBED7D5E-3CD2-4A8B-823A-614AF5AFA95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/= (Divide &amp; assign) → a /= 2</a:t>
          </a:r>
        </a:p>
      </dgm:t>
    </dgm:pt>
    <dgm:pt modelId="{1E606A6C-F8A1-4431-9D75-C15AB50A42DB}" type="parTrans" cxnId="{E52D0B02-404E-4264-8777-2EF1218CF4F0}">
      <dgm:prSet/>
      <dgm:spPr/>
      <dgm:t>
        <a:bodyPr/>
        <a:lstStyle/>
        <a:p>
          <a:endParaRPr lang="en-IN"/>
        </a:p>
      </dgm:t>
    </dgm:pt>
    <dgm:pt modelId="{EBCF28A7-3F71-42B7-A42D-F5863BD1E7AA}" type="sibTrans" cxnId="{E52D0B02-404E-4264-8777-2EF1218CF4F0}">
      <dgm:prSet/>
      <dgm:spPr/>
      <dgm:t>
        <a:bodyPr/>
        <a:lstStyle/>
        <a:p>
          <a:endParaRPr lang="en-IN"/>
        </a:p>
      </dgm:t>
    </dgm:pt>
    <dgm:pt modelId="{81C66522-BC87-4D6E-9DA0-005B7095F431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%= (Modulus &amp; assign) → a %= 2</a:t>
          </a:r>
        </a:p>
      </dgm:t>
    </dgm:pt>
    <dgm:pt modelId="{CFCF25B3-B6F9-407F-A84B-15CEE6540A59}" type="parTrans" cxnId="{04887D8C-6048-4386-9436-51D011E1A012}">
      <dgm:prSet/>
      <dgm:spPr/>
      <dgm:t>
        <a:bodyPr/>
        <a:lstStyle/>
        <a:p>
          <a:endParaRPr lang="en-IN"/>
        </a:p>
      </dgm:t>
    </dgm:pt>
    <dgm:pt modelId="{A4EB092E-C86B-4152-B789-15A828C1AAE1}" type="sibTrans" cxnId="{04887D8C-6048-4386-9436-51D011E1A012}">
      <dgm:prSet/>
      <dgm:spPr/>
      <dgm:t>
        <a:bodyPr/>
        <a:lstStyle/>
        <a:p>
          <a:endParaRPr lang="en-IN"/>
        </a:p>
      </dgm:t>
    </dgm:pt>
    <dgm:pt modelId="{07ECF54A-0E59-4AC9-857C-9E281E2E3AF5}">
      <dgm:prSet custT="1"/>
      <dgm:spPr/>
      <dgm:t>
        <a:bodyPr/>
        <a:lstStyle/>
        <a:p>
          <a:r>
            <a:rPr lang="en-US" sz="1400" b="1" dirty="0"/>
            <a:t>Increment &amp; Decrement Operators (Increase or decrease values)</a:t>
          </a:r>
        </a:p>
        <a:p>
          <a:endParaRPr lang="en-IN" sz="1400" dirty="0"/>
        </a:p>
      </dgm:t>
    </dgm:pt>
    <dgm:pt modelId="{EEC24363-C137-4367-9524-BE7166786507}" type="parTrans" cxnId="{BD276E96-BAA8-4AAD-A57A-BC91EF672EBA}">
      <dgm:prSet/>
      <dgm:spPr/>
      <dgm:t>
        <a:bodyPr/>
        <a:lstStyle/>
        <a:p>
          <a:endParaRPr lang="en-IN"/>
        </a:p>
      </dgm:t>
    </dgm:pt>
    <dgm:pt modelId="{568FABD4-EE25-4EC0-9E80-F768A23EA012}" type="sibTrans" cxnId="{BD276E96-BAA8-4AAD-A57A-BC91EF672EBA}">
      <dgm:prSet/>
      <dgm:spPr/>
      <dgm:t>
        <a:bodyPr/>
        <a:lstStyle/>
        <a:p>
          <a:endParaRPr lang="en-IN"/>
        </a:p>
      </dgm:t>
    </dgm:pt>
    <dgm:pt modelId="{06F33BC6-2A06-41A1-B06E-35F5A4ED85AA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++ (Increment) → a++ or ++a</a:t>
          </a:r>
        </a:p>
      </dgm:t>
    </dgm:pt>
    <dgm:pt modelId="{E396275E-5C91-489C-838E-BE8780665C63}" type="parTrans" cxnId="{AF34BBED-BADA-41B5-AC97-08BD288FC1A8}">
      <dgm:prSet/>
      <dgm:spPr/>
      <dgm:t>
        <a:bodyPr/>
        <a:lstStyle/>
        <a:p>
          <a:endParaRPr lang="en-IN"/>
        </a:p>
      </dgm:t>
    </dgm:pt>
    <dgm:pt modelId="{8E1644ED-A376-4238-A6FA-FB240158A5F3}" type="sibTrans" cxnId="{AF34BBED-BADA-41B5-AC97-08BD288FC1A8}">
      <dgm:prSet/>
      <dgm:spPr/>
      <dgm:t>
        <a:bodyPr/>
        <a:lstStyle/>
        <a:p>
          <a:endParaRPr lang="en-IN"/>
        </a:p>
      </dgm:t>
    </dgm:pt>
    <dgm:pt modelId="{0EC6BD6F-C37B-46AF-AC96-E803E8028A7E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-- (Decrement) → a-- or –a</a:t>
          </a:r>
        </a:p>
      </dgm:t>
    </dgm:pt>
    <dgm:pt modelId="{F9957470-B221-44DB-9F60-FACA81EA8851}" type="parTrans" cxnId="{0BD08AAF-0048-4E35-B8C3-9F88F64F65EA}">
      <dgm:prSet/>
      <dgm:spPr/>
      <dgm:t>
        <a:bodyPr/>
        <a:lstStyle/>
        <a:p>
          <a:endParaRPr lang="en-IN"/>
        </a:p>
      </dgm:t>
    </dgm:pt>
    <dgm:pt modelId="{C412057F-7859-41FE-8623-9AC8383AA3A0}" type="sibTrans" cxnId="{0BD08AAF-0048-4E35-B8C3-9F88F64F65EA}">
      <dgm:prSet/>
      <dgm:spPr/>
      <dgm:t>
        <a:bodyPr/>
        <a:lstStyle/>
        <a:p>
          <a:endParaRPr lang="en-IN"/>
        </a:p>
      </dgm:t>
    </dgm:pt>
    <dgm:pt modelId="{40226B5D-E777-4355-9B19-94D02DA60A45}">
      <dgm:prSet custT="1"/>
      <dgm:spPr/>
      <dgm:t>
        <a:bodyPr/>
        <a:lstStyle/>
        <a:p>
          <a:r>
            <a:rPr lang="en-IN" sz="1400" b="1" dirty="0"/>
            <a:t>Ternary Operator (Conditional Operator)</a:t>
          </a:r>
        </a:p>
        <a:p>
          <a:endParaRPr lang="en-IN" sz="1400" dirty="0"/>
        </a:p>
      </dgm:t>
    </dgm:pt>
    <dgm:pt modelId="{FAFFE8E6-61A5-4101-869F-F2725010B5EA}" type="parTrans" cxnId="{60F949AF-DE45-4AE3-A53C-289765237085}">
      <dgm:prSet/>
      <dgm:spPr/>
      <dgm:t>
        <a:bodyPr/>
        <a:lstStyle/>
        <a:p>
          <a:endParaRPr lang="en-IN"/>
        </a:p>
      </dgm:t>
    </dgm:pt>
    <dgm:pt modelId="{2BEB1EE4-591C-4189-8DCB-E4BBCA123A5E}" type="sibTrans" cxnId="{60F949AF-DE45-4AE3-A53C-289765237085}">
      <dgm:prSet/>
      <dgm:spPr/>
      <dgm:t>
        <a:bodyPr/>
        <a:lstStyle/>
        <a:p>
          <a:endParaRPr lang="en-IN"/>
        </a:p>
      </dgm:t>
    </dgm:pt>
    <dgm:pt modelId="{506B917A-5FD2-44CF-AD89-9603DC4F381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condition ? expr1 : expr2</a:t>
          </a:r>
        </a:p>
      </dgm:t>
    </dgm:pt>
    <dgm:pt modelId="{FF52E27E-A548-4D85-9FC6-F918AA9E6C19}" type="parTrans" cxnId="{8772912D-3355-41AA-BBAC-0FF0E243B917}">
      <dgm:prSet/>
      <dgm:spPr/>
      <dgm:t>
        <a:bodyPr/>
        <a:lstStyle/>
        <a:p>
          <a:endParaRPr lang="en-IN"/>
        </a:p>
      </dgm:t>
    </dgm:pt>
    <dgm:pt modelId="{B8E6C477-83F0-48A3-B881-92BBC92FB45E}" type="sibTrans" cxnId="{8772912D-3355-41AA-BBAC-0FF0E243B917}">
      <dgm:prSet/>
      <dgm:spPr/>
      <dgm:t>
        <a:bodyPr/>
        <a:lstStyle/>
        <a:p>
          <a:endParaRPr lang="en-IN"/>
        </a:p>
      </dgm:t>
    </dgm:pt>
    <dgm:pt modelId="{EFA66973-C42E-4C09-A42F-77BD97E79EB6}">
      <dgm:prSet custT="1"/>
      <dgm:spPr/>
      <dgm:t>
        <a:bodyPr/>
        <a:lstStyle/>
        <a:p>
          <a:r>
            <a:rPr lang="en-IN" sz="1400" b="1" dirty="0"/>
            <a:t>Special Operators</a:t>
          </a:r>
        </a:p>
        <a:p>
          <a:endParaRPr lang="en-IN" sz="1400" dirty="0"/>
        </a:p>
      </dgm:t>
    </dgm:pt>
    <dgm:pt modelId="{0A13D2AB-5BEB-4CDA-9261-C7410F249569}" type="parTrans" cxnId="{A94D3CC0-01B8-4BB5-87BC-CA436686DF63}">
      <dgm:prSet/>
      <dgm:spPr/>
      <dgm:t>
        <a:bodyPr/>
        <a:lstStyle/>
        <a:p>
          <a:endParaRPr lang="en-IN"/>
        </a:p>
      </dgm:t>
    </dgm:pt>
    <dgm:pt modelId="{398C7E0D-2EE2-45A6-8A6E-3C333F386C29}" type="sibTrans" cxnId="{A94D3CC0-01B8-4BB5-87BC-CA436686DF63}">
      <dgm:prSet/>
      <dgm:spPr/>
      <dgm:t>
        <a:bodyPr/>
        <a:lstStyle/>
        <a:p>
          <a:endParaRPr lang="en-IN"/>
        </a:p>
      </dgm:t>
    </dgm:pt>
    <dgm:pt modelId="{67950294-A751-4E9A-B3EB-E147B3BDE197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sz="1000" dirty="0" err="1"/>
            <a:t>sizeof</a:t>
          </a:r>
          <a:r>
            <a:rPr lang="en-US" sz="1000" dirty="0"/>
            <a:t> (Finds size of variable/type) → </a:t>
          </a:r>
          <a:r>
            <a:rPr lang="en-US" sz="1000" dirty="0" err="1"/>
            <a:t>sizeof</a:t>
          </a:r>
          <a:r>
            <a:rPr lang="en-US" sz="1000" dirty="0"/>
            <a:t>(int)</a:t>
          </a:r>
        </a:p>
      </dgm:t>
    </dgm:pt>
    <dgm:pt modelId="{EB9AF566-B550-4AAF-881B-0F40F7CFA249}" type="parTrans" cxnId="{24012448-A9C1-4C53-B0B1-EE137A46C893}">
      <dgm:prSet/>
      <dgm:spPr/>
      <dgm:t>
        <a:bodyPr/>
        <a:lstStyle/>
        <a:p>
          <a:endParaRPr lang="en-IN"/>
        </a:p>
      </dgm:t>
    </dgm:pt>
    <dgm:pt modelId="{6818C1DB-7C01-4B34-A45E-DF4BD6DD3A7E}" type="sibTrans" cxnId="{24012448-A9C1-4C53-B0B1-EE137A46C893}">
      <dgm:prSet/>
      <dgm:spPr/>
      <dgm:t>
        <a:bodyPr/>
        <a:lstStyle/>
        <a:p>
          <a:endParaRPr lang="en-IN"/>
        </a:p>
      </dgm:t>
    </dgm:pt>
    <dgm:pt modelId="{88706625-0549-4D23-BAB1-AB9FBEF12DAC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&amp; (Address-of) → &amp;var</a:t>
          </a:r>
        </a:p>
      </dgm:t>
    </dgm:pt>
    <dgm:pt modelId="{8B800AD9-25B0-413C-98F3-1C262BFFD158}" type="parTrans" cxnId="{80DBE3EF-6824-4C35-B651-8343B1904C04}">
      <dgm:prSet/>
      <dgm:spPr/>
      <dgm:t>
        <a:bodyPr/>
        <a:lstStyle/>
        <a:p>
          <a:endParaRPr lang="en-IN"/>
        </a:p>
      </dgm:t>
    </dgm:pt>
    <dgm:pt modelId="{A745CFAB-98C0-4268-AED2-344B70BE2FD1}" type="sibTrans" cxnId="{80DBE3EF-6824-4C35-B651-8343B1904C04}">
      <dgm:prSet/>
      <dgm:spPr/>
      <dgm:t>
        <a:bodyPr/>
        <a:lstStyle/>
        <a:p>
          <a:endParaRPr lang="en-IN"/>
        </a:p>
      </dgm:t>
    </dgm:pt>
    <dgm:pt modelId="{B36A3B76-90F8-4DCB-A9C4-C91B4A4151EB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sz="1000" dirty="0"/>
            <a:t>* (Pointer dereference) → *</a:t>
          </a:r>
          <a:r>
            <a:rPr lang="en-IN" sz="1000" dirty="0" err="1"/>
            <a:t>ptr</a:t>
          </a:r>
          <a:endParaRPr lang="en-IN" sz="1000" dirty="0"/>
        </a:p>
      </dgm:t>
    </dgm:pt>
    <dgm:pt modelId="{59C17C07-3F12-4B0D-BB45-2ABF01D011CC}" type="parTrans" cxnId="{C10BEC06-E4A6-4B3B-B738-F2C44996CF3C}">
      <dgm:prSet/>
      <dgm:spPr/>
      <dgm:t>
        <a:bodyPr/>
        <a:lstStyle/>
        <a:p>
          <a:endParaRPr lang="en-IN"/>
        </a:p>
      </dgm:t>
    </dgm:pt>
    <dgm:pt modelId="{BC940B7F-8412-4EE4-8729-1A64011ED02F}" type="sibTrans" cxnId="{C10BEC06-E4A6-4B3B-B738-F2C44996CF3C}">
      <dgm:prSet/>
      <dgm:spPr/>
      <dgm:t>
        <a:bodyPr/>
        <a:lstStyle/>
        <a:p>
          <a:endParaRPr lang="en-IN"/>
        </a:p>
      </dgm:t>
    </dgm:pt>
    <dgm:pt modelId="{7043D2AD-10B4-4477-A11C-03F65D8D3F46}">
      <dgm:prSet custT="1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it-IT" sz="1000" dirty="0"/>
            <a:t>, (Comma operator) → a = (b = 2, b + 3);</a:t>
          </a:r>
        </a:p>
      </dgm:t>
    </dgm:pt>
    <dgm:pt modelId="{CD055764-D226-439D-8F0B-B7E6FE559969}" type="parTrans" cxnId="{3805F571-31C8-4CDE-9F83-BBC55CBE7231}">
      <dgm:prSet/>
      <dgm:spPr/>
      <dgm:t>
        <a:bodyPr/>
        <a:lstStyle/>
        <a:p>
          <a:endParaRPr lang="en-IN"/>
        </a:p>
      </dgm:t>
    </dgm:pt>
    <dgm:pt modelId="{2A355C2A-FC35-460D-8BD6-9E903CFC7062}" type="sibTrans" cxnId="{3805F571-31C8-4CDE-9F83-BBC55CBE7231}">
      <dgm:prSet/>
      <dgm:spPr/>
      <dgm:t>
        <a:bodyPr/>
        <a:lstStyle/>
        <a:p>
          <a:endParaRPr lang="en-IN"/>
        </a:p>
      </dgm:t>
    </dgm:pt>
    <dgm:pt modelId="{8F46F61E-6762-4459-B769-0BABF1DEA356}" type="pres">
      <dgm:prSet presAssocID="{07B73381-78A1-4B96-AE14-449B7413F72B}" presName="Name0" presStyleCnt="0">
        <dgm:presLayoutVars>
          <dgm:dir/>
          <dgm:resizeHandles val="exact"/>
        </dgm:presLayoutVars>
      </dgm:prSet>
      <dgm:spPr/>
    </dgm:pt>
    <dgm:pt modelId="{D3B11C02-24B2-4338-8B19-C5994D3D35B1}" type="pres">
      <dgm:prSet presAssocID="{3871F9F7-D957-4B2B-B486-125FC843DFB5}" presName="node" presStyleLbl="node1" presStyleIdx="0" presStyleCnt="8" custLinFactNeighborX="-7560" custLinFactNeighborY="-541">
        <dgm:presLayoutVars>
          <dgm:bulletEnabled val="1"/>
        </dgm:presLayoutVars>
      </dgm:prSet>
      <dgm:spPr/>
    </dgm:pt>
    <dgm:pt modelId="{44F6D8C9-BDF6-406C-A4F2-A5E61FE8B929}" type="pres">
      <dgm:prSet presAssocID="{88FFA471-7A41-4F04-A7AB-D45F434F35A1}" presName="sibTrans" presStyleCnt="0"/>
      <dgm:spPr/>
    </dgm:pt>
    <dgm:pt modelId="{D9FD626B-15A8-4AFC-8F10-CC3B604D2E08}" type="pres">
      <dgm:prSet presAssocID="{5F2CBFCE-84D0-4586-AE10-0B06618AACD0}" presName="node" presStyleLbl="node1" presStyleIdx="1" presStyleCnt="8">
        <dgm:presLayoutVars>
          <dgm:bulletEnabled val="1"/>
        </dgm:presLayoutVars>
      </dgm:prSet>
      <dgm:spPr/>
    </dgm:pt>
    <dgm:pt modelId="{E02D3AE1-2742-41A3-A715-0F5FE262FEC6}" type="pres">
      <dgm:prSet presAssocID="{7E65F58D-9A69-4870-AC97-9CD630F6F8A1}" presName="sibTrans" presStyleCnt="0"/>
      <dgm:spPr/>
    </dgm:pt>
    <dgm:pt modelId="{D5D236D0-A297-4AD5-A113-63A1E608C778}" type="pres">
      <dgm:prSet presAssocID="{49A96399-F693-4086-ABBD-6EE47C52C0B0}" presName="node" presStyleLbl="node1" presStyleIdx="2" presStyleCnt="8">
        <dgm:presLayoutVars>
          <dgm:bulletEnabled val="1"/>
        </dgm:presLayoutVars>
      </dgm:prSet>
      <dgm:spPr/>
    </dgm:pt>
    <dgm:pt modelId="{CA483CC9-E15B-44AA-B50E-22FDEFEAF197}" type="pres">
      <dgm:prSet presAssocID="{53995AD6-35E5-4A2A-BE92-E7326D2022CC}" presName="sibTrans" presStyleCnt="0"/>
      <dgm:spPr/>
    </dgm:pt>
    <dgm:pt modelId="{97F7C108-CC51-4952-9339-E7DA3C45ACE2}" type="pres">
      <dgm:prSet presAssocID="{09F40D35-982B-401A-8DD3-ACE7B5D0FB2A}" presName="node" presStyleLbl="node1" presStyleIdx="3" presStyleCnt="8">
        <dgm:presLayoutVars>
          <dgm:bulletEnabled val="1"/>
        </dgm:presLayoutVars>
      </dgm:prSet>
      <dgm:spPr/>
    </dgm:pt>
    <dgm:pt modelId="{D12C1893-D84D-4413-8EBD-BB565978656B}" type="pres">
      <dgm:prSet presAssocID="{1022BCF3-B5D9-45C1-A838-BEBE6A89F8B9}" presName="sibTrans" presStyleCnt="0"/>
      <dgm:spPr/>
    </dgm:pt>
    <dgm:pt modelId="{6B48F9CA-14E4-48A7-A505-4B688A8D367C}" type="pres">
      <dgm:prSet presAssocID="{0FDE668F-5746-4DF7-AB3A-2B3D45D5D33B}" presName="node" presStyleLbl="node1" presStyleIdx="4" presStyleCnt="8">
        <dgm:presLayoutVars>
          <dgm:bulletEnabled val="1"/>
        </dgm:presLayoutVars>
      </dgm:prSet>
      <dgm:spPr/>
    </dgm:pt>
    <dgm:pt modelId="{32D3C5FC-AC8F-4E21-AB24-C5CC37135E6C}" type="pres">
      <dgm:prSet presAssocID="{9D321DC5-DA17-4AFC-94CC-55465C409558}" presName="sibTrans" presStyleCnt="0"/>
      <dgm:spPr/>
    </dgm:pt>
    <dgm:pt modelId="{0E6395B8-8E63-4241-8BF0-046B8AD81D03}" type="pres">
      <dgm:prSet presAssocID="{07ECF54A-0E59-4AC9-857C-9E281E2E3AF5}" presName="node" presStyleLbl="node1" presStyleIdx="5" presStyleCnt="8">
        <dgm:presLayoutVars>
          <dgm:bulletEnabled val="1"/>
        </dgm:presLayoutVars>
      </dgm:prSet>
      <dgm:spPr/>
    </dgm:pt>
    <dgm:pt modelId="{5AC3C9D6-9A8F-4F7D-B05F-C0A44CC363E8}" type="pres">
      <dgm:prSet presAssocID="{568FABD4-EE25-4EC0-9E80-F768A23EA012}" presName="sibTrans" presStyleCnt="0"/>
      <dgm:spPr/>
    </dgm:pt>
    <dgm:pt modelId="{BE087F6F-6ED5-417A-BD85-CF59B2C75876}" type="pres">
      <dgm:prSet presAssocID="{40226B5D-E777-4355-9B19-94D02DA60A45}" presName="node" presStyleLbl="node1" presStyleIdx="6" presStyleCnt="8">
        <dgm:presLayoutVars>
          <dgm:bulletEnabled val="1"/>
        </dgm:presLayoutVars>
      </dgm:prSet>
      <dgm:spPr/>
    </dgm:pt>
    <dgm:pt modelId="{0D8AAD59-E8C9-4EB7-AF5E-162E666E9311}" type="pres">
      <dgm:prSet presAssocID="{2BEB1EE4-591C-4189-8DCB-E4BBCA123A5E}" presName="sibTrans" presStyleCnt="0"/>
      <dgm:spPr/>
    </dgm:pt>
    <dgm:pt modelId="{6491F434-8859-4ADE-9D6F-02A8213462F2}" type="pres">
      <dgm:prSet presAssocID="{EFA66973-C42E-4C09-A42F-77BD97E79EB6}" presName="node" presStyleLbl="node1" presStyleIdx="7" presStyleCnt="8">
        <dgm:presLayoutVars>
          <dgm:bulletEnabled val="1"/>
        </dgm:presLayoutVars>
      </dgm:prSet>
      <dgm:spPr/>
    </dgm:pt>
  </dgm:ptLst>
  <dgm:cxnLst>
    <dgm:cxn modelId="{E52D0B02-404E-4264-8777-2EF1218CF4F0}" srcId="{0FDE668F-5746-4DF7-AB3A-2B3D45D5D33B}" destId="{DBED7D5E-3CD2-4A8B-823A-614AF5AFA95E}" srcOrd="4" destOrd="0" parTransId="{1E606A6C-F8A1-4431-9D75-C15AB50A42DB}" sibTransId="{EBCF28A7-3F71-42B7-A42D-F5863BD1E7AA}"/>
    <dgm:cxn modelId="{DDD88C02-85DE-4EFB-87FC-B475D26FF9D0}" type="presOf" srcId="{B36A3B76-90F8-4DCB-A9C4-C91B4A4151EB}" destId="{6491F434-8859-4ADE-9D6F-02A8213462F2}" srcOrd="0" destOrd="3" presId="urn:microsoft.com/office/officeart/2005/8/layout/hList6"/>
    <dgm:cxn modelId="{B48E6405-BBFB-4AAD-94EF-AA6081ADDAC1}" type="presOf" srcId="{3871F9F7-D957-4B2B-B486-125FC843DFB5}" destId="{D3B11C02-24B2-4338-8B19-C5994D3D35B1}" srcOrd="0" destOrd="0" presId="urn:microsoft.com/office/officeart/2005/8/layout/hList6"/>
    <dgm:cxn modelId="{C10BEC06-E4A6-4B3B-B738-F2C44996CF3C}" srcId="{EFA66973-C42E-4C09-A42F-77BD97E79EB6}" destId="{B36A3B76-90F8-4DCB-A9C4-C91B4A4151EB}" srcOrd="2" destOrd="0" parTransId="{59C17C07-3F12-4B0D-BB45-2ABF01D011CC}" sibTransId="{BC940B7F-8412-4EE4-8729-1A64011ED02F}"/>
    <dgm:cxn modelId="{D2CAFB07-BEE1-489E-BF04-A6766A15F485}" srcId="{5F2CBFCE-84D0-4586-AE10-0B06618AACD0}" destId="{81EC761A-A4C1-4F54-9CC2-58BD0035C5E8}" srcOrd="2" destOrd="0" parTransId="{23BCC0FF-0D16-4E08-9024-C5AB1FBD1A26}" sibTransId="{F29F161C-EB61-4B59-8561-6A7F5F5694AD}"/>
    <dgm:cxn modelId="{8BBCC309-50AF-46C3-B868-82B533B193AF}" srcId="{49A96399-F693-4086-ABBD-6EE47C52C0B0}" destId="{E4DE7A5E-156F-450E-AAD0-5FB199EEB0DC}" srcOrd="0" destOrd="0" parTransId="{960985FA-24BE-4E3E-A776-1C9E5B9B2409}" sibTransId="{55833461-F194-4B5E-A030-F636C1E3C67C}"/>
    <dgm:cxn modelId="{B526E50A-0C6D-4A76-84B3-9DEF25CF55BB}" srcId="{07B73381-78A1-4B96-AE14-449B7413F72B}" destId="{5F2CBFCE-84D0-4586-AE10-0B06618AACD0}" srcOrd="1" destOrd="0" parTransId="{8DDA2D66-27E1-46D5-823E-F72B5BE87912}" sibTransId="{7E65F58D-9A69-4870-AC97-9CD630F6F8A1}"/>
    <dgm:cxn modelId="{EB17740B-FFE8-4548-9965-EE630203F840}" type="presOf" srcId="{88706625-0549-4D23-BAB1-AB9FBEF12DAC}" destId="{6491F434-8859-4ADE-9D6F-02A8213462F2}" srcOrd="0" destOrd="2" presId="urn:microsoft.com/office/officeart/2005/8/layout/hList6"/>
    <dgm:cxn modelId="{F05D410F-6DE7-4AA9-9DC7-61F661827E63}" srcId="{5F2CBFCE-84D0-4586-AE10-0B06618AACD0}" destId="{A51BAB56-FA37-4790-BB67-7E13A4110921}" srcOrd="5" destOrd="0" parTransId="{9929C966-04CB-443B-BA6E-CD0F493B2DA9}" sibTransId="{09DA11FA-8C05-4FBE-B694-201C540DDFA7}"/>
    <dgm:cxn modelId="{36946915-E913-4D65-AD93-E42B5A1C7A71}" srcId="{0FDE668F-5746-4DF7-AB3A-2B3D45D5D33B}" destId="{A45C54CC-7F37-47B8-AB2E-3F493EB24DAB}" srcOrd="2" destOrd="0" parTransId="{6625939C-F5D7-45AB-A32E-4CB4E5FAB908}" sibTransId="{6DEE48EC-66E7-46F5-A1F7-0E4C7EF844A5}"/>
    <dgm:cxn modelId="{8711F726-F67F-48C3-B609-CCC371B36608}" srcId="{07B73381-78A1-4B96-AE14-449B7413F72B}" destId="{3871F9F7-D957-4B2B-B486-125FC843DFB5}" srcOrd="0" destOrd="0" parTransId="{CBE9BC5E-607C-4BF7-82BB-60EF3F9F25C7}" sibTransId="{88FFA471-7A41-4F04-A7AB-D45F434F35A1}"/>
    <dgm:cxn modelId="{8772912D-3355-41AA-BBAC-0FF0E243B917}" srcId="{40226B5D-E777-4355-9B19-94D02DA60A45}" destId="{506B917A-5FD2-44CF-AD89-9603DC4F3817}" srcOrd="0" destOrd="0" parTransId="{FF52E27E-A548-4D85-9FC6-F918AA9E6C19}" sibTransId="{B8E6C477-83F0-48A3-B881-92BBC92FB45E}"/>
    <dgm:cxn modelId="{1D544530-C8CB-41DB-9772-0E001C06EB7C}" type="presOf" srcId="{07ECF54A-0E59-4AC9-857C-9E281E2E3AF5}" destId="{0E6395B8-8E63-4241-8BF0-046B8AD81D03}" srcOrd="0" destOrd="0" presId="urn:microsoft.com/office/officeart/2005/8/layout/hList6"/>
    <dgm:cxn modelId="{83A78F34-6D62-4D80-B41F-718CFF17B8EA}" srcId="{0FDE668F-5746-4DF7-AB3A-2B3D45D5D33B}" destId="{F86E7C51-A0E7-473A-A0C8-B8594C51E3E4}" srcOrd="3" destOrd="0" parTransId="{2683CF1B-E056-4121-9406-9253FF630184}" sibTransId="{13F4ED94-F7DD-4671-A3F2-108050864B84}"/>
    <dgm:cxn modelId="{F14CD238-7390-41E0-960E-AF98016FFA1F}" srcId="{3871F9F7-D957-4B2B-B486-125FC843DFB5}" destId="{21DC9130-FDC5-45D0-86AD-FEF36D24E914}" srcOrd="4" destOrd="0" parTransId="{724072C0-7CD4-4A79-A8B0-A9482DB4E266}" sibTransId="{E297430C-F037-4C39-B52F-723DBE6323AB}"/>
    <dgm:cxn modelId="{BDEDE23C-7E3E-4A09-BC76-9ACEA5601E53}" srcId="{09F40D35-982B-401A-8DD3-ACE7B5D0FB2A}" destId="{1EBCE25A-94EF-4D94-8509-4FD126C08757}" srcOrd="0" destOrd="0" parTransId="{73E57AF0-1697-451C-BE59-9C53A2C4A868}" sibTransId="{4C5FEBF6-B695-4038-9409-486ABA388537}"/>
    <dgm:cxn modelId="{D8507840-BB9C-4EA5-8D9E-C6EB6060CD93}" type="presOf" srcId="{81C66522-BC87-4D6E-9DA0-005B7095F431}" destId="{6B48F9CA-14E4-48A7-A505-4B688A8D367C}" srcOrd="0" destOrd="6" presId="urn:microsoft.com/office/officeart/2005/8/layout/hList6"/>
    <dgm:cxn modelId="{139DBB5B-6421-4607-8FE5-9530C870629D}" type="presOf" srcId="{17FDC802-EFD3-4E2E-B5E4-EB5AA578D47F}" destId="{D5D236D0-A297-4AD5-A113-63A1E608C778}" srcOrd="0" destOrd="2" presId="urn:microsoft.com/office/officeart/2005/8/layout/hList6"/>
    <dgm:cxn modelId="{E8D8E35D-27A6-474A-98E7-7AF5CA522A2F}" srcId="{3871F9F7-D957-4B2B-B486-125FC843DFB5}" destId="{D7B5B3C4-C42B-40C6-8BE8-161B2E3D6B60}" srcOrd="2" destOrd="0" parTransId="{FFA0E4F8-4FF8-42C3-B8AA-497BF5F7A1FA}" sibTransId="{39604005-1626-4785-919A-6F3A0EF4873D}"/>
    <dgm:cxn modelId="{DF046E5E-C529-411C-839C-B82CD1EE9597}" srcId="{3871F9F7-D957-4B2B-B486-125FC843DFB5}" destId="{739538FC-63CC-4A7D-9878-231090F4BA19}" srcOrd="3" destOrd="0" parTransId="{6137FB3D-33C7-4DD3-A64E-23131F506EE0}" sibTransId="{3C5C4677-3BE4-4EB4-B12E-E7B038DC7F10}"/>
    <dgm:cxn modelId="{85576242-2539-47A0-B882-DCBAFF25BA95}" type="presOf" srcId="{81EC761A-A4C1-4F54-9CC2-58BD0035C5E8}" destId="{D9FD626B-15A8-4AFC-8F10-CC3B604D2E08}" srcOrd="0" destOrd="3" presId="urn:microsoft.com/office/officeart/2005/8/layout/hList6"/>
    <dgm:cxn modelId="{40066662-BC57-4FC5-A735-10876ACC1E58}" srcId="{07B73381-78A1-4B96-AE14-449B7413F72B}" destId="{49A96399-F693-4086-ABBD-6EE47C52C0B0}" srcOrd="2" destOrd="0" parTransId="{27AF138F-6FCE-4D21-A040-0430C4B94E9B}" sibTransId="{53995AD6-35E5-4A2A-BE92-E7326D2022CC}"/>
    <dgm:cxn modelId="{0EF11763-3A95-41ED-8173-EC868DC4003D}" srcId="{49A96399-F693-4086-ABBD-6EE47C52C0B0}" destId="{17FDC802-EFD3-4E2E-B5E4-EB5AA578D47F}" srcOrd="1" destOrd="0" parTransId="{168673A3-486B-46AA-91DF-0FF989606D13}" sibTransId="{1CC6CEDB-5BDA-4981-A305-C63F2A17EBCE}"/>
    <dgm:cxn modelId="{7FC51965-4B96-48B6-A502-0D5E0DBC43D9}" type="presOf" srcId="{E4DE7A5E-156F-450E-AAD0-5FB199EEB0DC}" destId="{D5D236D0-A297-4AD5-A113-63A1E608C778}" srcOrd="0" destOrd="1" presId="urn:microsoft.com/office/officeart/2005/8/layout/hList6"/>
    <dgm:cxn modelId="{B46D4445-7D13-4596-82C2-1EB2A866BA79}" type="presOf" srcId="{F86E7C51-A0E7-473A-A0C8-B8594C51E3E4}" destId="{6B48F9CA-14E4-48A7-A505-4B688A8D367C}" srcOrd="0" destOrd="4" presId="urn:microsoft.com/office/officeart/2005/8/layout/hList6"/>
    <dgm:cxn modelId="{24012448-A9C1-4C53-B0B1-EE137A46C893}" srcId="{EFA66973-C42E-4C09-A42F-77BD97E79EB6}" destId="{67950294-A751-4E9A-B3EB-E147B3BDE197}" srcOrd="0" destOrd="0" parTransId="{EB9AF566-B550-4AAF-881B-0F40F7CFA249}" sibTransId="{6818C1DB-7C01-4B34-A45E-DF4BD6DD3A7E}"/>
    <dgm:cxn modelId="{22C56D48-DB26-4628-AE11-9EFA31708C3E}" srcId="{5F2CBFCE-84D0-4586-AE10-0B06618AACD0}" destId="{1387B58F-B89E-4AE8-B3A5-130BA0C8DA57}" srcOrd="1" destOrd="0" parTransId="{F95CCEA3-26A0-4369-A269-DECD59B944C2}" sibTransId="{F344351F-AA8F-403C-B00E-B812775F7145}"/>
    <dgm:cxn modelId="{A8019B4A-9D99-4231-91E0-8FA577F35A0C}" srcId="{09F40D35-982B-401A-8DD3-ACE7B5D0FB2A}" destId="{761CF45A-C6A7-40FF-B696-8564DE55B34F}" srcOrd="2" destOrd="0" parTransId="{F9878A4C-372B-4FDD-BCDA-CC6B7186B67C}" sibTransId="{3C823F1F-7318-4846-B53C-5A96C35E5C9A}"/>
    <dgm:cxn modelId="{E0F9956B-E214-415D-BF2C-43722118FEEE}" type="presOf" srcId="{0EC6BD6F-C37B-46AF-AC96-E803E8028A7E}" destId="{0E6395B8-8E63-4241-8BF0-046B8AD81D03}" srcOrd="0" destOrd="2" presId="urn:microsoft.com/office/officeart/2005/8/layout/hList6"/>
    <dgm:cxn modelId="{9219246C-5BB8-4504-B374-0E3FA79692D4}" type="presOf" srcId="{A2606714-1CC2-4AC6-BA6F-A0C7742EAAA2}" destId="{97F7C108-CC51-4952-9339-E7DA3C45ACE2}" srcOrd="0" destOrd="4" presId="urn:microsoft.com/office/officeart/2005/8/layout/hList6"/>
    <dgm:cxn modelId="{D277936D-5FCA-4EF9-9B9A-2AFC743CD3F9}" type="presOf" srcId="{D120F833-218C-4826-BBF6-C389129C25D4}" destId="{D9FD626B-15A8-4AFC-8F10-CC3B604D2E08}" srcOrd="0" destOrd="5" presId="urn:microsoft.com/office/officeart/2005/8/layout/hList6"/>
    <dgm:cxn modelId="{01460F6E-6B54-4111-A021-43C913F5B4C7}" type="presOf" srcId="{C7FD9F86-B7BD-499F-B9A4-6A830D980CCC}" destId="{97F7C108-CC51-4952-9339-E7DA3C45ACE2}" srcOrd="0" destOrd="6" presId="urn:microsoft.com/office/officeart/2005/8/layout/hList6"/>
    <dgm:cxn modelId="{3805F571-31C8-4CDE-9F83-BBC55CBE7231}" srcId="{EFA66973-C42E-4C09-A42F-77BD97E79EB6}" destId="{7043D2AD-10B4-4477-A11C-03F65D8D3F46}" srcOrd="3" destOrd="0" parTransId="{CD055764-D226-439D-8F0B-B7E6FE559969}" sibTransId="{2A355C2A-FC35-460D-8BD6-9E903CFC7062}"/>
    <dgm:cxn modelId="{FA952772-379C-4B20-BF16-861E21768355}" type="presOf" srcId="{BCC9A4AF-94A0-4B83-ACC7-AF66BD236870}" destId="{D9FD626B-15A8-4AFC-8F10-CC3B604D2E08}" srcOrd="0" destOrd="4" presId="urn:microsoft.com/office/officeart/2005/8/layout/hList6"/>
    <dgm:cxn modelId="{B1E7A573-9881-4480-8091-0E42C597F19F}" type="presOf" srcId="{07B73381-78A1-4B96-AE14-449B7413F72B}" destId="{8F46F61E-6762-4459-B769-0BABF1DEA356}" srcOrd="0" destOrd="0" presId="urn:microsoft.com/office/officeart/2005/8/layout/hList6"/>
    <dgm:cxn modelId="{00BA9B54-B6AB-4B3D-866F-90719C4772E6}" type="presOf" srcId="{EFA66973-C42E-4C09-A42F-77BD97E79EB6}" destId="{6491F434-8859-4ADE-9D6F-02A8213462F2}" srcOrd="0" destOrd="0" presId="urn:microsoft.com/office/officeart/2005/8/layout/hList6"/>
    <dgm:cxn modelId="{D72DBD74-5EFE-4089-8A93-9D3BF0E44FE2}" srcId="{09F40D35-982B-401A-8DD3-ACE7B5D0FB2A}" destId="{A6726A82-825E-487D-B0CE-A6AAEE9ED732}" srcOrd="4" destOrd="0" parTransId="{E2BEB0F5-F7F2-447E-8CB8-CA7EDBC286D0}" sibTransId="{D7391DD0-6C4E-4C7C-AF21-1FFDB06FDA82}"/>
    <dgm:cxn modelId="{BB4B0D55-14B1-47A7-9366-6E5BB01887E1}" srcId="{09F40D35-982B-401A-8DD3-ACE7B5D0FB2A}" destId="{A2606714-1CC2-4AC6-BA6F-A0C7742EAAA2}" srcOrd="3" destOrd="0" parTransId="{F029B61B-CEDE-41C9-813A-2CB4E122B5A8}" sibTransId="{C3584F7E-2750-4AE0-B946-0EC125236082}"/>
    <dgm:cxn modelId="{6F11BD56-1F93-4A56-9840-76458ABD045F}" type="presOf" srcId="{21DC9130-FDC5-45D0-86AD-FEF36D24E914}" destId="{D3B11C02-24B2-4338-8B19-C5994D3D35B1}" srcOrd="0" destOrd="5" presId="urn:microsoft.com/office/officeart/2005/8/layout/hList6"/>
    <dgm:cxn modelId="{2A60C379-A96C-49D7-B973-32728AE62AE6}" type="presOf" srcId="{B1AC6FAD-6E4A-46A2-BC8B-50AF12911722}" destId="{6B48F9CA-14E4-48A7-A505-4B688A8D367C}" srcOrd="0" destOrd="2" presId="urn:microsoft.com/office/officeart/2005/8/layout/hList6"/>
    <dgm:cxn modelId="{E51A717D-4FF3-4629-816F-68D2C9D37A8E}" type="presOf" srcId="{F5D93AAA-BCD0-4714-98DE-C15F15DEC0AD}" destId="{D3B11C02-24B2-4338-8B19-C5994D3D35B1}" srcOrd="0" destOrd="2" presId="urn:microsoft.com/office/officeart/2005/8/layout/hList6"/>
    <dgm:cxn modelId="{7374F47E-E495-4B98-AEC3-23BB66BF5D7E}" type="presOf" srcId="{67950294-A751-4E9A-B3EB-E147B3BDE197}" destId="{6491F434-8859-4ADE-9D6F-02A8213462F2}" srcOrd="0" destOrd="1" presId="urn:microsoft.com/office/officeart/2005/8/layout/hList6"/>
    <dgm:cxn modelId="{F226E481-2F9E-469F-97A6-0E80F3718C34}" srcId="{5F2CBFCE-84D0-4586-AE10-0B06618AACD0}" destId="{FB4F4EE6-ECB7-4287-ACBB-04AD2C02BB4B}" srcOrd="0" destOrd="0" parTransId="{1A312189-23AF-4332-906B-326CA99E1EB4}" sibTransId="{0E418DB1-430F-4F9E-8E6A-EAE4F66B719E}"/>
    <dgm:cxn modelId="{DA159C86-42EE-43B6-963A-06A63A52951B}" srcId="{0FDE668F-5746-4DF7-AB3A-2B3D45D5D33B}" destId="{B1AC6FAD-6E4A-46A2-BC8B-50AF12911722}" srcOrd="1" destOrd="0" parTransId="{EE19AF1E-D52B-4E62-8C75-F1DE210D4414}" sibTransId="{76F6C064-648D-410C-9314-C1CF8EC38244}"/>
    <dgm:cxn modelId="{60C51488-0B1A-4189-82ED-36640284F316}" type="presOf" srcId="{A45C54CC-7F37-47B8-AB2E-3F493EB24DAB}" destId="{6B48F9CA-14E4-48A7-A505-4B688A8D367C}" srcOrd="0" destOrd="3" presId="urn:microsoft.com/office/officeart/2005/8/layout/hList6"/>
    <dgm:cxn modelId="{04887D8C-6048-4386-9436-51D011E1A012}" srcId="{0FDE668F-5746-4DF7-AB3A-2B3D45D5D33B}" destId="{81C66522-BC87-4D6E-9DA0-005B7095F431}" srcOrd="5" destOrd="0" parTransId="{CFCF25B3-B6F9-407F-A84B-15CEE6540A59}" sibTransId="{A4EB092E-C86B-4152-B789-15A828C1AAE1}"/>
    <dgm:cxn modelId="{9813D28E-26EB-4D48-BEDE-81BD52D13275}" type="presOf" srcId="{761CF45A-C6A7-40FF-B696-8564DE55B34F}" destId="{97F7C108-CC51-4952-9339-E7DA3C45ACE2}" srcOrd="0" destOrd="3" presId="urn:microsoft.com/office/officeart/2005/8/layout/hList6"/>
    <dgm:cxn modelId="{ED2C8E90-00B0-4D4A-A1D9-F02E111AC807}" type="presOf" srcId="{40226B5D-E777-4355-9B19-94D02DA60A45}" destId="{BE087F6F-6ED5-417A-BD85-CF59B2C75876}" srcOrd="0" destOrd="0" presId="urn:microsoft.com/office/officeart/2005/8/layout/hList6"/>
    <dgm:cxn modelId="{BD276E96-BAA8-4AAD-A57A-BC91EF672EBA}" srcId="{07B73381-78A1-4B96-AE14-449B7413F72B}" destId="{07ECF54A-0E59-4AC9-857C-9E281E2E3AF5}" srcOrd="5" destOrd="0" parTransId="{EEC24363-C137-4367-9524-BE7166786507}" sibTransId="{568FABD4-EE25-4EC0-9E80-F768A23EA012}"/>
    <dgm:cxn modelId="{DA288B9B-EA95-4ACE-A0CD-05A8B37F4DBB}" srcId="{5F2CBFCE-84D0-4586-AE10-0B06618AACD0}" destId="{D120F833-218C-4826-BBF6-C389129C25D4}" srcOrd="4" destOrd="0" parTransId="{A66792DF-03C2-482C-AB02-A19FBC6673AB}" sibTransId="{D1CA19A4-8536-4290-8A97-7E7874FC3977}"/>
    <dgm:cxn modelId="{A5CA079F-EE89-42F4-AA5D-A07EBED88859}" type="presOf" srcId="{DBED7D5E-3CD2-4A8B-823A-614AF5AFA95E}" destId="{6B48F9CA-14E4-48A7-A505-4B688A8D367C}" srcOrd="0" destOrd="5" presId="urn:microsoft.com/office/officeart/2005/8/layout/hList6"/>
    <dgm:cxn modelId="{E05CE39F-5B8A-44C2-BA32-844EAFABF607}" type="presOf" srcId="{506B917A-5FD2-44CF-AD89-9603DC4F3817}" destId="{BE087F6F-6ED5-417A-BD85-CF59B2C75876}" srcOrd="0" destOrd="1" presId="urn:microsoft.com/office/officeart/2005/8/layout/hList6"/>
    <dgm:cxn modelId="{791EF7A3-B4C2-4DC4-9C36-D87013FF614D}" type="presOf" srcId="{9E28FABE-A658-402C-BDC9-1C8A4EC3D8C5}" destId="{97F7C108-CC51-4952-9339-E7DA3C45ACE2}" srcOrd="0" destOrd="2" presId="urn:microsoft.com/office/officeart/2005/8/layout/hList6"/>
    <dgm:cxn modelId="{AB2B0DAB-D441-436E-9514-4BDB54B2C8F4}" type="presOf" srcId="{1EBCE25A-94EF-4D94-8509-4FD126C08757}" destId="{97F7C108-CC51-4952-9339-E7DA3C45ACE2}" srcOrd="0" destOrd="1" presId="urn:microsoft.com/office/officeart/2005/8/layout/hList6"/>
    <dgm:cxn modelId="{D23A9FAB-DAE7-4DF3-ABD3-45FA480C8E15}" type="presOf" srcId="{908EB68A-9927-4678-8AA6-5A3FC0C2336C}" destId="{6B48F9CA-14E4-48A7-A505-4B688A8D367C}" srcOrd="0" destOrd="1" presId="urn:microsoft.com/office/officeart/2005/8/layout/hList6"/>
    <dgm:cxn modelId="{FE38E1AB-795D-4F7B-AEDA-05AEBCEBE3CE}" type="presOf" srcId="{739538FC-63CC-4A7D-9878-231090F4BA19}" destId="{D3B11C02-24B2-4338-8B19-C5994D3D35B1}" srcOrd="0" destOrd="4" presId="urn:microsoft.com/office/officeart/2005/8/layout/hList6"/>
    <dgm:cxn modelId="{8561A9AC-C908-452F-9B04-CD6D1BF2922D}" type="presOf" srcId="{A51BAB56-FA37-4790-BB67-7E13A4110921}" destId="{D9FD626B-15A8-4AFC-8F10-CC3B604D2E08}" srcOrd="0" destOrd="6" presId="urn:microsoft.com/office/officeart/2005/8/layout/hList6"/>
    <dgm:cxn modelId="{B29310AE-4EEC-4FF3-AB21-4E4C66F24290}" type="presOf" srcId="{A6726A82-825E-487D-B0CE-A6AAEE9ED732}" destId="{97F7C108-CC51-4952-9339-E7DA3C45ACE2}" srcOrd="0" destOrd="5" presId="urn:microsoft.com/office/officeart/2005/8/layout/hList6"/>
    <dgm:cxn modelId="{60F949AF-DE45-4AE3-A53C-289765237085}" srcId="{07B73381-78A1-4B96-AE14-449B7413F72B}" destId="{40226B5D-E777-4355-9B19-94D02DA60A45}" srcOrd="6" destOrd="0" parTransId="{FAFFE8E6-61A5-4101-869F-F2725010B5EA}" sibTransId="{2BEB1EE4-591C-4189-8DCB-E4BBCA123A5E}"/>
    <dgm:cxn modelId="{0BD08AAF-0048-4E35-B8C3-9F88F64F65EA}" srcId="{07ECF54A-0E59-4AC9-857C-9E281E2E3AF5}" destId="{0EC6BD6F-C37B-46AF-AC96-E803E8028A7E}" srcOrd="1" destOrd="0" parTransId="{F9957470-B221-44DB-9F60-FACA81EA8851}" sibTransId="{C412057F-7859-41FE-8623-9AC8383AA3A0}"/>
    <dgm:cxn modelId="{E1912FB2-E70C-48E9-8D7D-A9BA5E66FC56}" type="presOf" srcId="{C8729B7C-C245-41D0-9BDF-9338FF472AA4}" destId="{D5D236D0-A297-4AD5-A113-63A1E608C778}" srcOrd="0" destOrd="3" presId="urn:microsoft.com/office/officeart/2005/8/layout/hList6"/>
    <dgm:cxn modelId="{5088E7B4-59E2-406A-8096-A9D3F7A2E235}" srcId="{0FDE668F-5746-4DF7-AB3A-2B3D45D5D33B}" destId="{908EB68A-9927-4678-8AA6-5A3FC0C2336C}" srcOrd="0" destOrd="0" parTransId="{E32F2531-4078-443D-AD5D-1E113A664AA6}" sibTransId="{A9D03E4C-2E3F-4F9C-8FAD-3F73CEBB7F5A}"/>
    <dgm:cxn modelId="{89800CBA-73F5-48C7-ADCD-846481B9E560}" srcId="{07B73381-78A1-4B96-AE14-449B7413F72B}" destId="{0FDE668F-5746-4DF7-AB3A-2B3D45D5D33B}" srcOrd="4" destOrd="0" parTransId="{1D7AA702-BA70-4F3C-9866-A8777580DA8A}" sibTransId="{9D321DC5-DA17-4AFC-94CC-55465C409558}"/>
    <dgm:cxn modelId="{537B3DBA-2182-4F40-9720-C1B248DEB686}" type="presOf" srcId="{FB4F4EE6-ECB7-4287-ACBB-04AD2C02BB4B}" destId="{D9FD626B-15A8-4AFC-8F10-CC3B604D2E08}" srcOrd="0" destOrd="1" presId="urn:microsoft.com/office/officeart/2005/8/layout/hList6"/>
    <dgm:cxn modelId="{530321BE-0087-4F4E-9F3A-8D3FA57C5E5C}" type="presOf" srcId="{D7B5B3C4-C42B-40C6-8BE8-161B2E3D6B60}" destId="{D3B11C02-24B2-4338-8B19-C5994D3D35B1}" srcOrd="0" destOrd="3" presId="urn:microsoft.com/office/officeart/2005/8/layout/hList6"/>
    <dgm:cxn modelId="{A94D3CC0-01B8-4BB5-87BC-CA436686DF63}" srcId="{07B73381-78A1-4B96-AE14-449B7413F72B}" destId="{EFA66973-C42E-4C09-A42F-77BD97E79EB6}" srcOrd="7" destOrd="0" parTransId="{0A13D2AB-5BEB-4CDA-9261-C7410F249569}" sibTransId="{398C7E0D-2EE2-45A6-8A6E-3C333F386C29}"/>
    <dgm:cxn modelId="{D11379CA-4FB1-4E41-B9F5-45F5C2954353}" srcId="{5F2CBFCE-84D0-4586-AE10-0B06618AACD0}" destId="{BCC9A4AF-94A0-4B83-ACC7-AF66BD236870}" srcOrd="3" destOrd="0" parTransId="{87A9CC6B-AFF6-4E58-AB00-41798F9A6F62}" sibTransId="{09D39FA2-00E6-473E-80F5-C494F31FC40B}"/>
    <dgm:cxn modelId="{3BFC7CCA-3679-41C2-A91A-E446D636C6EB}" type="presOf" srcId="{09F40D35-982B-401A-8DD3-ACE7B5D0FB2A}" destId="{97F7C108-CC51-4952-9339-E7DA3C45ACE2}" srcOrd="0" destOrd="0" presId="urn:microsoft.com/office/officeart/2005/8/layout/hList6"/>
    <dgm:cxn modelId="{32BD27CC-6E52-4BAD-8C1A-3550A5A7324F}" srcId="{07B73381-78A1-4B96-AE14-449B7413F72B}" destId="{09F40D35-982B-401A-8DD3-ACE7B5D0FB2A}" srcOrd="3" destOrd="0" parTransId="{7D7E5CE9-B5D3-444D-9A1C-C5D1C6E8E220}" sibTransId="{1022BCF3-B5D9-45C1-A838-BEBE6A89F8B9}"/>
    <dgm:cxn modelId="{B10FF3CE-06E0-4175-B8E3-1458059EA9A4}" srcId="{49A96399-F693-4086-ABBD-6EE47C52C0B0}" destId="{C8729B7C-C245-41D0-9BDF-9338FF472AA4}" srcOrd="2" destOrd="0" parTransId="{A9853C02-9827-4AE6-BBE3-8DB02814C426}" sibTransId="{653D2A6F-A713-4A74-AADF-C44EDC3369FE}"/>
    <dgm:cxn modelId="{F8C3E7D1-9162-43DB-8CCE-E971840A9D74}" type="presOf" srcId="{0309D259-4234-4776-9611-4A91A2FAB95E}" destId="{D3B11C02-24B2-4338-8B19-C5994D3D35B1}" srcOrd="0" destOrd="1" presId="urn:microsoft.com/office/officeart/2005/8/layout/hList6"/>
    <dgm:cxn modelId="{2953EBD8-3485-4E74-BE55-E77201725329}" type="presOf" srcId="{49A96399-F693-4086-ABBD-6EE47C52C0B0}" destId="{D5D236D0-A297-4AD5-A113-63A1E608C778}" srcOrd="0" destOrd="0" presId="urn:microsoft.com/office/officeart/2005/8/layout/hList6"/>
    <dgm:cxn modelId="{3E3A0BDF-9ED4-4450-8688-FA0F85E314F3}" srcId="{3871F9F7-D957-4B2B-B486-125FC843DFB5}" destId="{0309D259-4234-4776-9611-4A91A2FAB95E}" srcOrd="0" destOrd="0" parTransId="{2D059077-0E61-45B8-8874-90F104345296}" sibTransId="{72252A57-6789-4178-B49C-45B4B17CBEC8}"/>
    <dgm:cxn modelId="{5B25D3E2-6B0E-468B-9B52-C7AAA8EC2B4B}" type="presOf" srcId="{0FDE668F-5746-4DF7-AB3A-2B3D45D5D33B}" destId="{6B48F9CA-14E4-48A7-A505-4B688A8D367C}" srcOrd="0" destOrd="0" presId="urn:microsoft.com/office/officeart/2005/8/layout/hList6"/>
    <dgm:cxn modelId="{95A34DE4-C6B3-4140-9D9C-BC6BC16DAD3D}" type="presOf" srcId="{06F33BC6-2A06-41A1-B06E-35F5A4ED85AA}" destId="{0E6395B8-8E63-4241-8BF0-046B8AD81D03}" srcOrd="0" destOrd="1" presId="urn:microsoft.com/office/officeart/2005/8/layout/hList6"/>
    <dgm:cxn modelId="{DE16CFE7-1805-4B7E-9246-C484E28D9140}" srcId="{09F40D35-982B-401A-8DD3-ACE7B5D0FB2A}" destId="{C7FD9F86-B7BD-499F-B9A4-6A830D980CCC}" srcOrd="5" destOrd="0" parTransId="{84DDD8FB-26B8-435D-8B12-91FA61B9EC31}" sibTransId="{7CB7D95A-0EDC-4F61-99B6-3874305FFD43}"/>
    <dgm:cxn modelId="{B22DDCE7-7D8E-4D62-83D4-12B2D4611A55}" srcId="{3871F9F7-D957-4B2B-B486-125FC843DFB5}" destId="{F5D93AAA-BCD0-4714-98DE-C15F15DEC0AD}" srcOrd="1" destOrd="0" parTransId="{5EACA342-6FA7-4860-AB3D-06333C5B9074}" sibTransId="{66743D16-B659-4508-A1BB-39CD2E284CB6}"/>
    <dgm:cxn modelId="{3C461AEC-27AC-485D-8ED2-EAF9CBB42F05}" type="presOf" srcId="{7043D2AD-10B4-4477-A11C-03F65D8D3F46}" destId="{6491F434-8859-4ADE-9D6F-02A8213462F2}" srcOrd="0" destOrd="4" presId="urn:microsoft.com/office/officeart/2005/8/layout/hList6"/>
    <dgm:cxn modelId="{AF34BBED-BADA-41B5-AC97-08BD288FC1A8}" srcId="{07ECF54A-0E59-4AC9-857C-9E281E2E3AF5}" destId="{06F33BC6-2A06-41A1-B06E-35F5A4ED85AA}" srcOrd="0" destOrd="0" parTransId="{E396275E-5C91-489C-838E-BE8780665C63}" sibTransId="{8E1644ED-A376-4238-A6FA-FB240158A5F3}"/>
    <dgm:cxn modelId="{80DBE3EF-6824-4C35-B651-8343B1904C04}" srcId="{EFA66973-C42E-4C09-A42F-77BD97E79EB6}" destId="{88706625-0549-4D23-BAB1-AB9FBEF12DAC}" srcOrd="1" destOrd="0" parTransId="{8B800AD9-25B0-413C-98F3-1C262BFFD158}" sibTransId="{A745CFAB-98C0-4268-AED2-344B70BE2FD1}"/>
    <dgm:cxn modelId="{8A8EACF1-D353-4711-AAA5-216CA3E08B3E}" type="presOf" srcId="{1387B58F-B89E-4AE8-B3A5-130BA0C8DA57}" destId="{D9FD626B-15A8-4AFC-8F10-CC3B604D2E08}" srcOrd="0" destOrd="2" presId="urn:microsoft.com/office/officeart/2005/8/layout/hList6"/>
    <dgm:cxn modelId="{719CE9F8-11A6-4541-8129-81FE8F7B46BC}" type="presOf" srcId="{5F2CBFCE-84D0-4586-AE10-0B06618AACD0}" destId="{D9FD626B-15A8-4AFC-8F10-CC3B604D2E08}" srcOrd="0" destOrd="0" presId="urn:microsoft.com/office/officeart/2005/8/layout/hList6"/>
    <dgm:cxn modelId="{C71F3DFA-99F7-4E24-A88B-4889F42FC6C5}" srcId="{09F40D35-982B-401A-8DD3-ACE7B5D0FB2A}" destId="{9E28FABE-A658-402C-BDC9-1C8A4EC3D8C5}" srcOrd="1" destOrd="0" parTransId="{582F1D02-8B93-40F7-9A1D-BB3D53D7C060}" sibTransId="{1EF85F5B-2932-424B-9476-0C5BD824A839}"/>
    <dgm:cxn modelId="{4E4DD017-2847-43AC-A2B5-4E8B054C687B}" type="presParOf" srcId="{8F46F61E-6762-4459-B769-0BABF1DEA356}" destId="{D3B11C02-24B2-4338-8B19-C5994D3D35B1}" srcOrd="0" destOrd="0" presId="urn:microsoft.com/office/officeart/2005/8/layout/hList6"/>
    <dgm:cxn modelId="{9294E9D1-835C-4F59-8A64-A6D94024DDCD}" type="presParOf" srcId="{8F46F61E-6762-4459-B769-0BABF1DEA356}" destId="{44F6D8C9-BDF6-406C-A4F2-A5E61FE8B929}" srcOrd="1" destOrd="0" presId="urn:microsoft.com/office/officeart/2005/8/layout/hList6"/>
    <dgm:cxn modelId="{8CB90157-DFDA-46DD-BCD9-FFAD7D899F30}" type="presParOf" srcId="{8F46F61E-6762-4459-B769-0BABF1DEA356}" destId="{D9FD626B-15A8-4AFC-8F10-CC3B604D2E08}" srcOrd="2" destOrd="0" presId="urn:microsoft.com/office/officeart/2005/8/layout/hList6"/>
    <dgm:cxn modelId="{163395A1-3384-48B5-AFC9-EFB9B9807CF2}" type="presParOf" srcId="{8F46F61E-6762-4459-B769-0BABF1DEA356}" destId="{E02D3AE1-2742-41A3-A715-0F5FE262FEC6}" srcOrd="3" destOrd="0" presId="urn:microsoft.com/office/officeart/2005/8/layout/hList6"/>
    <dgm:cxn modelId="{ECAA8616-0B10-455B-BBBB-DA363906D2D4}" type="presParOf" srcId="{8F46F61E-6762-4459-B769-0BABF1DEA356}" destId="{D5D236D0-A297-4AD5-A113-63A1E608C778}" srcOrd="4" destOrd="0" presId="urn:microsoft.com/office/officeart/2005/8/layout/hList6"/>
    <dgm:cxn modelId="{BD05505C-ACB3-402E-A8DC-EB740DBA69EC}" type="presParOf" srcId="{8F46F61E-6762-4459-B769-0BABF1DEA356}" destId="{CA483CC9-E15B-44AA-B50E-22FDEFEAF197}" srcOrd="5" destOrd="0" presId="urn:microsoft.com/office/officeart/2005/8/layout/hList6"/>
    <dgm:cxn modelId="{E62F31DB-5149-45ED-B55E-8BEFC0EB136F}" type="presParOf" srcId="{8F46F61E-6762-4459-B769-0BABF1DEA356}" destId="{97F7C108-CC51-4952-9339-E7DA3C45ACE2}" srcOrd="6" destOrd="0" presId="urn:microsoft.com/office/officeart/2005/8/layout/hList6"/>
    <dgm:cxn modelId="{56869C80-7164-4C1E-96FE-48C28F118B60}" type="presParOf" srcId="{8F46F61E-6762-4459-B769-0BABF1DEA356}" destId="{D12C1893-D84D-4413-8EBD-BB565978656B}" srcOrd="7" destOrd="0" presId="urn:microsoft.com/office/officeart/2005/8/layout/hList6"/>
    <dgm:cxn modelId="{C1CB34C5-70E9-447D-AD60-610C7FAACE3C}" type="presParOf" srcId="{8F46F61E-6762-4459-B769-0BABF1DEA356}" destId="{6B48F9CA-14E4-48A7-A505-4B688A8D367C}" srcOrd="8" destOrd="0" presId="urn:microsoft.com/office/officeart/2005/8/layout/hList6"/>
    <dgm:cxn modelId="{BF7517EE-9E47-48BD-918B-77F02D607980}" type="presParOf" srcId="{8F46F61E-6762-4459-B769-0BABF1DEA356}" destId="{32D3C5FC-AC8F-4E21-AB24-C5CC37135E6C}" srcOrd="9" destOrd="0" presId="urn:microsoft.com/office/officeart/2005/8/layout/hList6"/>
    <dgm:cxn modelId="{9D54B2A6-7516-44AB-9920-426C4B9A0A95}" type="presParOf" srcId="{8F46F61E-6762-4459-B769-0BABF1DEA356}" destId="{0E6395B8-8E63-4241-8BF0-046B8AD81D03}" srcOrd="10" destOrd="0" presId="urn:microsoft.com/office/officeart/2005/8/layout/hList6"/>
    <dgm:cxn modelId="{4443D667-BD19-4970-B3D4-F4908B0054C5}" type="presParOf" srcId="{8F46F61E-6762-4459-B769-0BABF1DEA356}" destId="{5AC3C9D6-9A8F-4F7D-B05F-C0A44CC363E8}" srcOrd="11" destOrd="0" presId="urn:microsoft.com/office/officeart/2005/8/layout/hList6"/>
    <dgm:cxn modelId="{CEFA32C3-8F73-462F-9948-DF3C1AB93D31}" type="presParOf" srcId="{8F46F61E-6762-4459-B769-0BABF1DEA356}" destId="{BE087F6F-6ED5-417A-BD85-CF59B2C75876}" srcOrd="12" destOrd="0" presId="urn:microsoft.com/office/officeart/2005/8/layout/hList6"/>
    <dgm:cxn modelId="{5373CABB-45BF-4008-96CD-29AB5CCC03B2}" type="presParOf" srcId="{8F46F61E-6762-4459-B769-0BABF1DEA356}" destId="{0D8AAD59-E8C9-4EB7-AF5E-162E666E9311}" srcOrd="13" destOrd="0" presId="urn:microsoft.com/office/officeart/2005/8/layout/hList6"/>
    <dgm:cxn modelId="{DC137CC9-3875-4262-90B3-F3DEC4BBE65B}" type="presParOf" srcId="{8F46F61E-6762-4459-B769-0BABF1DEA356}" destId="{6491F434-8859-4ADE-9D6F-02A8213462F2}" srcOrd="14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6BEBA13-4A89-48EC-91C4-F20758D2794A}" type="doc">
      <dgm:prSet loTypeId="urn:microsoft.com/office/officeart/2005/8/layout/hList2" loCatId="list" qsTypeId="urn:microsoft.com/office/officeart/2005/8/quickstyle/3d1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6DD089D9-379E-4AF2-8D94-A2FE986C996D}">
      <dgm:prSet phldrT="[Text]"/>
      <dgm:spPr/>
      <dgm:t>
        <a:bodyPr/>
        <a:lstStyle/>
        <a:p>
          <a:r>
            <a:rPr lang="en-US" dirty="0"/>
            <a:t>Automatic</a:t>
          </a:r>
          <a:endParaRPr lang="en-IN" dirty="0"/>
        </a:p>
      </dgm:t>
    </dgm:pt>
    <dgm:pt modelId="{C8096436-0589-4456-A5E6-2012167F7497}" type="parTrans" cxnId="{8F5E5AEF-204F-41FE-B58B-AB05A0263470}">
      <dgm:prSet/>
      <dgm:spPr/>
      <dgm:t>
        <a:bodyPr/>
        <a:lstStyle/>
        <a:p>
          <a:endParaRPr lang="en-IN"/>
        </a:p>
      </dgm:t>
    </dgm:pt>
    <dgm:pt modelId="{4D8A4F51-D5AC-4661-AE69-B9B9A423957D}" type="sibTrans" cxnId="{8F5E5AEF-204F-41FE-B58B-AB05A0263470}">
      <dgm:prSet/>
      <dgm:spPr/>
      <dgm:t>
        <a:bodyPr/>
        <a:lstStyle/>
        <a:p>
          <a:endParaRPr lang="en-IN"/>
        </a:p>
      </dgm:t>
    </dgm:pt>
    <dgm:pt modelId="{10651F67-95DD-4624-9966-B489353B284C}">
      <dgm:prSet phldrT="[Text]"/>
      <dgm:spPr/>
      <dgm:t>
        <a:bodyPr/>
        <a:lstStyle/>
        <a:p>
          <a:r>
            <a:rPr lang="en-US" dirty="0"/>
            <a:t>Default storage class for local variables</a:t>
          </a:r>
          <a:endParaRPr lang="en-IN" dirty="0"/>
        </a:p>
      </dgm:t>
    </dgm:pt>
    <dgm:pt modelId="{0FC86B48-29A3-47BB-B58F-9DE2D741ADD0}" type="parTrans" cxnId="{4824031A-8BEB-463B-9860-DD6F5F90F1EE}">
      <dgm:prSet/>
      <dgm:spPr/>
      <dgm:t>
        <a:bodyPr/>
        <a:lstStyle/>
        <a:p>
          <a:endParaRPr lang="en-IN"/>
        </a:p>
      </dgm:t>
    </dgm:pt>
    <dgm:pt modelId="{0A51CF06-3897-42C6-9DFB-4DF6541F686D}" type="sibTrans" cxnId="{4824031A-8BEB-463B-9860-DD6F5F90F1EE}">
      <dgm:prSet/>
      <dgm:spPr/>
      <dgm:t>
        <a:bodyPr/>
        <a:lstStyle/>
        <a:p>
          <a:endParaRPr lang="en-IN"/>
        </a:p>
      </dgm:t>
    </dgm:pt>
    <dgm:pt modelId="{9AF598AA-F804-474C-993D-81406EF44E4A}">
      <dgm:prSet phldrT="[Text]"/>
      <dgm:spPr/>
      <dgm:t>
        <a:bodyPr/>
        <a:lstStyle/>
        <a:p>
          <a:r>
            <a:rPr lang="en-IN" b="1" i="0" dirty="0"/>
            <a:t>Scope:</a:t>
          </a:r>
          <a:r>
            <a:rPr lang="en-IN" b="0" i="0" dirty="0"/>
            <a:t> Local</a:t>
          </a:r>
          <a:endParaRPr lang="en-IN" dirty="0"/>
        </a:p>
      </dgm:t>
    </dgm:pt>
    <dgm:pt modelId="{50DA9CD0-1BC1-44C1-A0F2-E13049997BDA}" type="parTrans" cxnId="{C7D13043-D460-4CCE-A707-8EB116DEB3B3}">
      <dgm:prSet/>
      <dgm:spPr/>
      <dgm:t>
        <a:bodyPr/>
        <a:lstStyle/>
        <a:p>
          <a:endParaRPr lang="en-IN"/>
        </a:p>
      </dgm:t>
    </dgm:pt>
    <dgm:pt modelId="{49844859-8F89-4D2C-87C8-171BB22BA69C}" type="sibTrans" cxnId="{C7D13043-D460-4CCE-A707-8EB116DEB3B3}">
      <dgm:prSet/>
      <dgm:spPr/>
      <dgm:t>
        <a:bodyPr/>
        <a:lstStyle/>
        <a:p>
          <a:endParaRPr lang="en-IN"/>
        </a:p>
      </dgm:t>
    </dgm:pt>
    <dgm:pt modelId="{25B4D6A8-B2F5-4ACB-84C7-1D0DE74D568F}">
      <dgm:prSet phldrT="[Text]"/>
      <dgm:spPr/>
      <dgm:t>
        <a:bodyPr/>
        <a:lstStyle/>
        <a:p>
          <a:r>
            <a:rPr lang="en-US" dirty="0"/>
            <a:t>Static</a:t>
          </a:r>
          <a:endParaRPr lang="en-IN" dirty="0"/>
        </a:p>
      </dgm:t>
    </dgm:pt>
    <dgm:pt modelId="{199B36B2-2C9A-419C-9657-AD404DAAAF08}" type="parTrans" cxnId="{CB56EBB5-E5AC-416C-8FA0-00F2C3424956}">
      <dgm:prSet/>
      <dgm:spPr/>
      <dgm:t>
        <a:bodyPr/>
        <a:lstStyle/>
        <a:p>
          <a:endParaRPr lang="en-IN"/>
        </a:p>
      </dgm:t>
    </dgm:pt>
    <dgm:pt modelId="{D723322F-3DE4-4582-96D5-86A242450D7D}" type="sibTrans" cxnId="{CB56EBB5-E5AC-416C-8FA0-00F2C3424956}">
      <dgm:prSet/>
      <dgm:spPr/>
      <dgm:t>
        <a:bodyPr/>
        <a:lstStyle/>
        <a:p>
          <a:endParaRPr lang="en-IN"/>
        </a:p>
      </dgm:t>
    </dgm:pt>
    <dgm:pt modelId="{61E3DDEB-7C17-4EF5-922B-42F7E7DD4EFD}">
      <dgm:prSet phldrT="[Text]"/>
      <dgm:spPr/>
      <dgm:t>
        <a:bodyPr/>
        <a:lstStyle/>
        <a:p>
          <a:r>
            <a:rPr lang="en-IN" b="1" i="0"/>
            <a:t>Scope:</a:t>
          </a:r>
          <a:r>
            <a:rPr lang="en-IN" b="0" i="0"/>
            <a:t> Local</a:t>
          </a:r>
          <a:endParaRPr lang="en-IN" dirty="0"/>
        </a:p>
      </dgm:t>
    </dgm:pt>
    <dgm:pt modelId="{73450AA2-466F-4C03-B011-85F91B99F281}" type="parTrans" cxnId="{E634C123-8FF8-4339-BE32-11F87851DE18}">
      <dgm:prSet/>
      <dgm:spPr/>
      <dgm:t>
        <a:bodyPr/>
        <a:lstStyle/>
        <a:p>
          <a:endParaRPr lang="en-IN"/>
        </a:p>
      </dgm:t>
    </dgm:pt>
    <dgm:pt modelId="{B2B43BD0-9F49-475C-ADD5-3603FDBFDD7D}" type="sibTrans" cxnId="{E634C123-8FF8-4339-BE32-11F87851DE18}">
      <dgm:prSet/>
      <dgm:spPr/>
      <dgm:t>
        <a:bodyPr/>
        <a:lstStyle/>
        <a:p>
          <a:endParaRPr lang="en-IN"/>
        </a:p>
      </dgm:t>
    </dgm:pt>
    <dgm:pt modelId="{C6062BF1-4DEA-4875-899C-79FC058D9AC0}">
      <dgm:prSet phldrT="[Text]"/>
      <dgm:spPr/>
      <dgm:t>
        <a:bodyPr/>
        <a:lstStyle/>
        <a:p>
          <a:r>
            <a:rPr lang="en-US" dirty="0"/>
            <a:t>Extern</a:t>
          </a:r>
          <a:endParaRPr lang="en-IN" dirty="0"/>
        </a:p>
      </dgm:t>
    </dgm:pt>
    <dgm:pt modelId="{AC833049-6BF2-4DCD-BDB3-F893E7831025}" type="parTrans" cxnId="{2E63DD5F-ADDF-418D-9009-BFBA35C89A52}">
      <dgm:prSet/>
      <dgm:spPr/>
      <dgm:t>
        <a:bodyPr/>
        <a:lstStyle/>
        <a:p>
          <a:endParaRPr lang="en-IN"/>
        </a:p>
      </dgm:t>
    </dgm:pt>
    <dgm:pt modelId="{9FCE799F-A703-45B7-B908-CE3F8CE52ECB}" type="sibTrans" cxnId="{2E63DD5F-ADDF-418D-9009-BFBA35C89A52}">
      <dgm:prSet/>
      <dgm:spPr/>
      <dgm:t>
        <a:bodyPr/>
        <a:lstStyle/>
        <a:p>
          <a:endParaRPr lang="en-IN"/>
        </a:p>
      </dgm:t>
    </dgm:pt>
    <dgm:pt modelId="{04B2C21F-D645-4957-96B3-0E836AB6500E}">
      <dgm:prSet phldrT="[Text]"/>
      <dgm:spPr/>
      <dgm:t>
        <a:bodyPr/>
        <a:lstStyle/>
        <a:p>
          <a:r>
            <a:rPr lang="en-US" dirty="0"/>
            <a:t>Register</a:t>
          </a:r>
          <a:endParaRPr lang="en-IN" dirty="0"/>
        </a:p>
      </dgm:t>
    </dgm:pt>
    <dgm:pt modelId="{95B5E79F-E551-412D-AC3A-FF6B050133E2}" type="parTrans" cxnId="{68BD71A1-56EE-4A61-B081-B2D48DAA071F}">
      <dgm:prSet/>
      <dgm:spPr/>
      <dgm:t>
        <a:bodyPr/>
        <a:lstStyle/>
        <a:p>
          <a:endParaRPr lang="en-IN"/>
        </a:p>
      </dgm:t>
    </dgm:pt>
    <dgm:pt modelId="{DBB169F1-A813-4D6D-B773-8508FE90481A}" type="sibTrans" cxnId="{68BD71A1-56EE-4A61-B081-B2D48DAA071F}">
      <dgm:prSet/>
      <dgm:spPr/>
      <dgm:t>
        <a:bodyPr/>
        <a:lstStyle/>
        <a:p>
          <a:endParaRPr lang="en-IN"/>
        </a:p>
      </dgm:t>
    </dgm:pt>
    <dgm:pt modelId="{0DAE30DF-698E-41E4-A3D0-9CD5EF2A7EFD}">
      <dgm:prSet phldrT="[Text]"/>
      <dgm:spPr/>
      <dgm:t>
        <a:bodyPr/>
        <a:lstStyle/>
        <a:p>
          <a:r>
            <a:rPr lang="en-IN" b="1" i="0"/>
            <a:t>Scope:</a:t>
          </a:r>
          <a:r>
            <a:rPr lang="en-IN" b="0" i="0"/>
            <a:t> Local</a:t>
          </a:r>
          <a:endParaRPr lang="en-IN" dirty="0"/>
        </a:p>
      </dgm:t>
    </dgm:pt>
    <dgm:pt modelId="{E3990BE1-3A5A-4D14-B87F-F7C6A564ED4D}" type="parTrans" cxnId="{F559ED8C-27CE-4067-A0DA-76B7D4E17B45}">
      <dgm:prSet/>
      <dgm:spPr/>
      <dgm:t>
        <a:bodyPr/>
        <a:lstStyle/>
        <a:p>
          <a:endParaRPr lang="en-IN"/>
        </a:p>
      </dgm:t>
    </dgm:pt>
    <dgm:pt modelId="{E23E8EA6-F98B-4072-ACBF-E816E90F226A}" type="sibTrans" cxnId="{F559ED8C-27CE-4067-A0DA-76B7D4E17B45}">
      <dgm:prSet/>
      <dgm:spPr/>
      <dgm:t>
        <a:bodyPr/>
        <a:lstStyle/>
        <a:p>
          <a:endParaRPr lang="en-IN"/>
        </a:p>
      </dgm:t>
    </dgm:pt>
    <dgm:pt modelId="{C0AA271A-B15D-4175-8500-831EAC1BA02C}">
      <dgm:prSet phldrT="[Text]"/>
      <dgm:spPr/>
      <dgm:t>
        <a:bodyPr/>
        <a:lstStyle/>
        <a:p>
          <a:r>
            <a:rPr lang="en-IN" b="1" i="0"/>
            <a:t>Scope:</a:t>
          </a:r>
          <a:r>
            <a:rPr lang="en-IN" b="0" i="0"/>
            <a:t> Global</a:t>
          </a:r>
          <a:endParaRPr lang="en-IN" dirty="0"/>
        </a:p>
      </dgm:t>
    </dgm:pt>
    <dgm:pt modelId="{D2DBFE1A-6CAA-40B4-A885-08F9B6579DAE}" type="parTrans" cxnId="{3273650F-86C8-48A4-A515-15130175E155}">
      <dgm:prSet/>
      <dgm:spPr/>
      <dgm:t>
        <a:bodyPr/>
        <a:lstStyle/>
        <a:p>
          <a:endParaRPr lang="en-IN"/>
        </a:p>
      </dgm:t>
    </dgm:pt>
    <dgm:pt modelId="{57D6CED1-8022-4A3A-94DF-C968FED9E60B}" type="sibTrans" cxnId="{3273650F-86C8-48A4-A515-15130175E155}">
      <dgm:prSet/>
      <dgm:spPr/>
      <dgm:t>
        <a:bodyPr/>
        <a:lstStyle/>
        <a:p>
          <a:endParaRPr lang="en-IN"/>
        </a:p>
      </dgm:t>
    </dgm:pt>
    <dgm:pt modelId="{0331820F-D045-4C31-9A08-F94BC3077F2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Default Value: </a:t>
          </a:r>
          <a:r>
            <a:rPr lang="en-IN" b="0" i="0"/>
            <a:t>Garbage Value</a:t>
          </a:r>
        </a:p>
      </dgm:t>
    </dgm:pt>
    <dgm:pt modelId="{855555F7-374B-46D8-8F9B-02F319E6F497}" type="parTrans" cxnId="{01B9BEF7-0335-42B7-B4C7-9CC661F74EE9}">
      <dgm:prSet/>
      <dgm:spPr/>
      <dgm:t>
        <a:bodyPr/>
        <a:lstStyle/>
        <a:p>
          <a:endParaRPr lang="en-IN"/>
        </a:p>
      </dgm:t>
    </dgm:pt>
    <dgm:pt modelId="{07D38872-D6FB-4523-9EC2-7CC59DFF3705}" type="sibTrans" cxnId="{01B9BEF7-0335-42B7-B4C7-9CC661F74EE9}">
      <dgm:prSet/>
      <dgm:spPr/>
      <dgm:t>
        <a:bodyPr/>
        <a:lstStyle/>
        <a:p>
          <a:endParaRPr lang="en-IN"/>
        </a:p>
      </dgm:t>
    </dgm:pt>
    <dgm:pt modelId="{2ECE53A3-8135-49E9-A1E4-5526DB0475B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Memory Location:</a:t>
          </a:r>
          <a:r>
            <a:rPr lang="en-IN" b="0" i="0"/>
            <a:t> RAM</a:t>
          </a:r>
        </a:p>
      </dgm:t>
    </dgm:pt>
    <dgm:pt modelId="{068ED6C1-600A-4AB0-BE17-78B0448D52FB}" type="parTrans" cxnId="{A4F2E6B8-86CA-46D7-9F65-B2EF14BE9DC5}">
      <dgm:prSet/>
      <dgm:spPr/>
      <dgm:t>
        <a:bodyPr/>
        <a:lstStyle/>
        <a:p>
          <a:endParaRPr lang="en-IN"/>
        </a:p>
      </dgm:t>
    </dgm:pt>
    <dgm:pt modelId="{A7E5BB71-0A39-4310-A789-C2E3A4205A43}" type="sibTrans" cxnId="{A4F2E6B8-86CA-46D7-9F65-B2EF14BE9DC5}">
      <dgm:prSet/>
      <dgm:spPr/>
      <dgm:t>
        <a:bodyPr/>
        <a:lstStyle/>
        <a:p>
          <a:endParaRPr lang="en-IN"/>
        </a:p>
      </dgm:t>
    </dgm:pt>
    <dgm:pt modelId="{0F6101F9-8B70-4BB8-BC50-C41A1C0810F1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Lifetime: </a:t>
          </a:r>
          <a:r>
            <a:rPr lang="en-US" b="0" i="0"/>
            <a:t>Till the end of its scope</a:t>
          </a:r>
        </a:p>
      </dgm:t>
    </dgm:pt>
    <dgm:pt modelId="{E7CBDEEF-C8B4-4807-9B58-6D0CCD2E4C17}" type="parTrans" cxnId="{51B710CC-71A8-48B5-94B8-22DCAB9AF1F9}">
      <dgm:prSet/>
      <dgm:spPr/>
      <dgm:t>
        <a:bodyPr/>
        <a:lstStyle/>
        <a:p>
          <a:endParaRPr lang="en-IN"/>
        </a:p>
      </dgm:t>
    </dgm:pt>
    <dgm:pt modelId="{57D2BB32-EEF9-44E2-BD22-D255AACFCF84}" type="sibTrans" cxnId="{51B710CC-71A8-48B5-94B8-22DCAB9AF1F9}">
      <dgm:prSet/>
      <dgm:spPr/>
      <dgm:t>
        <a:bodyPr/>
        <a:lstStyle/>
        <a:p>
          <a:endParaRPr lang="en-IN"/>
        </a:p>
      </dgm:t>
    </dgm:pt>
    <dgm:pt modelId="{61974946-A13F-4116-BCCB-A460AF9256C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Default Value: </a:t>
          </a:r>
          <a:r>
            <a:rPr lang="en-IN" b="0" i="0"/>
            <a:t>Zero</a:t>
          </a:r>
        </a:p>
      </dgm:t>
    </dgm:pt>
    <dgm:pt modelId="{8097EB7F-D52A-41E1-9A01-46F6300E5E73}" type="parTrans" cxnId="{41F014B7-76AC-42D7-8011-29A38898850F}">
      <dgm:prSet/>
      <dgm:spPr/>
      <dgm:t>
        <a:bodyPr/>
        <a:lstStyle/>
        <a:p>
          <a:endParaRPr lang="en-IN"/>
        </a:p>
      </dgm:t>
    </dgm:pt>
    <dgm:pt modelId="{787D4810-B30C-4762-93E7-ED10AAA5E111}" type="sibTrans" cxnId="{41F014B7-76AC-42D7-8011-29A38898850F}">
      <dgm:prSet/>
      <dgm:spPr/>
      <dgm:t>
        <a:bodyPr/>
        <a:lstStyle/>
        <a:p>
          <a:endParaRPr lang="en-IN"/>
        </a:p>
      </dgm:t>
    </dgm:pt>
    <dgm:pt modelId="{35B5E271-932B-4025-B9A6-E3BFD97B1BE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Memory Location:</a:t>
          </a:r>
          <a:r>
            <a:rPr lang="en-IN" b="0" i="0"/>
            <a:t> RAM</a:t>
          </a:r>
        </a:p>
      </dgm:t>
    </dgm:pt>
    <dgm:pt modelId="{A89CDA00-E4B2-42F5-BD5F-8850539F2C73}" type="parTrans" cxnId="{AF36E187-244E-47BD-B278-A2E60D630DFD}">
      <dgm:prSet/>
      <dgm:spPr/>
      <dgm:t>
        <a:bodyPr/>
        <a:lstStyle/>
        <a:p>
          <a:endParaRPr lang="en-IN"/>
        </a:p>
      </dgm:t>
    </dgm:pt>
    <dgm:pt modelId="{0685CE4D-CE18-45ED-9A5B-A74C13BCD59E}" type="sibTrans" cxnId="{AF36E187-244E-47BD-B278-A2E60D630DFD}">
      <dgm:prSet/>
      <dgm:spPr/>
      <dgm:t>
        <a:bodyPr/>
        <a:lstStyle/>
        <a:p>
          <a:endParaRPr lang="en-IN"/>
        </a:p>
      </dgm:t>
    </dgm:pt>
    <dgm:pt modelId="{1D09F709-B5CC-4529-8012-790967C0008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Lifetime: </a:t>
          </a:r>
          <a:r>
            <a:rPr lang="en-US" b="0" i="0"/>
            <a:t>Till the end of the program</a:t>
          </a:r>
        </a:p>
      </dgm:t>
    </dgm:pt>
    <dgm:pt modelId="{98E9CD64-9542-4E8F-80CB-F596BE8E1C70}" type="parTrans" cxnId="{EB8547EB-62A8-481A-A7FA-A1022B393B59}">
      <dgm:prSet/>
      <dgm:spPr/>
      <dgm:t>
        <a:bodyPr/>
        <a:lstStyle/>
        <a:p>
          <a:endParaRPr lang="en-IN"/>
        </a:p>
      </dgm:t>
    </dgm:pt>
    <dgm:pt modelId="{A6B845C7-428F-4EA0-BA0D-291A222CCF80}" type="sibTrans" cxnId="{EB8547EB-62A8-481A-A7FA-A1022B393B59}">
      <dgm:prSet/>
      <dgm:spPr/>
      <dgm:t>
        <a:bodyPr/>
        <a:lstStyle/>
        <a:p>
          <a:endParaRPr lang="en-IN"/>
        </a:p>
      </dgm:t>
    </dgm:pt>
    <dgm:pt modelId="{9EC568D6-AD95-4A99-89FF-C5867627030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Default Value: </a:t>
          </a:r>
          <a:r>
            <a:rPr lang="en-IN" b="0" i="0"/>
            <a:t>Garbage Value</a:t>
          </a:r>
        </a:p>
      </dgm:t>
    </dgm:pt>
    <dgm:pt modelId="{C0CE34F6-C765-476B-8B02-02A2F6F1AC7E}" type="parTrans" cxnId="{5C4F9D4E-E7CE-41AA-AFA7-1E38BD97EEC7}">
      <dgm:prSet/>
      <dgm:spPr/>
      <dgm:t>
        <a:bodyPr/>
        <a:lstStyle/>
        <a:p>
          <a:endParaRPr lang="en-IN"/>
        </a:p>
      </dgm:t>
    </dgm:pt>
    <dgm:pt modelId="{0E077FEE-86E7-4512-855B-EC910E0213CD}" type="sibTrans" cxnId="{5C4F9D4E-E7CE-41AA-AFA7-1E38BD97EEC7}">
      <dgm:prSet/>
      <dgm:spPr/>
      <dgm:t>
        <a:bodyPr/>
        <a:lstStyle/>
        <a:p>
          <a:endParaRPr lang="en-IN"/>
        </a:p>
      </dgm:t>
    </dgm:pt>
    <dgm:pt modelId="{03DBD50E-5AE4-460B-B7D4-D956C9B7DE0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Memory Location:</a:t>
          </a:r>
          <a:r>
            <a:rPr lang="en-US" b="0" i="0"/>
            <a:t> Register in CPU or RAM</a:t>
          </a:r>
        </a:p>
      </dgm:t>
    </dgm:pt>
    <dgm:pt modelId="{5F6A8AB9-E553-450D-A856-EF3BF200F92D}" type="parTrans" cxnId="{7F542AE5-676C-4B7F-9815-FD2FF197FEFC}">
      <dgm:prSet/>
      <dgm:spPr/>
      <dgm:t>
        <a:bodyPr/>
        <a:lstStyle/>
        <a:p>
          <a:endParaRPr lang="en-IN"/>
        </a:p>
      </dgm:t>
    </dgm:pt>
    <dgm:pt modelId="{1A21ADAC-1E30-425F-8CBD-6DCCE142DE7F}" type="sibTrans" cxnId="{7F542AE5-676C-4B7F-9815-FD2FF197FEFC}">
      <dgm:prSet/>
      <dgm:spPr/>
      <dgm:t>
        <a:bodyPr/>
        <a:lstStyle/>
        <a:p>
          <a:endParaRPr lang="en-IN"/>
        </a:p>
      </dgm:t>
    </dgm:pt>
    <dgm:pt modelId="{BF1CB0AE-A687-4DF1-9A86-69970CA2746A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Lifetime: </a:t>
          </a:r>
          <a:r>
            <a:rPr lang="en-US" b="0" i="0"/>
            <a:t>Till the end of its scope</a:t>
          </a:r>
        </a:p>
      </dgm:t>
    </dgm:pt>
    <dgm:pt modelId="{F565A624-1B38-4903-A36F-2AE18767F2A6}" type="parTrans" cxnId="{F7170F49-B4A6-4414-86E0-C36D82AE1FB3}">
      <dgm:prSet/>
      <dgm:spPr/>
      <dgm:t>
        <a:bodyPr/>
        <a:lstStyle/>
        <a:p>
          <a:endParaRPr lang="en-IN"/>
        </a:p>
      </dgm:t>
    </dgm:pt>
    <dgm:pt modelId="{55CADB48-A125-45DA-8B38-2CF633D27461}" type="sibTrans" cxnId="{F7170F49-B4A6-4414-86E0-C36D82AE1FB3}">
      <dgm:prSet/>
      <dgm:spPr/>
      <dgm:t>
        <a:bodyPr/>
        <a:lstStyle/>
        <a:p>
          <a:endParaRPr lang="en-IN"/>
        </a:p>
      </dgm:t>
    </dgm:pt>
    <dgm:pt modelId="{DF22C652-D284-4650-B270-3AD78E54FF59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Default Value: </a:t>
          </a:r>
          <a:r>
            <a:rPr lang="en-IN" b="0" i="0"/>
            <a:t>Zero</a:t>
          </a:r>
        </a:p>
      </dgm:t>
    </dgm:pt>
    <dgm:pt modelId="{5426EDCE-8D65-41D0-8E4F-7F5F562D5D82}" type="parTrans" cxnId="{CD37B70A-B538-443A-B6DC-E868ECC4B0AD}">
      <dgm:prSet/>
      <dgm:spPr/>
      <dgm:t>
        <a:bodyPr/>
        <a:lstStyle/>
        <a:p>
          <a:endParaRPr lang="en-IN"/>
        </a:p>
      </dgm:t>
    </dgm:pt>
    <dgm:pt modelId="{2C6B9B31-5D7F-486F-8BA5-C414FF9AD90C}" type="sibTrans" cxnId="{CD37B70A-B538-443A-B6DC-E868ECC4B0AD}">
      <dgm:prSet/>
      <dgm:spPr/>
      <dgm:t>
        <a:bodyPr/>
        <a:lstStyle/>
        <a:p>
          <a:endParaRPr lang="en-IN"/>
        </a:p>
      </dgm:t>
    </dgm:pt>
    <dgm:pt modelId="{3CF0BDE3-B4AC-4814-A71C-5994824095D7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IN" b="1" i="0"/>
            <a:t>Memory Location:</a:t>
          </a:r>
          <a:r>
            <a:rPr lang="en-IN" b="0" i="0"/>
            <a:t> RAM</a:t>
          </a:r>
        </a:p>
      </dgm:t>
    </dgm:pt>
    <dgm:pt modelId="{20A92948-2CE4-4943-B485-A757166793FB}" type="parTrans" cxnId="{34F904B1-7CB3-425A-8DC4-9B19446F5F5C}">
      <dgm:prSet/>
      <dgm:spPr/>
      <dgm:t>
        <a:bodyPr/>
        <a:lstStyle/>
        <a:p>
          <a:endParaRPr lang="en-IN"/>
        </a:p>
      </dgm:t>
    </dgm:pt>
    <dgm:pt modelId="{DF6F8E8A-C00C-4991-BC47-29F95D7A6DB8}" type="sibTrans" cxnId="{34F904B1-7CB3-425A-8DC4-9B19446F5F5C}">
      <dgm:prSet/>
      <dgm:spPr/>
      <dgm:t>
        <a:bodyPr/>
        <a:lstStyle/>
        <a:p>
          <a:endParaRPr lang="en-IN"/>
        </a:p>
      </dgm:t>
    </dgm:pt>
    <dgm:pt modelId="{E3D12156-9A57-498D-81D6-562930F5CD3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Lifetime: </a:t>
          </a:r>
          <a:r>
            <a:rPr lang="en-US" b="0" i="0"/>
            <a:t>Till the end of the program.</a:t>
          </a:r>
        </a:p>
      </dgm:t>
    </dgm:pt>
    <dgm:pt modelId="{303B706F-D7A5-494C-88A8-3FE38230B6E3}" type="parTrans" cxnId="{976197F4-B4D0-403D-AAD7-0C774BF2F3F2}">
      <dgm:prSet/>
      <dgm:spPr/>
      <dgm:t>
        <a:bodyPr/>
        <a:lstStyle/>
        <a:p>
          <a:endParaRPr lang="en-IN"/>
        </a:p>
      </dgm:t>
    </dgm:pt>
    <dgm:pt modelId="{EE82B4B4-9B67-4E0F-B682-41C9EE293ED7}" type="sibTrans" cxnId="{976197F4-B4D0-403D-AAD7-0C774BF2F3F2}">
      <dgm:prSet/>
      <dgm:spPr/>
      <dgm:t>
        <a:bodyPr/>
        <a:lstStyle/>
        <a:p>
          <a:endParaRPr lang="en-IN"/>
        </a:p>
      </dgm:t>
    </dgm:pt>
    <dgm:pt modelId="{D7D8780A-CCE4-40CE-99C9-AC878E300882}" type="pres">
      <dgm:prSet presAssocID="{66BEBA13-4A89-48EC-91C4-F20758D2794A}" presName="linearFlow" presStyleCnt="0">
        <dgm:presLayoutVars>
          <dgm:dir/>
          <dgm:animLvl val="lvl"/>
          <dgm:resizeHandles/>
        </dgm:presLayoutVars>
      </dgm:prSet>
      <dgm:spPr/>
    </dgm:pt>
    <dgm:pt modelId="{2962616B-8C47-45CA-A8FA-884B886BFB6F}" type="pres">
      <dgm:prSet presAssocID="{6DD089D9-379E-4AF2-8D94-A2FE986C996D}" presName="compositeNode" presStyleCnt="0">
        <dgm:presLayoutVars>
          <dgm:bulletEnabled val="1"/>
        </dgm:presLayoutVars>
      </dgm:prSet>
      <dgm:spPr/>
    </dgm:pt>
    <dgm:pt modelId="{E90ABAC8-C284-4F5C-ACE1-8BD6EA6BD4C5}" type="pres">
      <dgm:prSet presAssocID="{6DD089D9-379E-4AF2-8D94-A2FE986C996D}" presName="image" presStyleLbl="f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 with solid fill"/>
        </a:ext>
      </dgm:extLst>
    </dgm:pt>
    <dgm:pt modelId="{D82C18A9-E16B-4A6E-B9BB-D91970906806}" type="pres">
      <dgm:prSet presAssocID="{6DD089D9-379E-4AF2-8D94-A2FE986C996D}" presName="childNode" presStyleLbl="node1" presStyleIdx="0" presStyleCnt="4">
        <dgm:presLayoutVars>
          <dgm:bulletEnabled val="1"/>
        </dgm:presLayoutVars>
      </dgm:prSet>
      <dgm:spPr/>
    </dgm:pt>
    <dgm:pt modelId="{A4BF934A-C40A-432B-A3BE-27ED4AD66B77}" type="pres">
      <dgm:prSet presAssocID="{6DD089D9-379E-4AF2-8D94-A2FE986C996D}" presName="parentNode" presStyleLbl="revTx" presStyleIdx="0" presStyleCnt="4">
        <dgm:presLayoutVars>
          <dgm:chMax val="0"/>
          <dgm:bulletEnabled val="1"/>
        </dgm:presLayoutVars>
      </dgm:prSet>
      <dgm:spPr/>
    </dgm:pt>
    <dgm:pt modelId="{CDC8BD5C-E8A9-45DB-9757-E2E9A19CC933}" type="pres">
      <dgm:prSet presAssocID="{4D8A4F51-D5AC-4661-AE69-B9B9A423957D}" presName="sibTrans" presStyleCnt="0"/>
      <dgm:spPr/>
    </dgm:pt>
    <dgm:pt modelId="{DA1C6408-03D0-4AD9-94D9-35DDEB2BECB1}" type="pres">
      <dgm:prSet presAssocID="{25B4D6A8-B2F5-4ACB-84C7-1D0DE74D568F}" presName="compositeNode" presStyleCnt="0">
        <dgm:presLayoutVars>
          <dgm:bulletEnabled val="1"/>
        </dgm:presLayoutVars>
      </dgm:prSet>
      <dgm:spPr/>
    </dgm:pt>
    <dgm:pt modelId="{6EB8079F-FB44-420D-94C0-E5996E0CD95B}" type="pres">
      <dgm:prSet presAssocID="{25B4D6A8-B2F5-4ACB-84C7-1D0DE74D568F}" presName="image" presStyleLbl="fgImgPlace1" presStyleIdx="1" presStyleCnt="4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744EC1A4-3090-4C33-9A44-37390E8ED43A}" type="pres">
      <dgm:prSet presAssocID="{25B4D6A8-B2F5-4ACB-84C7-1D0DE74D568F}" presName="childNode" presStyleLbl="node1" presStyleIdx="1" presStyleCnt="4">
        <dgm:presLayoutVars>
          <dgm:bulletEnabled val="1"/>
        </dgm:presLayoutVars>
      </dgm:prSet>
      <dgm:spPr/>
    </dgm:pt>
    <dgm:pt modelId="{7BFF16F6-25B5-45C7-8CCC-928C7585BB55}" type="pres">
      <dgm:prSet presAssocID="{25B4D6A8-B2F5-4ACB-84C7-1D0DE74D568F}" presName="parentNode" presStyleLbl="revTx" presStyleIdx="1" presStyleCnt="4">
        <dgm:presLayoutVars>
          <dgm:chMax val="0"/>
          <dgm:bulletEnabled val="1"/>
        </dgm:presLayoutVars>
      </dgm:prSet>
      <dgm:spPr/>
    </dgm:pt>
    <dgm:pt modelId="{0EED7ED8-8B50-468A-924C-FF7B7C8CEE1E}" type="pres">
      <dgm:prSet presAssocID="{D723322F-3DE4-4582-96D5-86A242450D7D}" presName="sibTrans" presStyleCnt="0"/>
      <dgm:spPr/>
    </dgm:pt>
    <dgm:pt modelId="{A58ABA2D-6EEE-47DF-9DF3-40F2D0078693}" type="pres">
      <dgm:prSet presAssocID="{C6062BF1-4DEA-4875-899C-79FC058D9AC0}" presName="compositeNode" presStyleCnt="0">
        <dgm:presLayoutVars>
          <dgm:bulletEnabled val="1"/>
        </dgm:presLayoutVars>
      </dgm:prSet>
      <dgm:spPr/>
    </dgm:pt>
    <dgm:pt modelId="{D1C8051F-8B60-4C82-B951-247FF0EF82CC}" type="pres">
      <dgm:prSet presAssocID="{C6062BF1-4DEA-4875-899C-79FC058D9AC0}" presName="image" presStyleLbl="fgImgPlace1" presStyleIdx="2" presStyleCnt="4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8B117C53-E743-4717-A0E2-8CB5BE891168}" type="pres">
      <dgm:prSet presAssocID="{C6062BF1-4DEA-4875-899C-79FC058D9AC0}" presName="childNode" presStyleLbl="node1" presStyleIdx="2" presStyleCnt="4">
        <dgm:presLayoutVars>
          <dgm:bulletEnabled val="1"/>
        </dgm:presLayoutVars>
      </dgm:prSet>
      <dgm:spPr/>
    </dgm:pt>
    <dgm:pt modelId="{DAE353C8-541E-487B-8870-A50C28258A21}" type="pres">
      <dgm:prSet presAssocID="{C6062BF1-4DEA-4875-899C-79FC058D9AC0}" presName="parentNode" presStyleLbl="revTx" presStyleIdx="2" presStyleCnt="4">
        <dgm:presLayoutVars>
          <dgm:chMax val="0"/>
          <dgm:bulletEnabled val="1"/>
        </dgm:presLayoutVars>
      </dgm:prSet>
      <dgm:spPr/>
    </dgm:pt>
    <dgm:pt modelId="{E1B5DED9-F19A-49A6-B4DA-3378A41CA077}" type="pres">
      <dgm:prSet presAssocID="{9FCE799F-A703-45B7-B908-CE3F8CE52ECB}" presName="sibTrans" presStyleCnt="0"/>
      <dgm:spPr/>
    </dgm:pt>
    <dgm:pt modelId="{312AD5E9-1A9D-4021-A77B-C540FF9376CD}" type="pres">
      <dgm:prSet presAssocID="{04B2C21F-D645-4957-96B3-0E836AB6500E}" presName="compositeNode" presStyleCnt="0">
        <dgm:presLayoutVars>
          <dgm:bulletEnabled val="1"/>
        </dgm:presLayoutVars>
      </dgm:prSet>
      <dgm:spPr/>
    </dgm:pt>
    <dgm:pt modelId="{8F940F62-A171-4BBB-8079-1024C156A715}" type="pres">
      <dgm:prSet presAssocID="{04B2C21F-D645-4957-96B3-0E836AB6500E}" presName="image" presStyleLbl="fgImgPlace1" presStyleIdx="3" presStyleCnt="4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</dgm:pt>
    <dgm:pt modelId="{B15854AD-10CB-4F53-B4C5-74375F9709BD}" type="pres">
      <dgm:prSet presAssocID="{04B2C21F-D645-4957-96B3-0E836AB6500E}" presName="childNode" presStyleLbl="node1" presStyleIdx="3" presStyleCnt="4">
        <dgm:presLayoutVars>
          <dgm:bulletEnabled val="1"/>
        </dgm:presLayoutVars>
      </dgm:prSet>
      <dgm:spPr/>
    </dgm:pt>
    <dgm:pt modelId="{3A6F9DA4-5D81-434F-B189-64FAAA8FE89E}" type="pres">
      <dgm:prSet presAssocID="{04B2C21F-D645-4957-96B3-0E836AB6500E}" presName="parentNode" presStyleLbl="revTx" presStyleIdx="3" presStyleCnt="4">
        <dgm:presLayoutVars>
          <dgm:chMax val="0"/>
          <dgm:bulletEnabled val="1"/>
        </dgm:presLayoutVars>
      </dgm:prSet>
      <dgm:spPr/>
    </dgm:pt>
  </dgm:ptLst>
  <dgm:cxnLst>
    <dgm:cxn modelId="{A3770700-BE11-4FDB-95AC-710A6E68E354}" type="presOf" srcId="{DF22C652-D284-4650-B270-3AD78E54FF59}" destId="{8B117C53-E743-4717-A0E2-8CB5BE891168}" srcOrd="0" destOrd="1" presId="urn:microsoft.com/office/officeart/2005/8/layout/hList2"/>
    <dgm:cxn modelId="{CD37B70A-B538-443A-B6DC-E868ECC4B0AD}" srcId="{C6062BF1-4DEA-4875-899C-79FC058D9AC0}" destId="{DF22C652-D284-4650-B270-3AD78E54FF59}" srcOrd="1" destOrd="0" parTransId="{5426EDCE-8D65-41D0-8E4F-7F5F562D5D82}" sibTransId="{2C6B9B31-5D7F-486F-8BA5-C414FF9AD90C}"/>
    <dgm:cxn modelId="{2C84050D-100D-4940-B4A8-BB16F21148D5}" type="presOf" srcId="{6DD089D9-379E-4AF2-8D94-A2FE986C996D}" destId="{A4BF934A-C40A-432B-A3BE-27ED4AD66B77}" srcOrd="0" destOrd="0" presId="urn:microsoft.com/office/officeart/2005/8/layout/hList2"/>
    <dgm:cxn modelId="{3273650F-86C8-48A4-A515-15130175E155}" srcId="{C6062BF1-4DEA-4875-899C-79FC058D9AC0}" destId="{C0AA271A-B15D-4175-8500-831EAC1BA02C}" srcOrd="0" destOrd="0" parTransId="{D2DBFE1A-6CAA-40B4-A885-08F9B6579DAE}" sibTransId="{57D6CED1-8022-4A3A-94DF-C968FED9E60B}"/>
    <dgm:cxn modelId="{770EED10-0A18-43F5-A30B-177621D1D490}" type="presOf" srcId="{10651F67-95DD-4624-9966-B489353B284C}" destId="{D82C18A9-E16B-4A6E-B9BB-D91970906806}" srcOrd="0" destOrd="0" presId="urn:microsoft.com/office/officeart/2005/8/layout/hList2"/>
    <dgm:cxn modelId="{4824031A-8BEB-463B-9860-DD6F5F90F1EE}" srcId="{6DD089D9-379E-4AF2-8D94-A2FE986C996D}" destId="{10651F67-95DD-4624-9966-B489353B284C}" srcOrd="0" destOrd="0" parTransId="{0FC86B48-29A3-47BB-B58F-9DE2D741ADD0}" sibTransId="{0A51CF06-3897-42C6-9DFB-4DF6541F686D}"/>
    <dgm:cxn modelId="{6EF5361D-4A92-4290-845D-3774E71CA8EE}" type="presOf" srcId="{0331820F-D045-4C31-9A08-F94BC3077F26}" destId="{D82C18A9-E16B-4A6E-B9BB-D91970906806}" srcOrd="0" destOrd="2" presId="urn:microsoft.com/office/officeart/2005/8/layout/hList2"/>
    <dgm:cxn modelId="{E634C123-8FF8-4339-BE32-11F87851DE18}" srcId="{25B4D6A8-B2F5-4ACB-84C7-1D0DE74D568F}" destId="{61E3DDEB-7C17-4EF5-922B-42F7E7DD4EFD}" srcOrd="0" destOrd="0" parTransId="{73450AA2-466F-4C03-B011-85F91B99F281}" sibTransId="{B2B43BD0-9F49-475C-ADD5-3603FDBFDD7D}"/>
    <dgm:cxn modelId="{9ECE3D2A-3379-45E2-B3B0-03DFB4C23BDF}" type="presOf" srcId="{66BEBA13-4A89-48EC-91C4-F20758D2794A}" destId="{D7D8780A-CCE4-40CE-99C9-AC878E300882}" srcOrd="0" destOrd="0" presId="urn:microsoft.com/office/officeart/2005/8/layout/hList2"/>
    <dgm:cxn modelId="{BDD6DC2A-EF26-4F3F-94CE-CD07794388EC}" type="presOf" srcId="{C6062BF1-4DEA-4875-899C-79FC058D9AC0}" destId="{DAE353C8-541E-487B-8870-A50C28258A21}" srcOrd="0" destOrd="0" presId="urn:microsoft.com/office/officeart/2005/8/layout/hList2"/>
    <dgm:cxn modelId="{2E63DD5F-ADDF-418D-9009-BFBA35C89A52}" srcId="{66BEBA13-4A89-48EC-91C4-F20758D2794A}" destId="{C6062BF1-4DEA-4875-899C-79FC058D9AC0}" srcOrd="2" destOrd="0" parTransId="{AC833049-6BF2-4DCD-BDB3-F893E7831025}" sibTransId="{9FCE799F-A703-45B7-B908-CE3F8CE52ECB}"/>
    <dgm:cxn modelId="{C7D13043-D460-4CCE-A707-8EB116DEB3B3}" srcId="{6DD089D9-379E-4AF2-8D94-A2FE986C996D}" destId="{9AF598AA-F804-474C-993D-81406EF44E4A}" srcOrd="1" destOrd="0" parTransId="{50DA9CD0-1BC1-44C1-A0F2-E13049997BDA}" sibTransId="{49844859-8F89-4D2C-87C8-171BB22BA69C}"/>
    <dgm:cxn modelId="{81146F43-E87D-4DA8-AB91-9A135015A02E}" type="presOf" srcId="{3CF0BDE3-B4AC-4814-A71C-5994824095D7}" destId="{8B117C53-E743-4717-A0E2-8CB5BE891168}" srcOrd="0" destOrd="2" presId="urn:microsoft.com/office/officeart/2005/8/layout/hList2"/>
    <dgm:cxn modelId="{F7170F49-B4A6-4414-86E0-C36D82AE1FB3}" srcId="{04B2C21F-D645-4957-96B3-0E836AB6500E}" destId="{BF1CB0AE-A687-4DF1-9A86-69970CA2746A}" srcOrd="3" destOrd="0" parTransId="{F565A624-1B38-4903-A36F-2AE18767F2A6}" sibTransId="{55CADB48-A125-45DA-8B38-2CF633D27461}"/>
    <dgm:cxn modelId="{64F96749-7783-465B-AEEB-FA602D539869}" type="presOf" srcId="{9AF598AA-F804-474C-993D-81406EF44E4A}" destId="{D82C18A9-E16B-4A6E-B9BB-D91970906806}" srcOrd="0" destOrd="1" presId="urn:microsoft.com/office/officeart/2005/8/layout/hList2"/>
    <dgm:cxn modelId="{5C4F9D4E-E7CE-41AA-AFA7-1E38BD97EEC7}" srcId="{04B2C21F-D645-4957-96B3-0E836AB6500E}" destId="{9EC568D6-AD95-4A99-89FF-C58676270307}" srcOrd="1" destOrd="0" parTransId="{C0CE34F6-C765-476B-8B02-02A2F6F1AC7E}" sibTransId="{0E077FEE-86E7-4512-855B-EC910E0213CD}"/>
    <dgm:cxn modelId="{AA3F9874-A426-4A44-AACB-009A60DCE1F5}" type="presOf" srcId="{9EC568D6-AD95-4A99-89FF-C58676270307}" destId="{B15854AD-10CB-4F53-B4C5-74375F9709BD}" srcOrd="0" destOrd="1" presId="urn:microsoft.com/office/officeart/2005/8/layout/hList2"/>
    <dgm:cxn modelId="{DFD9E07E-BA1B-4CBC-9B59-B8D8AC189B21}" type="presOf" srcId="{0F6101F9-8B70-4BB8-BC50-C41A1C0810F1}" destId="{D82C18A9-E16B-4A6E-B9BB-D91970906806}" srcOrd="0" destOrd="4" presId="urn:microsoft.com/office/officeart/2005/8/layout/hList2"/>
    <dgm:cxn modelId="{AF36E187-244E-47BD-B278-A2E60D630DFD}" srcId="{25B4D6A8-B2F5-4ACB-84C7-1D0DE74D568F}" destId="{35B5E271-932B-4025-B9A6-E3BFD97B1BE3}" srcOrd="2" destOrd="0" parTransId="{A89CDA00-E4B2-42F5-BD5F-8850539F2C73}" sibTransId="{0685CE4D-CE18-45ED-9A5B-A74C13BCD59E}"/>
    <dgm:cxn modelId="{F559ED8C-27CE-4067-A0DA-76B7D4E17B45}" srcId="{04B2C21F-D645-4957-96B3-0E836AB6500E}" destId="{0DAE30DF-698E-41E4-A3D0-9CD5EF2A7EFD}" srcOrd="0" destOrd="0" parTransId="{E3990BE1-3A5A-4D14-B87F-F7C6A564ED4D}" sibTransId="{E23E8EA6-F98B-4072-ACBF-E816E90F226A}"/>
    <dgm:cxn modelId="{CFA78094-771C-4745-96AF-199AAFDB8B48}" type="presOf" srcId="{61E3DDEB-7C17-4EF5-922B-42F7E7DD4EFD}" destId="{744EC1A4-3090-4C33-9A44-37390E8ED43A}" srcOrd="0" destOrd="0" presId="urn:microsoft.com/office/officeart/2005/8/layout/hList2"/>
    <dgm:cxn modelId="{68BD71A1-56EE-4A61-B081-B2D48DAA071F}" srcId="{66BEBA13-4A89-48EC-91C4-F20758D2794A}" destId="{04B2C21F-D645-4957-96B3-0E836AB6500E}" srcOrd="3" destOrd="0" parTransId="{95B5E79F-E551-412D-AC3A-FF6B050133E2}" sibTransId="{DBB169F1-A813-4D6D-B773-8508FE90481A}"/>
    <dgm:cxn modelId="{817AF5A6-59D6-4D18-884A-63CBA72E751B}" type="presOf" srcId="{03DBD50E-5AE4-460B-B7D4-D956C9B7DE02}" destId="{B15854AD-10CB-4F53-B4C5-74375F9709BD}" srcOrd="0" destOrd="2" presId="urn:microsoft.com/office/officeart/2005/8/layout/hList2"/>
    <dgm:cxn modelId="{34F904B1-7CB3-425A-8DC4-9B19446F5F5C}" srcId="{C6062BF1-4DEA-4875-899C-79FC058D9AC0}" destId="{3CF0BDE3-B4AC-4814-A71C-5994824095D7}" srcOrd="2" destOrd="0" parTransId="{20A92948-2CE4-4943-B485-A757166793FB}" sibTransId="{DF6F8E8A-C00C-4991-BC47-29F95D7A6DB8}"/>
    <dgm:cxn modelId="{EAA98FB1-F5A3-407F-9732-78C0EDBA8407}" type="presOf" srcId="{E3D12156-9A57-498D-81D6-562930F5CD32}" destId="{8B117C53-E743-4717-A0E2-8CB5BE891168}" srcOrd="0" destOrd="3" presId="urn:microsoft.com/office/officeart/2005/8/layout/hList2"/>
    <dgm:cxn modelId="{33CBB2B1-0EDD-44E9-8190-AA9C396D0F92}" type="presOf" srcId="{0DAE30DF-698E-41E4-A3D0-9CD5EF2A7EFD}" destId="{B15854AD-10CB-4F53-B4C5-74375F9709BD}" srcOrd="0" destOrd="0" presId="urn:microsoft.com/office/officeart/2005/8/layout/hList2"/>
    <dgm:cxn modelId="{CB56EBB5-E5AC-416C-8FA0-00F2C3424956}" srcId="{66BEBA13-4A89-48EC-91C4-F20758D2794A}" destId="{25B4D6A8-B2F5-4ACB-84C7-1D0DE74D568F}" srcOrd="1" destOrd="0" parTransId="{199B36B2-2C9A-419C-9657-AD404DAAAF08}" sibTransId="{D723322F-3DE4-4582-96D5-86A242450D7D}"/>
    <dgm:cxn modelId="{41F014B7-76AC-42D7-8011-29A38898850F}" srcId="{25B4D6A8-B2F5-4ACB-84C7-1D0DE74D568F}" destId="{61974946-A13F-4116-BCCB-A460AF9256C9}" srcOrd="1" destOrd="0" parTransId="{8097EB7F-D52A-41E1-9A01-46F6300E5E73}" sibTransId="{787D4810-B30C-4762-93E7-ED10AAA5E111}"/>
    <dgm:cxn modelId="{3F2EB0B8-29D6-438F-80C4-AC4CE8F50BC1}" type="presOf" srcId="{25B4D6A8-B2F5-4ACB-84C7-1D0DE74D568F}" destId="{7BFF16F6-25B5-45C7-8CCC-928C7585BB55}" srcOrd="0" destOrd="0" presId="urn:microsoft.com/office/officeart/2005/8/layout/hList2"/>
    <dgm:cxn modelId="{A4F2E6B8-86CA-46D7-9F65-B2EF14BE9DC5}" srcId="{6DD089D9-379E-4AF2-8D94-A2FE986C996D}" destId="{2ECE53A3-8135-49E9-A1E4-5526DB0475BB}" srcOrd="3" destOrd="0" parTransId="{068ED6C1-600A-4AB0-BE17-78B0448D52FB}" sibTransId="{A7E5BB71-0A39-4310-A789-C2E3A4205A43}"/>
    <dgm:cxn modelId="{0C83DABB-9060-4702-A596-92823572D402}" type="presOf" srcId="{1D09F709-B5CC-4529-8012-790967C00082}" destId="{744EC1A4-3090-4C33-9A44-37390E8ED43A}" srcOrd="0" destOrd="3" presId="urn:microsoft.com/office/officeart/2005/8/layout/hList2"/>
    <dgm:cxn modelId="{6F4B6EBC-DA92-4E90-BDE1-BA37ADB3DF31}" type="presOf" srcId="{2ECE53A3-8135-49E9-A1E4-5526DB0475BB}" destId="{D82C18A9-E16B-4A6E-B9BB-D91970906806}" srcOrd="0" destOrd="3" presId="urn:microsoft.com/office/officeart/2005/8/layout/hList2"/>
    <dgm:cxn modelId="{51B710CC-71A8-48B5-94B8-22DCAB9AF1F9}" srcId="{6DD089D9-379E-4AF2-8D94-A2FE986C996D}" destId="{0F6101F9-8B70-4BB8-BC50-C41A1C0810F1}" srcOrd="4" destOrd="0" parTransId="{E7CBDEEF-C8B4-4807-9B58-6D0CCD2E4C17}" sibTransId="{57D2BB32-EEF9-44E2-BD22-D255AACFCF84}"/>
    <dgm:cxn modelId="{7DD73EE4-BBC3-44D8-A3FD-76ED9CB6715C}" type="presOf" srcId="{C0AA271A-B15D-4175-8500-831EAC1BA02C}" destId="{8B117C53-E743-4717-A0E2-8CB5BE891168}" srcOrd="0" destOrd="0" presId="urn:microsoft.com/office/officeart/2005/8/layout/hList2"/>
    <dgm:cxn modelId="{7F542AE5-676C-4B7F-9815-FD2FF197FEFC}" srcId="{04B2C21F-D645-4957-96B3-0E836AB6500E}" destId="{03DBD50E-5AE4-460B-B7D4-D956C9B7DE02}" srcOrd="2" destOrd="0" parTransId="{5F6A8AB9-E553-450D-A856-EF3BF200F92D}" sibTransId="{1A21ADAC-1E30-425F-8CBD-6DCCE142DE7F}"/>
    <dgm:cxn modelId="{73E96DE7-9AAC-4126-BC01-4EEC0AA90E0F}" type="presOf" srcId="{61974946-A13F-4116-BCCB-A460AF9256C9}" destId="{744EC1A4-3090-4C33-9A44-37390E8ED43A}" srcOrd="0" destOrd="1" presId="urn:microsoft.com/office/officeart/2005/8/layout/hList2"/>
    <dgm:cxn modelId="{D93358E9-67DD-44D7-9B37-76444E800695}" type="presOf" srcId="{04B2C21F-D645-4957-96B3-0E836AB6500E}" destId="{3A6F9DA4-5D81-434F-B189-64FAAA8FE89E}" srcOrd="0" destOrd="0" presId="urn:microsoft.com/office/officeart/2005/8/layout/hList2"/>
    <dgm:cxn modelId="{EB8547EB-62A8-481A-A7FA-A1022B393B59}" srcId="{25B4D6A8-B2F5-4ACB-84C7-1D0DE74D568F}" destId="{1D09F709-B5CC-4529-8012-790967C00082}" srcOrd="3" destOrd="0" parTransId="{98E9CD64-9542-4E8F-80CB-F596BE8E1C70}" sibTransId="{A6B845C7-428F-4EA0-BA0D-291A222CCF80}"/>
    <dgm:cxn modelId="{8F5E5AEF-204F-41FE-B58B-AB05A0263470}" srcId="{66BEBA13-4A89-48EC-91C4-F20758D2794A}" destId="{6DD089D9-379E-4AF2-8D94-A2FE986C996D}" srcOrd="0" destOrd="0" parTransId="{C8096436-0589-4456-A5E6-2012167F7497}" sibTransId="{4D8A4F51-D5AC-4661-AE69-B9B9A423957D}"/>
    <dgm:cxn modelId="{4E7A2BF0-A5FF-4240-B5EE-C217FC26022D}" type="presOf" srcId="{35B5E271-932B-4025-B9A6-E3BFD97B1BE3}" destId="{744EC1A4-3090-4C33-9A44-37390E8ED43A}" srcOrd="0" destOrd="2" presId="urn:microsoft.com/office/officeart/2005/8/layout/hList2"/>
    <dgm:cxn modelId="{D3617BF2-4169-439F-8287-C1EB8D001F7E}" type="presOf" srcId="{BF1CB0AE-A687-4DF1-9A86-69970CA2746A}" destId="{B15854AD-10CB-4F53-B4C5-74375F9709BD}" srcOrd="0" destOrd="3" presId="urn:microsoft.com/office/officeart/2005/8/layout/hList2"/>
    <dgm:cxn modelId="{976197F4-B4D0-403D-AAD7-0C774BF2F3F2}" srcId="{C6062BF1-4DEA-4875-899C-79FC058D9AC0}" destId="{E3D12156-9A57-498D-81D6-562930F5CD32}" srcOrd="3" destOrd="0" parTransId="{303B706F-D7A5-494C-88A8-3FE38230B6E3}" sibTransId="{EE82B4B4-9B67-4E0F-B682-41C9EE293ED7}"/>
    <dgm:cxn modelId="{01B9BEF7-0335-42B7-B4C7-9CC661F74EE9}" srcId="{6DD089D9-379E-4AF2-8D94-A2FE986C996D}" destId="{0331820F-D045-4C31-9A08-F94BC3077F26}" srcOrd="2" destOrd="0" parTransId="{855555F7-374B-46D8-8F9B-02F319E6F497}" sibTransId="{07D38872-D6FB-4523-9EC2-7CC59DFF3705}"/>
    <dgm:cxn modelId="{4DE11D78-011A-4BDA-A4D5-ADD184CE334E}" type="presParOf" srcId="{D7D8780A-CCE4-40CE-99C9-AC878E300882}" destId="{2962616B-8C47-45CA-A8FA-884B886BFB6F}" srcOrd="0" destOrd="0" presId="urn:microsoft.com/office/officeart/2005/8/layout/hList2"/>
    <dgm:cxn modelId="{46E014A7-5A2F-42E8-9B8F-A4B26DA7CB07}" type="presParOf" srcId="{2962616B-8C47-45CA-A8FA-884B886BFB6F}" destId="{E90ABAC8-C284-4F5C-ACE1-8BD6EA6BD4C5}" srcOrd="0" destOrd="0" presId="urn:microsoft.com/office/officeart/2005/8/layout/hList2"/>
    <dgm:cxn modelId="{C29144AE-ACFC-460D-9AA7-159DAFCBADED}" type="presParOf" srcId="{2962616B-8C47-45CA-A8FA-884B886BFB6F}" destId="{D82C18A9-E16B-4A6E-B9BB-D91970906806}" srcOrd="1" destOrd="0" presId="urn:microsoft.com/office/officeart/2005/8/layout/hList2"/>
    <dgm:cxn modelId="{52C5450F-9927-4870-B5AB-570CE4414ED6}" type="presParOf" srcId="{2962616B-8C47-45CA-A8FA-884B886BFB6F}" destId="{A4BF934A-C40A-432B-A3BE-27ED4AD66B77}" srcOrd="2" destOrd="0" presId="urn:microsoft.com/office/officeart/2005/8/layout/hList2"/>
    <dgm:cxn modelId="{C91F77C5-80BB-477E-8D18-3384B1968B99}" type="presParOf" srcId="{D7D8780A-CCE4-40CE-99C9-AC878E300882}" destId="{CDC8BD5C-E8A9-45DB-9757-E2E9A19CC933}" srcOrd="1" destOrd="0" presId="urn:microsoft.com/office/officeart/2005/8/layout/hList2"/>
    <dgm:cxn modelId="{482470BA-1578-4509-99A2-0D611E716569}" type="presParOf" srcId="{D7D8780A-CCE4-40CE-99C9-AC878E300882}" destId="{DA1C6408-03D0-4AD9-94D9-35DDEB2BECB1}" srcOrd="2" destOrd="0" presId="urn:microsoft.com/office/officeart/2005/8/layout/hList2"/>
    <dgm:cxn modelId="{8E61E596-EB85-4384-B74A-435141A1EDD2}" type="presParOf" srcId="{DA1C6408-03D0-4AD9-94D9-35DDEB2BECB1}" destId="{6EB8079F-FB44-420D-94C0-E5996E0CD95B}" srcOrd="0" destOrd="0" presId="urn:microsoft.com/office/officeart/2005/8/layout/hList2"/>
    <dgm:cxn modelId="{7D549233-C273-4746-8A41-52CB8D77628E}" type="presParOf" srcId="{DA1C6408-03D0-4AD9-94D9-35DDEB2BECB1}" destId="{744EC1A4-3090-4C33-9A44-37390E8ED43A}" srcOrd="1" destOrd="0" presId="urn:microsoft.com/office/officeart/2005/8/layout/hList2"/>
    <dgm:cxn modelId="{2880B999-193E-4755-B6F4-A38D81E398DE}" type="presParOf" srcId="{DA1C6408-03D0-4AD9-94D9-35DDEB2BECB1}" destId="{7BFF16F6-25B5-45C7-8CCC-928C7585BB55}" srcOrd="2" destOrd="0" presId="urn:microsoft.com/office/officeart/2005/8/layout/hList2"/>
    <dgm:cxn modelId="{289AF219-1F9A-4FFD-A4D0-A5E727FE54AE}" type="presParOf" srcId="{D7D8780A-CCE4-40CE-99C9-AC878E300882}" destId="{0EED7ED8-8B50-468A-924C-FF7B7C8CEE1E}" srcOrd="3" destOrd="0" presId="urn:microsoft.com/office/officeart/2005/8/layout/hList2"/>
    <dgm:cxn modelId="{2DE8A65C-CF99-4610-8F72-3D156C6E45ED}" type="presParOf" srcId="{D7D8780A-CCE4-40CE-99C9-AC878E300882}" destId="{A58ABA2D-6EEE-47DF-9DF3-40F2D0078693}" srcOrd="4" destOrd="0" presId="urn:microsoft.com/office/officeart/2005/8/layout/hList2"/>
    <dgm:cxn modelId="{F6784142-EA99-400D-823B-E9C3E2866218}" type="presParOf" srcId="{A58ABA2D-6EEE-47DF-9DF3-40F2D0078693}" destId="{D1C8051F-8B60-4C82-B951-247FF0EF82CC}" srcOrd="0" destOrd="0" presId="urn:microsoft.com/office/officeart/2005/8/layout/hList2"/>
    <dgm:cxn modelId="{21584428-B3CC-4A4C-B3D8-4D568E2DB089}" type="presParOf" srcId="{A58ABA2D-6EEE-47DF-9DF3-40F2D0078693}" destId="{8B117C53-E743-4717-A0E2-8CB5BE891168}" srcOrd="1" destOrd="0" presId="urn:microsoft.com/office/officeart/2005/8/layout/hList2"/>
    <dgm:cxn modelId="{B0751E66-FE87-4D91-B627-CF1F0FA13238}" type="presParOf" srcId="{A58ABA2D-6EEE-47DF-9DF3-40F2D0078693}" destId="{DAE353C8-541E-487B-8870-A50C28258A21}" srcOrd="2" destOrd="0" presId="urn:microsoft.com/office/officeart/2005/8/layout/hList2"/>
    <dgm:cxn modelId="{5F2BE62E-F38C-4CFF-8420-F97D85058EF8}" type="presParOf" srcId="{D7D8780A-CCE4-40CE-99C9-AC878E300882}" destId="{E1B5DED9-F19A-49A6-B4DA-3378A41CA077}" srcOrd="5" destOrd="0" presId="urn:microsoft.com/office/officeart/2005/8/layout/hList2"/>
    <dgm:cxn modelId="{915DF63C-98CB-4E83-A93D-EA762CC99415}" type="presParOf" srcId="{D7D8780A-CCE4-40CE-99C9-AC878E300882}" destId="{312AD5E9-1A9D-4021-A77B-C540FF9376CD}" srcOrd="6" destOrd="0" presId="urn:microsoft.com/office/officeart/2005/8/layout/hList2"/>
    <dgm:cxn modelId="{3ABCD60D-B5DC-4A6D-9C26-5EE476754171}" type="presParOf" srcId="{312AD5E9-1A9D-4021-A77B-C540FF9376CD}" destId="{8F940F62-A171-4BBB-8079-1024C156A715}" srcOrd="0" destOrd="0" presId="urn:microsoft.com/office/officeart/2005/8/layout/hList2"/>
    <dgm:cxn modelId="{3D8A5DF9-3E5D-42B2-8A21-AEEE554580B9}" type="presParOf" srcId="{312AD5E9-1A9D-4021-A77B-C540FF9376CD}" destId="{B15854AD-10CB-4F53-B4C5-74375F9709BD}" srcOrd="1" destOrd="0" presId="urn:microsoft.com/office/officeart/2005/8/layout/hList2"/>
    <dgm:cxn modelId="{B22AC134-5278-4923-B2A1-4FEA1678B076}" type="presParOf" srcId="{312AD5E9-1A9D-4021-A77B-C540FF9376CD}" destId="{3A6F9DA4-5D81-434F-B189-64FAAA8FE89E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775EF42-365C-4D49-ABD6-27579EFC7FE8}" type="doc">
      <dgm:prSet loTypeId="urn:microsoft.com/office/officeart/2005/8/layout/hierarchy1" loCatId="hierarchy" qsTypeId="urn:microsoft.com/office/officeart/2005/8/quickstyle/3d1" qsCatId="3D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2C030FC8-801B-40D5-BA8C-6F85F633C0F8}">
      <dgm:prSet phldrT="[Text]"/>
      <dgm:spPr/>
      <dgm:t>
        <a:bodyPr/>
        <a:lstStyle/>
        <a:p>
          <a:r>
            <a:rPr lang="en-IN" dirty="0"/>
            <a:t>Statements</a:t>
          </a:r>
        </a:p>
      </dgm:t>
    </dgm:pt>
    <dgm:pt modelId="{229FB4C9-A037-4945-9881-B139D94E03C8}" type="parTrans" cxnId="{EF3F70B6-F02C-44EA-9C2E-DD699842FD51}">
      <dgm:prSet/>
      <dgm:spPr/>
      <dgm:t>
        <a:bodyPr/>
        <a:lstStyle/>
        <a:p>
          <a:endParaRPr lang="en-IN"/>
        </a:p>
      </dgm:t>
    </dgm:pt>
    <dgm:pt modelId="{0C0172D1-17EE-4F33-95FD-F7A34B4EC11E}" type="sibTrans" cxnId="{EF3F70B6-F02C-44EA-9C2E-DD699842FD51}">
      <dgm:prSet/>
      <dgm:spPr/>
      <dgm:t>
        <a:bodyPr/>
        <a:lstStyle/>
        <a:p>
          <a:endParaRPr lang="en-IN"/>
        </a:p>
      </dgm:t>
    </dgm:pt>
    <dgm:pt modelId="{6FFF791A-BA49-467A-BCAB-1890D4846036}">
      <dgm:prSet phldrT="[Text]"/>
      <dgm:spPr/>
      <dgm:t>
        <a:bodyPr/>
        <a:lstStyle/>
        <a:p>
          <a:r>
            <a:rPr lang="en-IN" dirty="0"/>
            <a:t>Expression Statement</a:t>
          </a:r>
        </a:p>
      </dgm:t>
    </dgm:pt>
    <dgm:pt modelId="{6103FD82-7074-4BD8-ABB6-FE72BB5972F4}" type="parTrans" cxnId="{41CBA8CA-4287-4A4A-839E-23AE969A010B}">
      <dgm:prSet/>
      <dgm:spPr/>
      <dgm:t>
        <a:bodyPr/>
        <a:lstStyle/>
        <a:p>
          <a:endParaRPr lang="en-IN"/>
        </a:p>
      </dgm:t>
    </dgm:pt>
    <dgm:pt modelId="{7500286C-C42E-4595-9304-14B9B7E5ED0F}" type="sibTrans" cxnId="{41CBA8CA-4287-4A4A-839E-23AE969A010B}">
      <dgm:prSet/>
      <dgm:spPr/>
      <dgm:t>
        <a:bodyPr/>
        <a:lstStyle/>
        <a:p>
          <a:endParaRPr lang="en-IN"/>
        </a:p>
      </dgm:t>
    </dgm:pt>
    <dgm:pt modelId="{15B27861-E0A6-4A32-A223-678F5D7506B6}">
      <dgm:prSet phldrT="[Text]"/>
      <dgm:spPr/>
      <dgm:t>
        <a:bodyPr/>
        <a:lstStyle/>
        <a:p>
          <a:r>
            <a:rPr lang="en-IN" dirty="0"/>
            <a:t>Declaration Statement</a:t>
          </a:r>
        </a:p>
      </dgm:t>
    </dgm:pt>
    <dgm:pt modelId="{8811179F-1131-4F79-B389-5A00C990E421}" type="parTrans" cxnId="{9BAC9674-E685-4FC7-8791-5A5E0054BFD4}">
      <dgm:prSet/>
      <dgm:spPr/>
      <dgm:t>
        <a:bodyPr/>
        <a:lstStyle/>
        <a:p>
          <a:endParaRPr lang="en-IN"/>
        </a:p>
      </dgm:t>
    </dgm:pt>
    <dgm:pt modelId="{971D7E88-963C-490C-BAE5-E70B3134D94A}" type="sibTrans" cxnId="{9BAC9674-E685-4FC7-8791-5A5E0054BFD4}">
      <dgm:prSet/>
      <dgm:spPr/>
      <dgm:t>
        <a:bodyPr/>
        <a:lstStyle/>
        <a:p>
          <a:endParaRPr lang="en-IN"/>
        </a:p>
      </dgm:t>
    </dgm:pt>
    <dgm:pt modelId="{71BCC5C0-7397-4DDC-A65B-80F63092CAA1}">
      <dgm:prSet phldrT="[Text]"/>
      <dgm:spPr/>
      <dgm:t>
        <a:bodyPr/>
        <a:lstStyle/>
        <a:p>
          <a:r>
            <a:rPr lang="en-IN" dirty="0"/>
            <a:t>Control Flow Statement</a:t>
          </a:r>
        </a:p>
      </dgm:t>
    </dgm:pt>
    <dgm:pt modelId="{B3DA0928-FD25-439A-A3E7-9762D1CF1E30}" type="parTrans" cxnId="{07602EEA-EEB4-42BD-8108-0D38015E113E}">
      <dgm:prSet/>
      <dgm:spPr/>
      <dgm:t>
        <a:bodyPr/>
        <a:lstStyle/>
        <a:p>
          <a:endParaRPr lang="en-IN"/>
        </a:p>
      </dgm:t>
    </dgm:pt>
    <dgm:pt modelId="{9BDFAE8A-8B0D-451E-ADDE-C37AFBAF38FF}" type="sibTrans" cxnId="{07602EEA-EEB4-42BD-8108-0D38015E113E}">
      <dgm:prSet/>
      <dgm:spPr/>
      <dgm:t>
        <a:bodyPr/>
        <a:lstStyle/>
        <a:p>
          <a:endParaRPr lang="en-IN"/>
        </a:p>
      </dgm:t>
    </dgm:pt>
    <dgm:pt modelId="{6E3DB903-ED29-4376-9AED-287C656C960A}">
      <dgm:prSet phldrT="[Text]"/>
      <dgm:spPr/>
      <dgm:t>
        <a:bodyPr/>
        <a:lstStyle/>
        <a:p>
          <a:r>
            <a:rPr lang="en-IN" dirty="0"/>
            <a:t>Looping Statement</a:t>
          </a:r>
        </a:p>
      </dgm:t>
    </dgm:pt>
    <dgm:pt modelId="{5A83702D-E724-4D5B-B75C-904263B76B23}" type="parTrans" cxnId="{58D3EFF2-19DD-42E5-A671-AF00F302713C}">
      <dgm:prSet/>
      <dgm:spPr/>
      <dgm:t>
        <a:bodyPr/>
        <a:lstStyle/>
        <a:p>
          <a:endParaRPr lang="en-IN"/>
        </a:p>
      </dgm:t>
    </dgm:pt>
    <dgm:pt modelId="{7A171F02-08FF-4700-B85A-57E1A51372CC}" type="sibTrans" cxnId="{58D3EFF2-19DD-42E5-A671-AF00F302713C}">
      <dgm:prSet/>
      <dgm:spPr/>
      <dgm:t>
        <a:bodyPr/>
        <a:lstStyle/>
        <a:p>
          <a:endParaRPr lang="en-IN"/>
        </a:p>
      </dgm:t>
    </dgm:pt>
    <dgm:pt modelId="{102DD4CA-4092-487C-835A-7CB9202ABC0A}">
      <dgm:prSet phldrT="[Text]"/>
      <dgm:spPr/>
      <dgm:t>
        <a:bodyPr/>
        <a:lstStyle/>
        <a:p>
          <a:r>
            <a:rPr lang="en-IN" dirty="0"/>
            <a:t>Jump Statement</a:t>
          </a:r>
        </a:p>
      </dgm:t>
    </dgm:pt>
    <dgm:pt modelId="{3E4BCE71-E68C-4839-ABDF-E54018DFC91C}" type="parTrans" cxnId="{290E727A-F99A-48AE-8A50-0DBD90149146}">
      <dgm:prSet/>
      <dgm:spPr/>
      <dgm:t>
        <a:bodyPr/>
        <a:lstStyle/>
        <a:p>
          <a:endParaRPr lang="en-IN"/>
        </a:p>
      </dgm:t>
    </dgm:pt>
    <dgm:pt modelId="{096D6509-59EC-4165-BA87-97E715CEA0BD}" type="sibTrans" cxnId="{290E727A-F99A-48AE-8A50-0DBD90149146}">
      <dgm:prSet/>
      <dgm:spPr/>
      <dgm:t>
        <a:bodyPr/>
        <a:lstStyle/>
        <a:p>
          <a:endParaRPr lang="en-IN"/>
        </a:p>
      </dgm:t>
    </dgm:pt>
    <dgm:pt modelId="{204EDF26-2994-489A-8F53-22BDA009CBBB}">
      <dgm:prSet phldrT="[Text]"/>
      <dgm:spPr/>
      <dgm:t>
        <a:bodyPr/>
        <a:lstStyle/>
        <a:p>
          <a:r>
            <a:rPr lang="en-IN" dirty="0"/>
            <a:t>Conditional Statement</a:t>
          </a:r>
        </a:p>
      </dgm:t>
    </dgm:pt>
    <dgm:pt modelId="{7DBA586C-E0F5-4991-AE70-603673F75214}" type="parTrans" cxnId="{364386A2-E183-4699-9B0B-2F45FCBCA667}">
      <dgm:prSet/>
      <dgm:spPr/>
      <dgm:t>
        <a:bodyPr/>
        <a:lstStyle/>
        <a:p>
          <a:endParaRPr lang="en-IN"/>
        </a:p>
      </dgm:t>
    </dgm:pt>
    <dgm:pt modelId="{EA236745-60B6-4B90-884F-E04DB83BB886}" type="sibTrans" cxnId="{364386A2-E183-4699-9B0B-2F45FCBCA667}">
      <dgm:prSet/>
      <dgm:spPr/>
      <dgm:t>
        <a:bodyPr/>
        <a:lstStyle/>
        <a:p>
          <a:endParaRPr lang="en-IN"/>
        </a:p>
      </dgm:t>
    </dgm:pt>
    <dgm:pt modelId="{A323E134-A323-4983-B69F-51F691450CC2}">
      <dgm:prSet phldrT="[Text]"/>
      <dgm:spPr/>
      <dgm:t>
        <a:bodyPr/>
        <a:lstStyle/>
        <a:p>
          <a:r>
            <a:rPr lang="en-IN" dirty="0"/>
            <a:t>break</a:t>
          </a:r>
        </a:p>
      </dgm:t>
    </dgm:pt>
    <dgm:pt modelId="{97F8886D-605D-4492-8137-8C5CB7FE3BDE}" type="parTrans" cxnId="{BA478B39-63BD-4CD5-BE42-3B19AE469C18}">
      <dgm:prSet/>
      <dgm:spPr/>
      <dgm:t>
        <a:bodyPr/>
        <a:lstStyle/>
        <a:p>
          <a:endParaRPr lang="en-IN"/>
        </a:p>
      </dgm:t>
    </dgm:pt>
    <dgm:pt modelId="{BD0A9298-B76C-4502-B305-74FA1551C692}" type="sibTrans" cxnId="{BA478B39-63BD-4CD5-BE42-3B19AE469C18}">
      <dgm:prSet/>
      <dgm:spPr/>
      <dgm:t>
        <a:bodyPr/>
        <a:lstStyle/>
        <a:p>
          <a:endParaRPr lang="en-IN"/>
        </a:p>
      </dgm:t>
    </dgm:pt>
    <dgm:pt modelId="{EB2A23DF-0645-46B4-A126-ADB58E021322}">
      <dgm:prSet phldrT="[Text]"/>
      <dgm:spPr/>
      <dgm:t>
        <a:bodyPr/>
        <a:lstStyle/>
        <a:p>
          <a:r>
            <a:rPr lang="en-IN" dirty="0"/>
            <a:t>continue</a:t>
          </a:r>
        </a:p>
      </dgm:t>
    </dgm:pt>
    <dgm:pt modelId="{64DE8E69-D2DA-4449-9144-E188ADE63684}" type="parTrans" cxnId="{29D5F3F8-409E-48A5-A068-607AFD5908C5}">
      <dgm:prSet/>
      <dgm:spPr/>
      <dgm:t>
        <a:bodyPr/>
        <a:lstStyle/>
        <a:p>
          <a:endParaRPr lang="en-IN"/>
        </a:p>
      </dgm:t>
    </dgm:pt>
    <dgm:pt modelId="{DA850AC9-D27E-4D05-9D99-A7AFFAA81322}" type="sibTrans" cxnId="{29D5F3F8-409E-48A5-A068-607AFD5908C5}">
      <dgm:prSet/>
      <dgm:spPr/>
      <dgm:t>
        <a:bodyPr/>
        <a:lstStyle/>
        <a:p>
          <a:endParaRPr lang="en-IN"/>
        </a:p>
      </dgm:t>
    </dgm:pt>
    <dgm:pt modelId="{84A6703C-C32C-4AFD-828A-30F49475D11F}">
      <dgm:prSet phldrT="[Text]"/>
      <dgm:spPr/>
      <dgm:t>
        <a:bodyPr/>
        <a:lstStyle/>
        <a:p>
          <a:r>
            <a:rPr lang="en-IN" dirty="0"/>
            <a:t>return</a:t>
          </a:r>
        </a:p>
      </dgm:t>
    </dgm:pt>
    <dgm:pt modelId="{7F45CD9F-3411-49F6-97B5-C624AF29E7D4}" type="parTrans" cxnId="{19A78AB1-29B7-4B72-A809-2B88CAF86864}">
      <dgm:prSet/>
      <dgm:spPr/>
      <dgm:t>
        <a:bodyPr/>
        <a:lstStyle/>
        <a:p>
          <a:endParaRPr lang="en-IN"/>
        </a:p>
      </dgm:t>
    </dgm:pt>
    <dgm:pt modelId="{4A120AEE-A910-4852-9AE5-DDC4E57BD156}" type="sibTrans" cxnId="{19A78AB1-29B7-4B72-A809-2B88CAF86864}">
      <dgm:prSet/>
      <dgm:spPr/>
      <dgm:t>
        <a:bodyPr/>
        <a:lstStyle/>
        <a:p>
          <a:endParaRPr lang="en-IN"/>
        </a:p>
      </dgm:t>
    </dgm:pt>
    <dgm:pt modelId="{8438EC19-913B-4D4A-8696-BAC3F9052378}">
      <dgm:prSet phldrT="[Text]"/>
      <dgm:spPr/>
      <dgm:t>
        <a:bodyPr/>
        <a:lstStyle/>
        <a:p>
          <a:r>
            <a:rPr lang="en-IN" dirty="0" err="1"/>
            <a:t>goto</a:t>
          </a:r>
          <a:endParaRPr lang="en-IN" dirty="0"/>
        </a:p>
      </dgm:t>
    </dgm:pt>
    <dgm:pt modelId="{5A647F5B-9823-4A60-A771-50F999E8ED39}" type="parTrans" cxnId="{92E3C8CC-3EA7-498F-916F-66BB30D26CEF}">
      <dgm:prSet/>
      <dgm:spPr/>
      <dgm:t>
        <a:bodyPr/>
        <a:lstStyle/>
        <a:p>
          <a:endParaRPr lang="en-IN"/>
        </a:p>
      </dgm:t>
    </dgm:pt>
    <dgm:pt modelId="{9531E796-FC04-4BC0-B347-43C2FBBA3FE6}" type="sibTrans" cxnId="{92E3C8CC-3EA7-498F-916F-66BB30D26CEF}">
      <dgm:prSet/>
      <dgm:spPr/>
      <dgm:t>
        <a:bodyPr/>
        <a:lstStyle/>
        <a:p>
          <a:endParaRPr lang="en-IN"/>
        </a:p>
      </dgm:t>
    </dgm:pt>
    <dgm:pt modelId="{90B5CBF1-EF24-441F-8218-38956BDB11E5}">
      <dgm:prSet phldrT="[Text]"/>
      <dgm:spPr/>
      <dgm:t>
        <a:bodyPr/>
        <a:lstStyle/>
        <a:p>
          <a:r>
            <a:rPr lang="en-IN" dirty="0"/>
            <a:t>c = a + b</a:t>
          </a:r>
        </a:p>
      </dgm:t>
    </dgm:pt>
    <dgm:pt modelId="{AE8EA312-149E-4536-8486-77E5F3726598}" type="parTrans" cxnId="{9D5DC51E-8574-4C9E-822C-685372EECF4B}">
      <dgm:prSet/>
      <dgm:spPr/>
      <dgm:t>
        <a:bodyPr/>
        <a:lstStyle/>
        <a:p>
          <a:endParaRPr lang="en-IN"/>
        </a:p>
      </dgm:t>
    </dgm:pt>
    <dgm:pt modelId="{1581C4A5-A0CD-4043-B938-6FD080399834}" type="sibTrans" cxnId="{9D5DC51E-8574-4C9E-822C-685372EECF4B}">
      <dgm:prSet/>
      <dgm:spPr/>
      <dgm:t>
        <a:bodyPr/>
        <a:lstStyle/>
        <a:p>
          <a:endParaRPr lang="en-IN"/>
        </a:p>
      </dgm:t>
    </dgm:pt>
    <dgm:pt modelId="{4C8E9F87-95FC-4539-BB53-58DDB1B5F9D3}">
      <dgm:prSet phldrT="[Text]"/>
      <dgm:spPr/>
      <dgm:t>
        <a:bodyPr/>
        <a:lstStyle/>
        <a:p>
          <a:r>
            <a:rPr lang="en-IN" dirty="0"/>
            <a:t>int </a:t>
          </a:r>
          <a:r>
            <a:rPr lang="en-IN" dirty="0" err="1"/>
            <a:t>val</a:t>
          </a:r>
          <a:r>
            <a:rPr lang="en-IN" dirty="0"/>
            <a:t> = 0</a:t>
          </a:r>
        </a:p>
      </dgm:t>
    </dgm:pt>
    <dgm:pt modelId="{EFFA79DE-D470-4F33-80D0-D2F39D39BB13}" type="parTrans" cxnId="{E234A7A5-A633-4CCA-B338-7D9567D9A68F}">
      <dgm:prSet/>
      <dgm:spPr/>
      <dgm:t>
        <a:bodyPr/>
        <a:lstStyle/>
        <a:p>
          <a:endParaRPr lang="en-IN"/>
        </a:p>
      </dgm:t>
    </dgm:pt>
    <dgm:pt modelId="{D5C7A60B-1E07-4846-8A06-0629671973D0}" type="sibTrans" cxnId="{E234A7A5-A633-4CCA-B338-7D9567D9A68F}">
      <dgm:prSet/>
      <dgm:spPr/>
      <dgm:t>
        <a:bodyPr/>
        <a:lstStyle/>
        <a:p>
          <a:endParaRPr lang="en-IN"/>
        </a:p>
      </dgm:t>
    </dgm:pt>
    <dgm:pt modelId="{2AD4E55F-A4F6-410B-8C99-B8AF1DA558B0}">
      <dgm:prSet phldrT="[Text]"/>
      <dgm:spPr/>
      <dgm:t>
        <a:bodyPr/>
        <a:lstStyle/>
        <a:p>
          <a:r>
            <a:rPr lang="en-IN" dirty="0"/>
            <a:t>if (a&gt;b){ }</a:t>
          </a:r>
        </a:p>
      </dgm:t>
    </dgm:pt>
    <dgm:pt modelId="{1B5AFF68-E36B-4D32-9C70-254A1E7ECE0A}" type="parTrans" cxnId="{D6DDD891-C220-4C4D-96AE-15AE945A1FE9}">
      <dgm:prSet/>
      <dgm:spPr/>
      <dgm:t>
        <a:bodyPr/>
        <a:lstStyle/>
        <a:p>
          <a:endParaRPr lang="en-IN"/>
        </a:p>
      </dgm:t>
    </dgm:pt>
    <dgm:pt modelId="{988886C5-3395-4EE8-81D0-AFA3E9E027C9}" type="sibTrans" cxnId="{D6DDD891-C220-4C4D-96AE-15AE945A1FE9}">
      <dgm:prSet/>
      <dgm:spPr/>
      <dgm:t>
        <a:bodyPr/>
        <a:lstStyle/>
        <a:p>
          <a:endParaRPr lang="en-IN"/>
        </a:p>
      </dgm:t>
    </dgm:pt>
    <dgm:pt modelId="{72D6491E-2CE2-413F-BB03-145C69162633}">
      <dgm:prSet phldrT="[Text]"/>
      <dgm:spPr/>
      <dgm:t>
        <a:bodyPr/>
        <a:lstStyle/>
        <a:p>
          <a:r>
            <a:rPr lang="en-IN" dirty="0"/>
            <a:t>for (</a:t>
          </a:r>
          <a:r>
            <a:rPr lang="en-IN" dirty="0" err="1"/>
            <a:t>ctr</a:t>
          </a:r>
          <a:r>
            <a:rPr lang="en-IN" dirty="0"/>
            <a:t>=0; </a:t>
          </a:r>
          <a:r>
            <a:rPr lang="en-IN" dirty="0" err="1"/>
            <a:t>ctr</a:t>
          </a:r>
          <a:r>
            <a:rPr lang="en-IN" dirty="0"/>
            <a:t>&lt;5;ctr++){}</a:t>
          </a:r>
        </a:p>
      </dgm:t>
    </dgm:pt>
    <dgm:pt modelId="{35B45FCE-B005-4AC5-9380-67C977C310C3}" type="parTrans" cxnId="{55F7D05E-3101-4ACB-9397-3F32C90CDC37}">
      <dgm:prSet/>
      <dgm:spPr/>
      <dgm:t>
        <a:bodyPr/>
        <a:lstStyle/>
        <a:p>
          <a:endParaRPr lang="en-IN"/>
        </a:p>
      </dgm:t>
    </dgm:pt>
    <dgm:pt modelId="{A3EBA9DC-4A63-4E54-8E8A-C8694CC450C6}" type="sibTrans" cxnId="{55F7D05E-3101-4ACB-9397-3F32C90CDC37}">
      <dgm:prSet/>
      <dgm:spPr/>
      <dgm:t>
        <a:bodyPr/>
        <a:lstStyle/>
        <a:p>
          <a:endParaRPr lang="en-IN"/>
        </a:p>
      </dgm:t>
    </dgm:pt>
    <dgm:pt modelId="{D150241A-BBBC-4E15-90DA-28045B09C79A}" type="pres">
      <dgm:prSet presAssocID="{0775EF42-365C-4D49-ABD6-27579EFC7FE8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7852329-BCED-4BDC-8805-A6E353960932}" type="pres">
      <dgm:prSet presAssocID="{2C030FC8-801B-40D5-BA8C-6F85F633C0F8}" presName="hierRoot1" presStyleCnt="0"/>
      <dgm:spPr/>
    </dgm:pt>
    <dgm:pt modelId="{6203B7D7-ADC8-474F-8EBC-CFFD390F53DA}" type="pres">
      <dgm:prSet presAssocID="{2C030FC8-801B-40D5-BA8C-6F85F633C0F8}" presName="composite" presStyleCnt="0"/>
      <dgm:spPr/>
    </dgm:pt>
    <dgm:pt modelId="{E2C7DAA1-64A0-40BE-AE1D-C6FF32497C3D}" type="pres">
      <dgm:prSet presAssocID="{2C030FC8-801B-40D5-BA8C-6F85F633C0F8}" presName="background" presStyleLbl="node0" presStyleIdx="0" presStyleCnt="1"/>
      <dgm:spPr/>
    </dgm:pt>
    <dgm:pt modelId="{2000593D-25F8-405E-A0AD-38480804F52F}" type="pres">
      <dgm:prSet presAssocID="{2C030FC8-801B-40D5-BA8C-6F85F633C0F8}" presName="text" presStyleLbl="fgAcc0" presStyleIdx="0" presStyleCnt="1">
        <dgm:presLayoutVars>
          <dgm:chPref val="3"/>
        </dgm:presLayoutVars>
      </dgm:prSet>
      <dgm:spPr/>
    </dgm:pt>
    <dgm:pt modelId="{9D88328D-A968-49D0-8FBC-CCCECC1F28DA}" type="pres">
      <dgm:prSet presAssocID="{2C030FC8-801B-40D5-BA8C-6F85F633C0F8}" presName="hierChild2" presStyleCnt="0"/>
      <dgm:spPr/>
    </dgm:pt>
    <dgm:pt modelId="{4AF7FA92-2AE9-4B4C-92A1-6790C8D14BC0}" type="pres">
      <dgm:prSet presAssocID="{6103FD82-7074-4BD8-ABB6-FE72BB5972F4}" presName="Name10" presStyleLbl="parChTrans1D2" presStyleIdx="0" presStyleCnt="4"/>
      <dgm:spPr/>
    </dgm:pt>
    <dgm:pt modelId="{C47026E9-DBAB-4194-844C-82393EE2E795}" type="pres">
      <dgm:prSet presAssocID="{6FFF791A-BA49-467A-BCAB-1890D4846036}" presName="hierRoot2" presStyleCnt="0"/>
      <dgm:spPr/>
    </dgm:pt>
    <dgm:pt modelId="{194C68F9-7553-43D0-BAEC-33F17605F177}" type="pres">
      <dgm:prSet presAssocID="{6FFF791A-BA49-467A-BCAB-1890D4846036}" presName="composite2" presStyleCnt="0"/>
      <dgm:spPr/>
    </dgm:pt>
    <dgm:pt modelId="{D9BC6BDC-21BD-4647-BAE5-826841E7333C}" type="pres">
      <dgm:prSet presAssocID="{6FFF791A-BA49-467A-BCAB-1890D4846036}" presName="background2" presStyleLbl="node2" presStyleIdx="0" presStyleCnt="4"/>
      <dgm:spPr/>
    </dgm:pt>
    <dgm:pt modelId="{4ACCC9CB-93F9-4B97-AA76-CC879EAB5298}" type="pres">
      <dgm:prSet presAssocID="{6FFF791A-BA49-467A-BCAB-1890D4846036}" presName="text2" presStyleLbl="fgAcc2" presStyleIdx="0" presStyleCnt="4">
        <dgm:presLayoutVars>
          <dgm:chPref val="3"/>
        </dgm:presLayoutVars>
      </dgm:prSet>
      <dgm:spPr/>
    </dgm:pt>
    <dgm:pt modelId="{36129BE1-C317-4142-A4D4-9680B73E0D53}" type="pres">
      <dgm:prSet presAssocID="{6FFF791A-BA49-467A-BCAB-1890D4846036}" presName="hierChild3" presStyleCnt="0"/>
      <dgm:spPr/>
    </dgm:pt>
    <dgm:pt modelId="{F46021CE-B6C0-43A1-AE10-EF9EDFF35FB5}" type="pres">
      <dgm:prSet presAssocID="{AE8EA312-149E-4536-8486-77E5F3726598}" presName="Name17" presStyleLbl="parChTrans1D3" presStyleIdx="0" presStyleCnt="8"/>
      <dgm:spPr/>
    </dgm:pt>
    <dgm:pt modelId="{86BFE294-B1DC-40C9-ACCB-A8DF8B302FCD}" type="pres">
      <dgm:prSet presAssocID="{90B5CBF1-EF24-441F-8218-38956BDB11E5}" presName="hierRoot3" presStyleCnt="0"/>
      <dgm:spPr/>
    </dgm:pt>
    <dgm:pt modelId="{E2F05136-4DB7-42D8-A8FD-459A4C5B4B53}" type="pres">
      <dgm:prSet presAssocID="{90B5CBF1-EF24-441F-8218-38956BDB11E5}" presName="composite3" presStyleCnt="0"/>
      <dgm:spPr/>
    </dgm:pt>
    <dgm:pt modelId="{A1A472F6-DD5E-4E78-B1A5-CEEC8D052ECA}" type="pres">
      <dgm:prSet presAssocID="{90B5CBF1-EF24-441F-8218-38956BDB11E5}" presName="background3" presStyleLbl="node3" presStyleIdx="0" presStyleCnt="8"/>
      <dgm:spPr/>
    </dgm:pt>
    <dgm:pt modelId="{0729D7CA-1CE4-4E5C-9CBB-F9249B4188A8}" type="pres">
      <dgm:prSet presAssocID="{90B5CBF1-EF24-441F-8218-38956BDB11E5}" presName="text3" presStyleLbl="fgAcc3" presStyleIdx="0" presStyleCnt="8">
        <dgm:presLayoutVars>
          <dgm:chPref val="3"/>
        </dgm:presLayoutVars>
      </dgm:prSet>
      <dgm:spPr/>
    </dgm:pt>
    <dgm:pt modelId="{CE35B466-A10B-44C7-AEDC-01870CDD4D56}" type="pres">
      <dgm:prSet presAssocID="{90B5CBF1-EF24-441F-8218-38956BDB11E5}" presName="hierChild4" presStyleCnt="0"/>
      <dgm:spPr/>
    </dgm:pt>
    <dgm:pt modelId="{A01C024B-012C-4352-818B-F3BCB8F24B23}" type="pres">
      <dgm:prSet presAssocID="{8811179F-1131-4F79-B389-5A00C990E421}" presName="Name10" presStyleLbl="parChTrans1D2" presStyleIdx="1" presStyleCnt="4"/>
      <dgm:spPr/>
    </dgm:pt>
    <dgm:pt modelId="{6B3AB4FF-D511-484D-949A-B2F929A177F8}" type="pres">
      <dgm:prSet presAssocID="{15B27861-E0A6-4A32-A223-678F5D7506B6}" presName="hierRoot2" presStyleCnt="0"/>
      <dgm:spPr/>
    </dgm:pt>
    <dgm:pt modelId="{D8175073-1961-4248-AADC-F5919E265595}" type="pres">
      <dgm:prSet presAssocID="{15B27861-E0A6-4A32-A223-678F5D7506B6}" presName="composite2" presStyleCnt="0"/>
      <dgm:spPr/>
    </dgm:pt>
    <dgm:pt modelId="{5E645AE2-C847-4690-95E3-9A2F8444261B}" type="pres">
      <dgm:prSet presAssocID="{15B27861-E0A6-4A32-A223-678F5D7506B6}" presName="background2" presStyleLbl="node2" presStyleIdx="1" presStyleCnt="4"/>
      <dgm:spPr/>
    </dgm:pt>
    <dgm:pt modelId="{17FC9CAD-AA30-4064-A482-E82763D6C343}" type="pres">
      <dgm:prSet presAssocID="{15B27861-E0A6-4A32-A223-678F5D7506B6}" presName="text2" presStyleLbl="fgAcc2" presStyleIdx="1" presStyleCnt="4">
        <dgm:presLayoutVars>
          <dgm:chPref val="3"/>
        </dgm:presLayoutVars>
      </dgm:prSet>
      <dgm:spPr/>
    </dgm:pt>
    <dgm:pt modelId="{EADDB1C6-2C19-49A7-800D-6CEF7C8671B3}" type="pres">
      <dgm:prSet presAssocID="{15B27861-E0A6-4A32-A223-678F5D7506B6}" presName="hierChild3" presStyleCnt="0"/>
      <dgm:spPr/>
    </dgm:pt>
    <dgm:pt modelId="{577C8D2E-7F4F-4330-9B48-AE8E6BCF9C2C}" type="pres">
      <dgm:prSet presAssocID="{EFFA79DE-D470-4F33-80D0-D2F39D39BB13}" presName="Name17" presStyleLbl="parChTrans1D3" presStyleIdx="1" presStyleCnt="8"/>
      <dgm:spPr/>
    </dgm:pt>
    <dgm:pt modelId="{DB4C24D3-88AA-43A3-8D8D-B291F34568FB}" type="pres">
      <dgm:prSet presAssocID="{4C8E9F87-95FC-4539-BB53-58DDB1B5F9D3}" presName="hierRoot3" presStyleCnt="0"/>
      <dgm:spPr/>
    </dgm:pt>
    <dgm:pt modelId="{35A2C189-3EA6-4FC7-BD84-98FD56829B6A}" type="pres">
      <dgm:prSet presAssocID="{4C8E9F87-95FC-4539-BB53-58DDB1B5F9D3}" presName="composite3" presStyleCnt="0"/>
      <dgm:spPr/>
    </dgm:pt>
    <dgm:pt modelId="{E5E462A1-01BD-4ED3-AC1B-6816CE3A9BC2}" type="pres">
      <dgm:prSet presAssocID="{4C8E9F87-95FC-4539-BB53-58DDB1B5F9D3}" presName="background3" presStyleLbl="node3" presStyleIdx="1" presStyleCnt="8"/>
      <dgm:spPr/>
    </dgm:pt>
    <dgm:pt modelId="{EAF1A7E1-2A63-41ED-A50C-1F2D22D184CF}" type="pres">
      <dgm:prSet presAssocID="{4C8E9F87-95FC-4539-BB53-58DDB1B5F9D3}" presName="text3" presStyleLbl="fgAcc3" presStyleIdx="1" presStyleCnt="8">
        <dgm:presLayoutVars>
          <dgm:chPref val="3"/>
        </dgm:presLayoutVars>
      </dgm:prSet>
      <dgm:spPr/>
    </dgm:pt>
    <dgm:pt modelId="{A5199DA3-F1AC-4C0B-B848-38CFB08E1CE6}" type="pres">
      <dgm:prSet presAssocID="{4C8E9F87-95FC-4539-BB53-58DDB1B5F9D3}" presName="hierChild4" presStyleCnt="0"/>
      <dgm:spPr/>
    </dgm:pt>
    <dgm:pt modelId="{F70AF62D-1012-423B-8873-F50A289D710C}" type="pres">
      <dgm:prSet presAssocID="{B3DA0928-FD25-439A-A3E7-9762D1CF1E30}" presName="Name10" presStyleLbl="parChTrans1D2" presStyleIdx="2" presStyleCnt="4"/>
      <dgm:spPr/>
    </dgm:pt>
    <dgm:pt modelId="{EE23E7A9-5223-4EE0-AD8B-B46DBCD846F7}" type="pres">
      <dgm:prSet presAssocID="{71BCC5C0-7397-4DDC-A65B-80F63092CAA1}" presName="hierRoot2" presStyleCnt="0"/>
      <dgm:spPr/>
    </dgm:pt>
    <dgm:pt modelId="{71838740-92EC-4FDE-A504-42A1847FEBDA}" type="pres">
      <dgm:prSet presAssocID="{71BCC5C0-7397-4DDC-A65B-80F63092CAA1}" presName="composite2" presStyleCnt="0"/>
      <dgm:spPr/>
    </dgm:pt>
    <dgm:pt modelId="{9F76C95C-FE92-4256-92A6-474A3C3B247F}" type="pres">
      <dgm:prSet presAssocID="{71BCC5C0-7397-4DDC-A65B-80F63092CAA1}" presName="background2" presStyleLbl="node2" presStyleIdx="2" presStyleCnt="4"/>
      <dgm:spPr/>
    </dgm:pt>
    <dgm:pt modelId="{ACCA7497-1E47-4268-9F85-A39FBAEDD70A}" type="pres">
      <dgm:prSet presAssocID="{71BCC5C0-7397-4DDC-A65B-80F63092CAA1}" presName="text2" presStyleLbl="fgAcc2" presStyleIdx="2" presStyleCnt="4">
        <dgm:presLayoutVars>
          <dgm:chPref val="3"/>
        </dgm:presLayoutVars>
      </dgm:prSet>
      <dgm:spPr/>
    </dgm:pt>
    <dgm:pt modelId="{CBB874BE-3049-464D-9EDB-F8BA8CF913CB}" type="pres">
      <dgm:prSet presAssocID="{71BCC5C0-7397-4DDC-A65B-80F63092CAA1}" presName="hierChild3" presStyleCnt="0"/>
      <dgm:spPr/>
    </dgm:pt>
    <dgm:pt modelId="{AAAC3AE6-2D55-40DC-9F44-1DA6E19CCFA8}" type="pres">
      <dgm:prSet presAssocID="{7DBA586C-E0F5-4991-AE70-603673F75214}" presName="Name17" presStyleLbl="parChTrans1D3" presStyleIdx="2" presStyleCnt="8"/>
      <dgm:spPr/>
    </dgm:pt>
    <dgm:pt modelId="{73E99E75-0BE8-4600-A59E-D11A1BB78C1B}" type="pres">
      <dgm:prSet presAssocID="{204EDF26-2994-489A-8F53-22BDA009CBBB}" presName="hierRoot3" presStyleCnt="0"/>
      <dgm:spPr/>
    </dgm:pt>
    <dgm:pt modelId="{6DDC35D6-3FFD-4A18-B181-A389C2228A32}" type="pres">
      <dgm:prSet presAssocID="{204EDF26-2994-489A-8F53-22BDA009CBBB}" presName="composite3" presStyleCnt="0"/>
      <dgm:spPr/>
    </dgm:pt>
    <dgm:pt modelId="{C7048201-0F8B-475F-98D4-437F1A032121}" type="pres">
      <dgm:prSet presAssocID="{204EDF26-2994-489A-8F53-22BDA009CBBB}" presName="background3" presStyleLbl="node3" presStyleIdx="2" presStyleCnt="8"/>
      <dgm:spPr/>
    </dgm:pt>
    <dgm:pt modelId="{03E7C5CA-F289-4E70-8893-ECECA1CDA1D0}" type="pres">
      <dgm:prSet presAssocID="{204EDF26-2994-489A-8F53-22BDA009CBBB}" presName="text3" presStyleLbl="fgAcc3" presStyleIdx="2" presStyleCnt="8">
        <dgm:presLayoutVars>
          <dgm:chPref val="3"/>
        </dgm:presLayoutVars>
      </dgm:prSet>
      <dgm:spPr/>
    </dgm:pt>
    <dgm:pt modelId="{EFC9193E-BDAC-4A01-9A7D-7221A0C3F5C7}" type="pres">
      <dgm:prSet presAssocID="{204EDF26-2994-489A-8F53-22BDA009CBBB}" presName="hierChild4" presStyleCnt="0"/>
      <dgm:spPr/>
    </dgm:pt>
    <dgm:pt modelId="{8A779227-6EB9-49E3-8A47-37A136EC70CB}" type="pres">
      <dgm:prSet presAssocID="{1B5AFF68-E36B-4D32-9C70-254A1E7ECE0A}" presName="Name23" presStyleLbl="parChTrans1D4" presStyleIdx="0" presStyleCnt="2"/>
      <dgm:spPr/>
    </dgm:pt>
    <dgm:pt modelId="{2FEFEF13-959D-4020-87F0-D806B0FB5183}" type="pres">
      <dgm:prSet presAssocID="{2AD4E55F-A4F6-410B-8C99-B8AF1DA558B0}" presName="hierRoot4" presStyleCnt="0"/>
      <dgm:spPr/>
    </dgm:pt>
    <dgm:pt modelId="{02BF2AF9-4F70-4B81-B7E9-EC1DC2C9723F}" type="pres">
      <dgm:prSet presAssocID="{2AD4E55F-A4F6-410B-8C99-B8AF1DA558B0}" presName="composite4" presStyleCnt="0"/>
      <dgm:spPr/>
    </dgm:pt>
    <dgm:pt modelId="{FDFDDB3A-1D82-4BC1-ADC1-B2808894FB90}" type="pres">
      <dgm:prSet presAssocID="{2AD4E55F-A4F6-410B-8C99-B8AF1DA558B0}" presName="background4" presStyleLbl="node4" presStyleIdx="0" presStyleCnt="2"/>
      <dgm:spPr/>
    </dgm:pt>
    <dgm:pt modelId="{7D86EA42-6CC5-40B9-8129-E44003882B6E}" type="pres">
      <dgm:prSet presAssocID="{2AD4E55F-A4F6-410B-8C99-B8AF1DA558B0}" presName="text4" presStyleLbl="fgAcc4" presStyleIdx="0" presStyleCnt="2">
        <dgm:presLayoutVars>
          <dgm:chPref val="3"/>
        </dgm:presLayoutVars>
      </dgm:prSet>
      <dgm:spPr/>
    </dgm:pt>
    <dgm:pt modelId="{0FC9B8F9-E337-4F82-BCBB-8930985A3D5B}" type="pres">
      <dgm:prSet presAssocID="{2AD4E55F-A4F6-410B-8C99-B8AF1DA558B0}" presName="hierChild5" presStyleCnt="0"/>
      <dgm:spPr/>
    </dgm:pt>
    <dgm:pt modelId="{D8A4175B-4B23-4E45-AF65-0B94933CF93F}" type="pres">
      <dgm:prSet presAssocID="{5A83702D-E724-4D5B-B75C-904263B76B23}" presName="Name17" presStyleLbl="parChTrans1D3" presStyleIdx="3" presStyleCnt="8"/>
      <dgm:spPr/>
    </dgm:pt>
    <dgm:pt modelId="{05E17A90-020B-43C1-ABBB-97D3AF945647}" type="pres">
      <dgm:prSet presAssocID="{6E3DB903-ED29-4376-9AED-287C656C960A}" presName="hierRoot3" presStyleCnt="0"/>
      <dgm:spPr/>
    </dgm:pt>
    <dgm:pt modelId="{6834CBC1-2C96-473A-A6A0-132F7901D6BE}" type="pres">
      <dgm:prSet presAssocID="{6E3DB903-ED29-4376-9AED-287C656C960A}" presName="composite3" presStyleCnt="0"/>
      <dgm:spPr/>
    </dgm:pt>
    <dgm:pt modelId="{C826A3D7-F311-4DDC-BB0B-EC963B09F28A}" type="pres">
      <dgm:prSet presAssocID="{6E3DB903-ED29-4376-9AED-287C656C960A}" presName="background3" presStyleLbl="node3" presStyleIdx="3" presStyleCnt="8"/>
      <dgm:spPr/>
    </dgm:pt>
    <dgm:pt modelId="{519620E3-FA07-4551-970A-5D4016E44164}" type="pres">
      <dgm:prSet presAssocID="{6E3DB903-ED29-4376-9AED-287C656C960A}" presName="text3" presStyleLbl="fgAcc3" presStyleIdx="3" presStyleCnt="8">
        <dgm:presLayoutVars>
          <dgm:chPref val="3"/>
        </dgm:presLayoutVars>
      </dgm:prSet>
      <dgm:spPr/>
    </dgm:pt>
    <dgm:pt modelId="{C347CA74-BBA6-42B4-9477-EC14EB959279}" type="pres">
      <dgm:prSet presAssocID="{6E3DB903-ED29-4376-9AED-287C656C960A}" presName="hierChild4" presStyleCnt="0"/>
      <dgm:spPr/>
    </dgm:pt>
    <dgm:pt modelId="{97A545A6-0DC0-41AC-B819-2E772F0829C7}" type="pres">
      <dgm:prSet presAssocID="{35B45FCE-B005-4AC5-9380-67C977C310C3}" presName="Name23" presStyleLbl="parChTrans1D4" presStyleIdx="1" presStyleCnt="2"/>
      <dgm:spPr/>
    </dgm:pt>
    <dgm:pt modelId="{EAEC2A9A-EF34-4A34-98C1-B4A03A2DA05E}" type="pres">
      <dgm:prSet presAssocID="{72D6491E-2CE2-413F-BB03-145C69162633}" presName="hierRoot4" presStyleCnt="0"/>
      <dgm:spPr/>
    </dgm:pt>
    <dgm:pt modelId="{97A4849C-93D5-453A-A750-8164620E3862}" type="pres">
      <dgm:prSet presAssocID="{72D6491E-2CE2-413F-BB03-145C69162633}" presName="composite4" presStyleCnt="0"/>
      <dgm:spPr/>
    </dgm:pt>
    <dgm:pt modelId="{53D82FDE-BB48-4E6F-9F7B-A5730393E581}" type="pres">
      <dgm:prSet presAssocID="{72D6491E-2CE2-413F-BB03-145C69162633}" presName="background4" presStyleLbl="node4" presStyleIdx="1" presStyleCnt="2"/>
      <dgm:spPr/>
    </dgm:pt>
    <dgm:pt modelId="{BEE3623F-2861-427C-A232-EAA83FF150FD}" type="pres">
      <dgm:prSet presAssocID="{72D6491E-2CE2-413F-BB03-145C69162633}" presName="text4" presStyleLbl="fgAcc4" presStyleIdx="1" presStyleCnt="2">
        <dgm:presLayoutVars>
          <dgm:chPref val="3"/>
        </dgm:presLayoutVars>
      </dgm:prSet>
      <dgm:spPr/>
    </dgm:pt>
    <dgm:pt modelId="{81E3D57C-651F-4FA5-8C4D-02B4F4C2EA84}" type="pres">
      <dgm:prSet presAssocID="{72D6491E-2CE2-413F-BB03-145C69162633}" presName="hierChild5" presStyleCnt="0"/>
      <dgm:spPr/>
    </dgm:pt>
    <dgm:pt modelId="{5D2924F8-1C65-4577-8F44-18449577C25E}" type="pres">
      <dgm:prSet presAssocID="{3E4BCE71-E68C-4839-ABDF-E54018DFC91C}" presName="Name10" presStyleLbl="parChTrans1D2" presStyleIdx="3" presStyleCnt="4"/>
      <dgm:spPr/>
    </dgm:pt>
    <dgm:pt modelId="{536834BF-CDCE-44D0-BAE5-9EFCFFFC2CB0}" type="pres">
      <dgm:prSet presAssocID="{102DD4CA-4092-487C-835A-7CB9202ABC0A}" presName="hierRoot2" presStyleCnt="0"/>
      <dgm:spPr/>
    </dgm:pt>
    <dgm:pt modelId="{1CDE692F-091A-45E5-A74A-42F0F797188F}" type="pres">
      <dgm:prSet presAssocID="{102DD4CA-4092-487C-835A-7CB9202ABC0A}" presName="composite2" presStyleCnt="0"/>
      <dgm:spPr/>
    </dgm:pt>
    <dgm:pt modelId="{2FCC5310-9DC6-43FB-9289-36E8A5B98573}" type="pres">
      <dgm:prSet presAssocID="{102DD4CA-4092-487C-835A-7CB9202ABC0A}" presName="background2" presStyleLbl="node2" presStyleIdx="3" presStyleCnt="4"/>
      <dgm:spPr/>
    </dgm:pt>
    <dgm:pt modelId="{A57CEB7D-7F01-44A6-892F-779AA49D83DA}" type="pres">
      <dgm:prSet presAssocID="{102DD4CA-4092-487C-835A-7CB9202ABC0A}" presName="text2" presStyleLbl="fgAcc2" presStyleIdx="3" presStyleCnt="4">
        <dgm:presLayoutVars>
          <dgm:chPref val="3"/>
        </dgm:presLayoutVars>
      </dgm:prSet>
      <dgm:spPr/>
    </dgm:pt>
    <dgm:pt modelId="{EBF2E6F1-D070-4A06-9B52-EF9D5163A3C8}" type="pres">
      <dgm:prSet presAssocID="{102DD4CA-4092-487C-835A-7CB9202ABC0A}" presName="hierChild3" presStyleCnt="0"/>
      <dgm:spPr/>
    </dgm:pt>
    <dgm:pt modelId="{1CDCE007-F745-4A6C-91B1-C0A1B1FC4A74}" type="pres">
      <dgm:prSet presAssocID="{97F8886D-605D-4492-8137-8C5CB7FE3BDE}" presName="Name17" presStyleLbl="parChTrans1D3" presStyleIdx="4" presStyleCnt="8"/>
      <dgm:spPr/>
    </dgm:pt>
    <dgm:pt modelId="{6694D32E-B680-4415-A6D5-A215E8D9A7D2}" type="pres">
      <dgm:prSet presAssocID="{A323E134-A323-4983-B69F-51F691450CC2}" presName="hierRoot3" presStyleCnt="0"/>
      <dgm:spPr/>
    </dgm:pt>
    <dgm:pt modelId="{691FAACC-58E0-4F98-B416-063F34BBCDC1}" type="pres">
      <dgm:prSet presAssocID="{A323E134-A323-4983-B69F-51F691450CC2}" presName="composite3" presStyleCnt="0"/>
      <dgm:spPr/>
    </dgm:pt>
    <dgm:pt modelId="{5BDF3EB0-0EF3-4730-AACE-07BB53E9EDD4}" type="pres">
      <dgm:prSet presAssocID="{A323E134-A323-4983-B69F-51F691450CC2}" presName="background3" presStyleLbl="node3" presStyleIdx="4" presStyleCnt="8"/>
      <dgm:spPr/>
    </dgm:pt>
    <dgm:pt modelId="{3F8B986E-1249-426C-83E0-70373A5AC99B}" type="pres">
      <dgm:prSet presAssocID="{A323E134-A323-4983-B69F-51F691450CC2}" presName="text3" presStyleLbl="fgAcc3" presStyleIdx="4" presStyleCnt="8">
        <dgm:presLayoutVars>
          <dgm:chPref val="3"/>
        </dgm:presLayoutVars>
      </dgm:prSet>
      <dgm:spPr/>
    </dgm:pt>
    <dgm:pt modelId="{545F68B6-75F0-4411-99FE-BDBD0DD498B9}" type="pres">
      <dgm:prSet presAssocID="{A323E134-A323-4983-B69F-51F691450CC2}" presName="hierChild4" presStyleCnt="0"/>
      <dgm:spPr/>
    </dgm:pt>
    <dgm:pt modelId="{9A75D145-E654-4B16-84FB-6682F2A2970C}" type="pres">
      <dgm:prSet presAssocID="{64DE8E69-D2DA-4449-9144-E188ADE63684}" presName="Name17" presStyleLbl="parChTrans1D3" presStyleIdx="5" presStyleCnt="8"/>
      <dgm:spPr/>
    </dgm:pt>
    <dgm:pt modelId="{1B1DFA3E-E99D-471D-85FF-7D5BCF711C08}" type="pres">
      <dgm:prSet presAssocID="{EB2A23DF-0645-46B4-A126-ADB58E021322}" presName="hierRoot3" presStyleCnt="0"/>
      <dgm:spPr/>
    </dgm:pt>
    <dgm:pt modelId="{40D05A2C-9D08-49FE-BD00-A6E32977C52E}" type="pres">
      <dgm:prSet presAssocID="{EB2A23DF-0645-46B4-A126-ADB58E021322}" presName="composite3" presStyleCnt="0"/>
      <dgm:spPr/>
    </dgm:pt>
    <dgm:pt modelId="{AABEA5FE-33A7-4849-B135-FDF71BB7B2FF}" type="pres">
      <dgm:prSet presAssocID="{EB2A23DF-0645-46B4-A126-ADB58E021322}" presName="background3" presStyleLbl="node3" presStyleIdx="5" presStyleCnt="8"/>
      <dgm:spPr/>
    </dgm:pt>
    <dgm:pt modelId="{6B49627B-3BD8-4EC7-BB6F-445818916E83}" type="pres">
      <dgm:prSet presAssocID="{EB2A23DF-0645-46B4-A126-ADB58E021322}" presName="text3" presStyleLbl="fgAcc3" presStyleIdx="5" presStyleCnt="8">
        <dgm:presLayoutVars>
          <dgm:chPref val="3"/>
        </dgm:presLayoutVars>
      </dgm:prSet>
      <dgm:spPr/>
    </dgm:pt>
    <dgm:pt modelId="{D253E316-2D32-4739-A52E-9BB4B6369A4F}" type="pres">
      <dgm:prSet presAssocID="{EB2A23DF-0645-46B4-A126-ADB58E021322}" presName="hierChild4" presStyleCnt="0"/>
      <dgm:spPr/>
    </dgm:pt>
    <dgm:pt modelId="{2F9B1D85-0D5C-4A02-82EB-9D9B59F3BEDA}" type="pres">
      <dgm:prSet presAssocID="{7F45CD9F-3411-49F6-97B5-C624AF29E7D4}" presName="Name17" presStyleLbl="parChTrans1D3" presStyleIdx="6" presStyleCnt="8"/>
      <dgm:spPr/>
    </dgm:pt>
    <dgm:pt modelId="{3E1C1453-D66C-4069-8992-40D4F2A87244}" type="pres">
      <dgm:prSet presAssocID="{84A6703C-C32C-4AFD-828A-30F49475D11F}" presName="hierRoot3" presStyleCnt="0"/>
      <dgm:spPr/>
    </dgm:pt>
    <dgm:pt modelId="{A418C4E4-9404-478A-9F2D-0BA0C3E8C011}" type="pres">
      <dgm:prSet presAssocID="{84A6703C-C32C-4AFD-828A-30F49475D11F}" presName="composite3" presStyleCnt="0"/>
      <dgm:spPr/>
    </dgm:pt>
    <dgm:pt modelId="{C3A8733C-9F12-452E-B9C7-22D34876EDD4}" type="pres">
      <dgm:prSet presAssocID="{84A6703C-C32C-4AFD-828A-30F49475D11F}" presName="background3" presStyleLbl="node3" presStyleIdx="6" presStyleCnt="8"/>
      <dgm:spPr/>
    </dgm:pt>
    <dgm:pt modelId="{B7062D95-9D95-4A07-A6DB-E22272480A31}" type="pres">
      <dgm:prSet presAssocID="{84A6703C-C32C-4AFD-828A-30F49475D11F}" presName="text3" presStyleLbl="fgAcc3" presStyleIdx="6" presStyleCnt="8">
        <dgm:presLayoutVars>
          <dgm:chPref val="3"/>
        </dgm:presLayoutVars>
      </dgm:prSet>
      <dgm:spPr/>
    </dgm:pt>
    <dgm:pt modelId="{64BA4EEB-B709-4383-B4C1-8D57D0056A34}" type="pres">
      <dgm:prSet presAssocID="{84A6703C-C32C-4AFD-828A-30F49475D11F}" presName="hierChild4" presStyleCnt="0"/>
      <dgm:spPr/>
    </dgm:pt>
    <dgm:pt modelId="{8A266B81-2DEC-4875-8AE4-4408856CE652}" type="pres">
      <dgm:prSet presAssocID="{5A647F5B-9823-4A60-A771-50F999E8ED39}" presName="Name17" presStyleLbl="parChTrans1D3" presStyleIdx="7" presStyleCnt="8"/>
      <dgm:spPr/>
    </dgm:pt>
    <dgm:pt modelId="{052F4330-4544-41F4-8E04-37FDE51883A9}" type="pres">
      <dgm:prSet presAssocID="{8438EC19-913B-4D4A-8696-BAC3F9052378}" presName="hierRoot3" presStyleCnt="0"/>
      <dgm:spPr/>
    </dgm:pt>
    <dgm:pt modelId="{D1AE8D35-569A-42D2-9D10-4BCB685F90D7}" type="pres">
      <dgm:prSet presAssocID="{8438EC19-913B-4D4A-8696-BAC3F9052378}" presName="composite3" presStyleCnt="0"/>
      <dgm:spPr/>
    </dgm:pt>
    <dgm:pt modelId="{674B226E-56F9-4D36-8AAC-E45A9CB50278}" type="pres">
      <dgm:prSet presAssocID="{8438EC19-913B-4D4A-8696-BAC3F9052378}" presName="background3" presStyleLbl="node3" presStyleIdx="7" presStyleCnt="8"/>
      <dgm:spPr/>
    </dgm:pt>
    <dgm:pt modelId="{68DEC584-B833-4419-BF10-4760C70A5407}" type="pres">
      <dgm:prSet presAssocID="{8438EC19-913B-4D4A-8696-BAC3F9052378}" presName="text3" presStyleLbl="fgAcc3" presStyleIdx="7" presStyleCnt="8">
        <dgm:presLayoutVars>
          <dgm:chPref val="3"/>
        </dgm:presLayoutVars>
      </dgm:prSet>
      <dgm:spPr/>
    </dgm:pt>
    <dgm:pt modelId="{E1CFD7DB-6081-4CED-89DA-81A39962E774}" type="pres">
      <dgm:prSet presAssocID="{8438EC19-913B-4D4A-8696-BAC3F9052378}" presName="hierChild4" presStyleCnt="0"/>
      <dgm:spPr/>
    </dgm:pt>
  </dgm:ptLst>
  <dgm:cxnLst>
    <dgm:cxn modelId="{30E0660F-CFB3-439C-88C8-E638D738AB32}" type="presOf" srcId="{3E4BCE71-E68C-4839-ABDF-E54018DFC91C}" destId="{5D2924F8-1C65-4577-8F44-18449577C25E}" srcOrd="0" destOrd="0" presId="urn:microsoft.com/office/officeart/2005/8/layout/hierarchy1"/>
    <dgm:cxn modelId="{62950F17-82D9-4FAA-8236-062E07472B7D}" type="presOf" srcId="{A323E134-A323-4983-B69F-51F691450CC2}" destId="{3F8B986E-1249-426C-83E0-70373A5AC99B}" srcOrd="0" destOrd="0" presId="urn:microsoft.com/office/officeart/2005/8/layout/hierarchy1"/>
    <dgm:cxn modelId="{9441A41D-A885-45D3-929A-A29FA1D35E87}" type="presOf" srcId="{64DE8E69-D2DA-4449-9144-E188ADE63684}" destId="{9A75D145-E654-4B16-84FB-6682F2A2970C}" srcOrd="0" destOrd="0" presId="urn:microsoft.com/office/officeart/2005/8/layout/hierarchy1"/>
    <dgm:cxn modelId="{9D5DC51E-8574-4C9E-822C-685372EECF4B}" srcId="{6FFF791A-BA49-467A-BCAB-1890D4846036}" destId="{90B5CBF1-EF24-441F-8218-38956BDB11E5}" srcOrd="0" destOrd="0" parTransId="{AE8EA312-149E-4536-8486-77E5F3726598}" sibTransId="{1581C4A5-A0CD-4043-B938-6FD080399834}"/>
    <dgm:cxn modelId="{A01A4C20-ACEE-4A4F-90C0-9EC446D65155}" type="presOf" srcId="{6E3DB903-ED29-4376-9AED-287C656C960A}" destId="{519620E3-FA07-4551-970A-5D4016E44164}" srcOrd="0" destOrd="0" presId="urn:microsoft.com/office/officeart/2005/8/layout/hierarchy1"/>
    <dgm:cxn modelId="{9BE6552A-47AD-4208-B11D-3BA35923A337}" type="presOf" srcId="{EB2A23DF-0645-46B4-A126-ADB58E021322}" destId="{6B49627B-3BD8-4EC7-BB6F-445818916E83}" srcOrd="0" destOrd="0" presId="urn:microsoft.com/office/officeart/2005/8/layout/hierarchy1"/>
    <dgm:cxn modelId="{4D84E131-3E36-4E36-AECC-D396F9F4B09E}" type="presOf" srcId="{5A83702D-E724-4D5B-B75C-904263B76B23}" destId="{D8A4175B-4B23-4E45-AF65-0B94933CF93F}" srcOrd="0" destOrd="0" presId="urn:microsoft.com/office/officeart/2005/8/layout/hierarchy1"/>
    <dgm:cxn modelId="{BA478B39-63BD-4CD5-BE42-3B19AE469C18}" srcId="{102DD4CA-4092-487C-835A-7CB9202ABC0A}" destId="{A323E134-A323-4983-B69F-51F691450CC2}" srcOrd="0" destOrd="0" parTransId="{97F8886D-605D-4492-8137-8C5CB7FE3BDE}" sibTransId="{BD0A9298-B76C-4502-B305-74FA1551C692}"/>
    <dgm:cxn modelId="{47D2593A-3C97-4753-BECF-2D981B92A5F5}" type="presOf" srcId="{7DBA586C-E0F5-4991-AE70-603673F75214}" destId="{AAAC3AE6-2D55-40DC-9F44-1DA6E19CCFA8}" srcOrd="0" destOrd="0" presId="urn:microsoft.com/office/officeart/2005/8/layout/hierarchy1"/>
    <dgm:cxn modelId="{55F7D05E-3101-4ACB-9397-3F32C90CDC37}" srcId="{6E3DB903-ED29-4376-9AED-287C656C960A}" destId="{72D6491E-2CE2-413F-BB03-145C69162633}" srcOrd="0" destOrd="0" parTransId="{35B45FCE-B005-4AC5-9380-67C977C310C3}" sibTransId="{A3EBA9DC-4A63-4E54-8E8A-C8694CC450C6}"/>
    <dgm:cxn modelId="{FD2BF15E-F17E-4000-A2D8-DE70AFE2867C}" type="presOf" srcId="{EFFA79DE-D470-4F33-80D0-D2F39D39BB13}" destId="{577C8D2E-7F4F-4330-9B48-AE8E6BCF9C2C}" srcOrd="0" destOrd="0" presId="urn:microsoft.com/office/officeart/2005/8/layout/hierarchy1"/>
    <dgm:cxn modelId="{241D3241-87A6-44FA-9A25-08EF912A03FB}" type="presOf" srcId="{8438EC19-913B-4D4A-8696-BAC3F9052378}" destId="{68DEC584-B833-4419-BF10-4760C70A5407}" srcOrd="0" destOrd="0" presId="urn:microsoft.com/office/officeart/2005/8/layout/hierarchy1"/>
    <dgm:cxn modelId="{14DB4564-AF7E-4393-8838-094E5111FA9C}" type="presOf" srcId="{B3DA0928-FD25-439A-A3E7-9762D1CF1E30}" destId="{F70AF62D-1012-423B-8873-F50A289D710C}" srcOrd="0" destOrd="0" presId="urn:microsoft.com/office/officeart/2005/8/layout/hierarchy1"/>
    <dgm:cxn modelId="{5839A946-EE1A-4D0F-9D1A-3AC99FB7C7E1}" type="presOf" srcId="{AE8EA312-149E-4536-8486-77E5F3726598}" destId="{F46021CE-B6C0-43A1-AE10-EF9EDFF35FB5}" srcOrd="0" destOrd="0" presId="urn:microsoft.com/office/officeart/2005/8/layout/hierarchy1"/>
    <dgm:cxn modelId="{C7FDD466-E9AB-438F-853E-8F1834348CC6}" type="presOf" srcId="{72D6491E-2CE2-413F-BB03-145C69162633}" destId="{BEE3623F-2861-427C-A232-EAA83FF150FD}" srcOrd="0" destOrd="0" presId="urn:microsoft.com/office/officeart/2005/8/layout/hierarchy1"/>
    <dgm:cxn modelId="{F247B66B-857F-4A7F-A0EB-AF3E36112158}" type="presOf" srcId="{4C8E9F87-95FC-4539-BB53-58DDB1B5F9D3}" destId="{EAF1A7E1-2A63-41ED-A50C-1F2D22D184CF}" srcOrd="0" destOrd="0" presId="urn:microsoft.com/office/officeart/2005/8/layout/hierarchy1"/>
    <dgm:cxn modelId="{0A1C7053-4F9B-41B2-99B4-6873CE69E082}" type="presOf" srcId="{6FFF791A-BA49-467A-BCAB-1890D4846036}" destId="{4ACCC9CB-93F9-4B97-AA76-CC879EAB5298}" srcOrd="0" destOrd="0" presId="urn:microsoft.com/office/officeart/2005/8/layout/hierarchy1"/>
    <dgm:cxn modelId="{9BAC9674-E685-4FC7-8791-5A5E0054BFD4}" srcId="{2C030FC8-801B-40D5-BA8C-6F85F633C0F8}" destId="{15B27861-E0A6-4A32-A223-678F5D7506B6}" srcOrd="1" destOrd="0" parTransId="{8811179F-1131-4F79-B389-5A00C990E421}" sibTransId="{971D7E88-963C-490C-BAE5-E70B3134D94A}"/>
    <dgm:cxn modelId="{61766375-1296-4031-AA02-2E301D6D6F1A}" type="presOf" srcId="{204EDF26-2994-489A-8F53-22BDA009CBBB}" destId="{03E7C5CA-F289-4E70-8893-ECECA1CDA1D0}" srcOrd="0" destOrd="0" presId="urn:microsoft.com/office/officeart/2005/8/layout/hierarchy1"/>
    <dgm:cxn modelId="{7129F057-239A-4DA0-8525-84A77DFEFF2B}" type="presOf" srcId="{15B27861-E0A6-4A32-A223-678F5D7506B6}" destId="{17FC9CAD-AA30-4064-A482-E82763D6C343}" srcOrd="0" destOrd="0" presId="urn:microsoft.com/office/officeart/2005/8/layout/hierarchy1"/>
    <dgm:cxn modelId="{290E727A-F99A-48AE-8A50-0DBD90149146}" srcId="{2C030FC8-801B-40D5-BA8C-6F85F633C0F8}" destId="{102DD4CA-4092-487C-835A-7CB9202ABC0A}" srcOrd="3" destOrd="0" parTransId="{3E4BCE71-E68C-4839-ABDF-E54018DFC91C}" sibTransId="{096D6509-59EC-4165-BA87-97E715CEA0BD}"/>
    <dgm:cxn modelId="{C4B71E8B-0D4F-4941-91B5-8ECEF6998740}" type="presOf" srcId="{90B5CBF1-EF24-441F-8218-38956BDB11E5}" destId="{0729D7CA-1CE4-4E5C-9CBB-F9249B4188A8}" srcOrd="0" destOrd="0" presId="urn:microsoft.com/office/officeart/2005/8/layout/hierarchy1"/>
    <dgm:cxn modelId="{D6DDD891-C220-4C4D-96AE-15AE945A1FE9}" srcId="{204EDF26-2994-489A-8F53-22BDA009CBBB}" destId="{2AD4E55F-A4F6-410B-8C99-B8AF1DA558B0}" srcOrd="0" destOrd="0" parTransId="{1B5AFF68-E36B-4D32-9C70-254A1E7ECE0A}" sibTransId="{988886C5-3395-4EE8-81D0-AFA3E9E027C9}"/>
    <dgm:cxn modelId="{DF363497-0369-4E62-9B75-739EDCE1BDFD}" type="presOf" srcId="{7F45CD9F-3411-49F6-97B5-C624AF29E7D4}" destId="{2F9B1D85-0D5C-4A02-82EB-9D9B59F3BEDA}" srcOrd="0" destOrd="0" presId="urn:microsoft.com/office/officeart/2005/8/layout/hierarchy1"/>
    <dgm:cxn modelId="{0801999F-255A-4972-970D-527086A4CAC2}" type="presOf" srcId="{2AD4E55F-A4F6-410B-8C99-B8AF1DA558B0}" destId="{7D86EA42-6CC5-40B9-8129-E44003882B6E}" srcOrd="0" destOrd="0" presId="urn:microsoft.com/office/officeart/2005/8/layout/hierarchy1"/>
    <dgm:cxn modelId="{364386A2-E183-4699-9B0B-2F45FCBCA667}" srcId="{71BCC5C0-7397-4DDC-A65B-80F63092CAA1}" destId="{204EDF26-2994-489A-8F53-22BDA009CBBB}" srcOrd="0" destOrd="0" parTransId="{7DBA586C-E0F5-4991-AE70-603673F75214}" sibTransId="{EA236745-60B6-4B90-884F-E04DB83BB886}"/>
    <dgm:cxn modelId="{B19EE2A2-E533-400E-91E6-108E69EA3516}" type="presOf" srcId="{6103FD82-7074-4BD8-ABB6-FE72BB5972F4}" destId="{4AF7FA92-2AE9-4B4C-92A1-6790C8D14BC0}" srcOrd="0" destOrd="0" presId="urn:microsoft.com/office/officeart/2005/8/layout/hierarchy1"/>
    <dgm:cxn modelId="{E234A7A5-A633-4CCA-B338-7D9567D9A68F}" srcId="{15B27861-E0A6-4A32-A223-678F5D7506B6}" destId="{4C8E9F87-95FC-4539-BB53-58DDB1B5F9D3}" srcOrd="0" destOrd="0" parTransId="{EFFA79DE-D470-4F33-80D0-D2F39D39BB13}" sibTransId="{D5C7A60B-1E07-4846-8A06-0629671973D0}"/>
    <dgm:cxn modelId="{19A78AB1-29B7-4B72-A809-2B88CAF86864}" srcId="{102DD4CA-4092-487C-835A-7CB9202ABC0A}" destId="{84A6703C-C32C-4AFD-828A-30F49475D11F}" srcOrd="2" destOrd="0" parTransId="{7F45CD9F-3411-49F6-97B5-C624AF29E7D4}" sibTransId="{4A120AEE-A910-4852-9AE5-DDC4E57BD156}"/>
    <dgm:cxn modelId="{EF3F70B6-F02C-44EA-9C2E-DD699842FD51}" srcId="{0775EF42-365C-4D49-ABD6-27579EFC7FE8}" destId="{2C030FC8-801B-40D5-BA8C-6F85F633C0F8}" srcOrd="0" destOrd="0" parTransId="{229FB4C9-A037-4945-9881-B139D94E03C8}" sibTransId="{0C0172D1-17EE-4F33-95FD-F7A34B4EC11E}"/>
    <dgm:cxn modelId="{705B16B7-872F-492B-8441-7906CAA1798E}" type="presOf" srcId="{84A6703C-C32C-4AFD-828A-30F49475D11F}" destId="{B7062D95-9D95-4A07-A6DB-E22272480A31}" srcOrd="0" destOrd="0" presId="urn:microsoft.com/office/officeart/2005/8/layout/hierarchy1"/>
    <dgm:cxn modelId="{9CCADDB9-DBB4-44CD-8387-943CDC1F7F3B}" type="presOf" srcId="{102DD4CA-4092-487C-835A-7CB9202ABC0A}" destId="{A57CEB7D-7F01-44A6-892F-779AA49D83DA}" srcOrd="0" destOrd="0" presId="urn:microsoft.com/office/officeart/2005/8/layout/hierarchy1"/>
    <dgm:cxn modelId="{AFAAD1BF-0235-4C42-BF7B-B8E04E677B26}" type="presOf" srcId="{5A647F5B-9823-4A60-A771-50F999E8ED39}" destId="{8A266B81-2DEC-4875-8AE4-4408856CE652}" srcOrd="0" destOrd="0" presId="urn:microsoft.com/office/officeart/2005/8/layout/hierarchy1"/>
    <dgm:cxn modelId="{FBA2E0BF-C86D-4273-890D-CD4AB92C13EA}" type="presOf" srcId="{1B5AFF68-E36B-4D32-9C70-254A1E7ECE0A}" destId="{8A779227-6EB9-49E3-8A47-37A136EC70CB}" srcOrd="0" destOrd="0" presId="urn:microsoft.com/office/officeart/2005/8/layout/hierarchy1"/>
    <dgm:cxn modelId="{FE8D3CC4-94EA-4040-9AE8-208E2BCC1948}" type="presOf" srcId="{71BCC5C0-7397-4DDC-A65B-80F63092CAA1}" destId="{ACCA7497-1E47-4268-9F85-A39FBAEDD70A}" srcOrd="0" destOrd="0" presId="urn:microsoft.com/office/officeart/2005/8/layout/hierarchy1"/>
    <dgm:cxn modelId="{41CBA8CA-4287-4A4A-839E-23AE969A010B}" srcId="{2C030FC8-801B-40D5-BA8C-6F85F633C0F8}" destId="{6FFF791A-BA49-467A-BCAB-1890D4846036}" srcOrd="0" destOrd="0" parTransId="{6103FD82-7074-4BD8-ABB6-FE72BB5972F4}" sibTransId="{7500286C-C42E-4595-9304-14B9B7E5ED0F}"/>
    <dgm:cxn modelId="{1297E5CB-8353-4F90-8CD5-83604749FBFA}" type="presOf" srcId="{97F8886D-605D-4492-8137-8C5CB7FE3BDE}" destId="{1CDCE007-F745-4A6C-91B1-C0A1B1FC4A74}" srcOrd="0" destOrd="0" presId="urn:microsoft.com/office/officeart/2005/8/layout/hierarchy1"/>
    <dgm:cxn modelId="{92E3C8CC-3EA7-498F-916F-66BB30D26CEF}" srcId="{102DD4CA-4092-487C-835A-7CB9202ABC0A}" destId="{8438EC19-913B-4D4A-8696-BAC3F9052378}" srcOrd="3" destOrd="0" parTransId="{5A647F5B-9823-4A60-A771-50F999E8ED39}" sibTransId="{9531E796-FC04-4BC0-B347-43C2FBBA3FE6}"/>
    <dgm:cxn modelId="{97CA88CE-AD54-4AEF-8A28-B02D3C1573DF}" type="presOf" srcId="{0775EF42-365C-4D49-ABD6-27579EFC7FE8}" destId="{D150241A-BBBC-4E15-90DA-28045B09C79A}" srcOrd="0" destOrd="0" presId="urn:microsoft.com/office/officeart/2005/8/layout/hierarchy1"/>
    <dgm:cxn modelId="{706A0BE8-2BBD-4134-8B45-6D034FB73FCE}" type="presOf" srcId="{2C030FC8-801B-40D5-BA8C-6F85F633C0F8}" destId="{2000593D-25F8-405E-A0AD-38480804F52F}" srcOrd="0" destOrd="0" presId="urn:microsoft.com/office/officeart/2005/8/layout/hierarchy1"/>
    <dgm:cxn modelId="{07602EEA-EEB4-42BD-8108-0D38015E113E}" srcId="{2C030FC8-801B-40D5-BA8C-6F85F633C0F8}" destId="{71BCC5C0-7397-4DDC-A65B-80F63092CAA1}" srcOrd="2" destOrd="0" parTransId="{B3DA0928-FD25-439A-A3E7-9762D1CF1E30}" sibTransId="{9BDFAE8A-8B0D-451E-ADDE-C37AFBAF38FF}"/>
    <dgm:cxn modelId="{58D3EFF2-19DD-42E5-A671-AF00F302713C}" srcId="{71BCC5C0-7397-4DDC-A65B-80F63092CAA1}" destId="{6E3DB903-ED29-4376-9AED-287C656C960A}" srcOrd="1" destOrd="0" parTransId="{5A83702D-E724-4D5B-B75C-904263B76B23}" sibTransId="{7A171F02-08FF-4700-B85A-57E1A51372CC}"/>
    <dgm:cxn modelId="{29D5F3F8-409E-48A5-A068-607AFD5908C5}" srcId="{102DD4CA-4092-487C-835A-7CB9202ABC0A}" destId="{EB2A23DF-0645-46B4-A126-ADB58E021322}" srcOrd="1" destOrd="0" parTransId="{64DE8E69-D2DA-4449-9144-E188ADE63684}" sibTransId="{DA850AC9-D27E-4D05-9D99-A7AFFAA81322}"/>
    <dgm:cxn modelId="{3EFB04FC-AA6F-4438-9320-F78E1706499D}" type="presOf" srcId="{35B45FCE-B005-4AC5-9380-67C977C310C3}" destId="{97A545A6-0DC0-41AC-B819-2E772F0829C7}" srcOrd="0" destOrd="0" presId="urn:microsoft.com/office/officeart/2005/8/layout/hierarchy1"/>
    <dgm:cxn modelId="{CF863EFF-89A7-4606-A046-246EDE61254F}" type="presOf" srcId="{8811179F-1131-4F79-B389-5A00C990E421}" destId="{A01C024B-012C-4352-818B-F3BCB8F24B23}" srcOrd="0" destOrd="0" presId="urn:microsoft.com/office/officeart/2005/8/layout/hierarchy1"/>
    <dgm:cxn modelId="{1630DA01-84A3-4A80-B9EC-915CCD4E04DF}" type="presParOf" srcId="{D150241A-BBBC-4E15-90DA-28045B09C79A}" destId="{07852329-BCED-4BDC-8805-A6E353960932}" srcOrd="0" destOrd="0" presId="urn:microsoft.com/office/officeart/2005/8/layout/hierarchy1"/>
    <dgm:cxn modelId="{47A6E96D-2434-4325-BF48-C5643D15AC71}" type="presParOf" srcId="{07852329-BCED-4BDC-8805-A6E353960932}" destId="{6203B7D7-ADC8-474F-8EBC-CFFD390F53DA}" srcOrd="0" destOrd="0" presId="urn:microsoft.com/office/officeart/2005/8/layout/hierarchy1"/>
    <dgm:cxn modelId="{1D92B47A-E214-4014-98EE-18DCC5B13B4D}" type="presParOf" srcId="{6203B7D7-ADC8-474F-8EBC-CFFD390F53DA}" destId="{E2C7DAA1-64A0-40BE-AE1D-C6FF32497C3D}" srcOrd="0" destOrd="0" presId="urn:microsoft.com/office/officeart/2005/8/layout/hierarchy1"/>
    <dgm:cxn modelId="{B6CC5B11-E56B-4F31-84B1-D2907EF32418}" type="presParOf" srcId="{6203B7D7-ADC8-474F-8EBC-CFFD390F53DA}" destId="{2000593D-25F8-405E-A0AD-38480804F52F}" srcOrd="1" destOrd="0" presId="urn:microsoft.com/office/officeart/2005/8/layout/hierarchy1"/>
    <dgm:cxn modelId="{4FF3FE0A-345B-40C5-B781-0675F7E97E85}" type="presParOf" srcId="{07852329-BCED-4BDC-8805-A6E353960932}" destId="{9D88328D-A968-49D0-8FBC-CCCECC1F28DA}" srcOrd="1" destOrd="0" presId="urn:microsoft.com/office/officeart/2005/8/layout/hierarchy1"/>
    <dgm:cxn modelId="{2E15496C-7E74-4E11-BD36-B3731DE4D53F}" type="presParOf" srcId="{9D88328D-A968-49D0-8FBC-CCCECC1F28DA}" destId="{4AF7FA92-2AE9-4B4C-92A1-6790C8D14BC0}" srcOrd="0" destOrd="0" presId="urn:microsoft.com/office/officeart/2005/8/layout/hierarchy1"/>
    <dgm:cxn modelId="{5F4FF29F-AF7F-4266-BF6C-ACD4475DFF80}" type="presParOf" srcId="{9D88328D-A968-49D0-8FBC-CCCECC1F28DA}" destId="{C47026E9-DBAB-4194-844C-82393EE2E795}" srcOrd="1" destOrd="0" presId="urn:microsoft.com/office/officeart/2005/8/layout/hierarchy1"/>
    <dgm:cxn modelId="{1437ECFA-E2EA-4096-96E3-D1B5A8E2157C}" type="presParOf" srcId="{C47026E9-DBAB-4194-844C-82393EE2E795}" destId="{194C68F9-7553-43D0-BAEC-33F17605F177}" srcOrd="0" destOrd="0" presId="urn:microsoft.com/office/officeart/2005/8/layout/hierarchy1"/>
    <dgm:cxn modelId="{829F2D9E-D45F-4CAF-9BB5-698C9AF9DF88}" type="presParOf" srcId="{194C68F9-7553-43D0-BAEC-33F17605F177}" destId="{D9BC6BDC-21BD-4647-BAE5-826841E7333C}" srcOrd="0" destOrd="0" presId="urn:microsoft.com/office/officeart/2005/8/layout/hierarchy1"/>
    <dgm:cxn modelId="{EDC913A9-7408-4482-BE18-B818BC9A3FCC}" type="presParOf" srcId="{194C68F9-7553-43D0-BAEC-33F17605F177}" destId="{4ACCC9CB-93F9-4B97-AA76-CC879EAB5298}" srcOrd="1" destOrd="0" presId="urn:microsoft.com/office/officeart/2005/8/layout/hierarchy1"/>
    <dgm:cxn modelId="{D4FAFD1F-6671-4197-9F31-B831D7C1BBA7}" type="presParOf" srcId="{C47026E9-DBAB-4194-844C-82393EE2E795}" destId="{36129BE1-C317-4142-A4D4-9680B73E0D53}" srcOrd="1" destOrd="0" presId="urn:microsoft.com/office/officeart/2005/8/layout/hierarchy1"/>
    <dgm:cxn modelId="{A661B3E6-9BD7-403F-92B0-9CA9B2960C68}" type="presParOf" srcId="{36129BE1-C317-4142-A4D4-9680B73E0D53}" destId="{F46021CE-B6C0-43A1-AE10-EF9EDFF35FB5}" srcOrd="0" destOrd="0" presId="urn:microsoft.com/office/officeart/2005/8/layout/hierarchy1"/>
    <dgm:cxn modelId="{150BDABD-092D-4EBB-9067-EF47140B822B}" type="presParOf" srcId="{36129BE1-C317-4142-A4D4-9680B73E0D53}" destId="{86BFE294-B1DC-40C9-ACCB-A8DF8B302FCD}" srcOrd="1" destOrd="0" presId="urn:microsoft.com/office/officeart/2005/8/layout/hierarchy1"/>
    <dgm:cxn modelId="{D6DBF6AA-6979-4262-9C41-11963B55C89E}" type="presParOf" srcId="{86BFE294-B1DC-40C9-ACCB-A8DF8B302FCD}" destId="{E2F05136-4DB7-42D8-A8FD-459A4C5B4B53}" srcOrd="0" destOrd="0" presId="urn:microsoft.com/office/officeart/2005/8/layout/hierarchy1"/>
    <dgm:cxn modelId="{F13FA8EE-5EEB-4705-A24F-5322CA2ED469}" type="presParOf" srcId="{E2F05136-4DB7-42D8-A8FD-459A4C5B4B53}" destId="{A1A472F6-DD5E-4E78-B1A5-CEEC8D052ECA}" srcOrd="0" destOrd="0" presId="urn:microsoft.com/office/officeart/2005/8/layout/hierarchy1"/>
    <dgm:cxn modelId="{85FFA2ED-6841-4DB5-8978-8B7879B84A12}" type="presParOf" srcId="{E2F05136-4DB7-42D8-A8FD-459A4C5B4B53}" destId="{0729D7CA-1CE4-4E5C-9CBB-F9249B4188A8}" srcOrd="1" destOrd="0" presId="urn:microsoft.com/office/officeart/2005/8/layout/hierarchy1"/>
    <dgm:cxn modelId="{340F61E6-24B1-4E9E-A3AA-5C941F2D785D}" type="presParOf" srcId="{86BFE294-B1DC-40C9-ACCB-A8DF8B302FCD}" destId="{CE35B466-A10B-44C7-AEDC-01870CDD4D56}" srcOrd="1" destOrd="0" presId="urn:microsoft.com/office/officeart/2005/8/layout/hierarchy1"/>
    <dgm:cxn modelId="{62D0A78A-F369-40B2-954B-A3D223CDB110}" type="presParOf" srcId="{9D88328D-A968-49D0-8FBC-CCCECC1F28DA}" destId="{A01C024B-012C-4352-818B-F3BCB8F24B23}" srcOrd="2" destOrd="0" presId="urn:microsoft.com/office/officeart/2005/8/layout/hierarchy1"/>
    <dgm:cxn modelId="{D5E0A8E8-D93E-4F26-AD3B-6E495677C405}" type="presParOf" srcId="{9D88328D-A968-49D0-8FBC-CCCECC1F28DA}" destId="{6B3AB4FF-D511-484D-949A-B2F929A177F8}" srcOrd="3" destOrd="0" presId="urn:microsoft.com/office/officeart/2005/8/layout/hierarchy1"/>
    <dgm:cxn modelId="{0776603F-0E19-48CE-A3B2-26D929233579}" type="presParOf" srcId="{6B3AB4FF-D511-484D-949A-B2F929A177F8}" destId="{D8175073-1961-4248-AADC-F5919E265595}" srcOrd="0" destOrd="0" presId="urn:microsoft.com/office/officeart/2005/8/layout/hierarchy1"/>
    <dgm:cxn modelId="{01121FE8-6C9A-45BE-8146-187DF0189671}" type="presParOf" srcId="{D8175073-1961-4248-AADC-F5919E265595}" destId="{5E645AE2-C847-4690-95E3-9A2F8444261B}" srcOrd="0" destOrd="0" presId="urn:microsoft.com/office/officeart/2005/8/layout/hierarchy1"/>
    <dgm:cxn modelId="{B437BA47-A687-439F-99DE-4382CD4DF2B2}" type="presParOf" srcId="{D8175073-1961-4248-AADC-F5919E265595}" destId="{17FC9CAD-AA30-4064-A482-E82763D6C343}" srcOrd="1" destOrd="0" presId="urn:microsoft.com/office/officeart/2005/8/layout/hierarchy1"/>
    <dgm:cxn modelId="{EED04466-8568-4132-883C-2FEBCA55CF32}" type="presParOf" srcId="{6B3AB4FF-D511-484D-949A-B2F929A177F8}" destId="{EADDB1C6-2C19-49A7-800D-6CEF7C8671B3}" srcOrd="1" destOrd="0" presId="urn:microsoft.com/office/officeart/2005/8/layout/hierarchy1"/>
    <dgm:cxn modelId="{0CB6F7EB-A4F2-449C-A9A6-642A1589A696}" type="presParOf" srcId="{EADDB1C6-2C19-49A7-800D-6CEF7C8671B3}" destId="{577C8D2E-7F4F-4330-9B48-AE8E6BCF9C2C}" srcOrd="0" destOrd="0" presId="urn:microsoft.com/office/officeart/2005/8/layout/hierarchy1"/>
    <dgm:cxn modelId="{A72F1F8B-51DE-4C5E-B2A4-F92B81D44D60}" type="presParOf" srcId="{EADDB1C6-2C19-49A7-800D-6CEF7C8671B3}" destId="{DB4C24D3-88AA-43A3-8D8D-B291F34568FB}" srcOrd="1" destOrd="0" presId="urn:microsoft.com/office/officeart/2005/8/layout/hierarchy1"/>
    <dgm:cxn modelId="{A711F459-03AB-4CDA-A3C3-4C8E60879269}" type="presParOf" srcId="{DB4C24D3-88AA-43A3-8D8D-B291F34568FB}" destId="{35A2C189-3EA6-4FC7-BD84-98FD56829B6A}" srcOrd="0" destOrd="0" presId="urn:microsoft.com/office/officeart/2005/8/layout/hierarchy1"/>
    <dgm:cxn modelId="{9B585A30-8531-4D0D-996A-225F8A329BD2}" type="presParOf" srcId="{35A2C189-3EA6-4FC7-BD84-98FD56829B6A}" destId="{E5E462A1-01BD-4ED3-AC1B-6816CE3A9BC2}" srcOrd="0" destOrd="0" presId="urn:microsoft.com/office/officeart/2005/8/layout/hierarchy1"/>
    <dgm:cxn modelId="{EED65C21-6312-4C68-A531-199423B460E3}" type="presParOf" srcId="{35A2C189-3EA6-4FC7-BD84-98FD56829B6A}" destId="{EAF1A7E1-2A63-41ED-A50C-1F2D22D184CF}" srcOrd="1" destOrd="0" presId="urn:microsoft.com/office/officeart/2005/8/layout/hierarchy1"/>
    <dgm:cxn modelId="{5363241D-837A-4ED1-8F38-97BBF258FC45}" type="presParOf" srcId="{DB4C24D3-88AA-43A3-8D8D-B291F34568FB}" destId="{A5199DA3-F1AC-4C0B-B848-38CFB08E1CE6}" srcOrd="1" destOrd="0" presId="urn:microsoft.com/office/officeart/2005/8/layout/hierarchy1"/>
    <dgm:cxn modelId="{7244020E-0172-4264-8767-670112865BD6}" type="presParOf" srcId="{9D88328D-A968-49D0-8FBC-CCCECC1F28DA}" destId="{F70AF62D-1012-423B-8873-F50A289D710C}" srcOrd="4" destOrd="0" presId="urn:microsoft.com/office/officeart/2005/8/layout/hierarchy1"/>
    <dgm:cxn modelId="{35B98BDF-194E-47BC-AC06-9802CC0D6E8F}" type="presParOf" srcId="{9D88328D-A968-49D0-8FBC-CCCECC1F28DA}" destId="{EE23E7A9-5223-4EE0-AD8B-B46DBCD846F7}" srcOrd="5" destOrd="0" presId="urn:microsoft.com/office/officeart/2005/8/layout/hierarchy1"/>
    <dgm:cxn modelId="{B142FC44-285C-42AD-8C67-45103C545390}" type="presParOf" srcId="{EE23E7A9-5223-4EE0-AD8B-B46DBCD846F7}" destId="{71838740-92EC-4FDE-A504-42A1847FEBDA}" srcOrd="0" destOrd="0" presId="urn:microsoft.com/office/officeart/2005/8/layout/hierarchy1"/>
    <dgm:cxn modelId="{AF8F5BA1-1B57-4678-BBDE-1FD9C5485FD1}" type="presParOf" srcId="{71838740-92EC-4FDE-A504-42A1847FEBDA}" destId="{9F76C95C-FE92-4256-92A6-474A3C3B247F}" srcOrd="0" destOrd="0" presId="urn:microsoft.com/office/officeart/2005/8/layout/hierarchy1"/>
    <dgm:cxn modelId="{16A207B3-960F-43A4-87DE-6A315F42BDE8}" type="presParOf" srcId="{71838740-92EC-4FDE-A504-42A1847FEBDA}" destId="{ACCA7497-1E47-4268-9F85-A39FBAEDD70A}" srcOrd="1" destOrd="0" presId="urn:microsoft.com/office/officeart/2005/8/layout/hierarchy1"/>
    <dgm:cxn modelId="{F346EA1E-25A9-4771-BC78-172EC4944D83}" type="presParOf" srcId="{EE23E7A9-5223-4EE0-AD8B-B46DBCD846F7}" destId="{CBB874BE-3049-464D-9EDB-F8BA8CF913CB}" srcOrd="1" destOrd="0" presId="urn:microsoft.com/office/officeart/2005/8/layout/hierarchy1"/>
    <dgm:cxn modelId="{D73E4A39-2E90-40A4-927D-E145C0A15FA9}" type="presParOf" srcId="{CBB874BE-3049-464D-9EDB-F8BA8CF913CB}" destId="{AAAC3AE6-2D55-40DC-9F44-1DA6E19CCFA8}" srcOrd="0" destOrd="0" presId="urn:microsoft.com/office/officeart/2005/8/layout/hierarchy1"/>
    <dgm:cxn modelId="{9948DDAA-25BA-47A1-AFD4-578E51F4DE1A}" type="presParOf" srcId="{CBB874BE-3049-464D-9EDB-F8BA8CF913CB}" destId="{73E99E75-0BE8-4600-A59E-D11A1BB78C1B}" srcOrd="1" destOrd="0" presId="urn:microsoft.com/office/officeart/2005/8/layout/hierarchy1"/>
    <dgm:cxn modelId="{4184D204-B112-4395-9BF0-D61582CFD8F6}" type="presParOf" srcId="{73E99E75-0BE8-4600-A59E-D11A1BB78C1B}" destId="{6DDC35D6-3FFD-4A18-B181-A389C2228A32}" srcOrd="0" destOrd="0" presId="urn:microsoft.com/office/officeart/2005/8/layout/hierarchy1"/>
    <dgm:cxn modelId="{1518EBB2-DCB1-4FF8-B370-E4254A6F55F3}" type="presParOf" srcId="{6DDC35D6-3FFD-4A18-B181-A389C2228A32}" destId="{C7048201-0F8B-475F-98D4-437F1A032121}" srcOrd="0" destOrd="0" presId="urn:microsoft.com/office/officeart/2005/8/layout/hierarchy1"/>
    <dgm:cxn modelId="{9EA09278-5477-489C-B66B-F63774C84F23}" type="presParOf" srcId="{6DDC35D6-3FFD-4A18-B181-A389C2228A32}" destId="{03E7C5CA-F289-4E70-8893-ECECA1CDA1D0}" srcOrd="1" destOrd="0" presId="urn:microsoft.com/office/officeart/2005/8/layout/hierarchy1"/>
    <dgm:cxn modelId="{3010C38B-7E76-4D0B-AF3B-D91ABC72ABAF}" type="presParOf" srcId="{73E99E75-0BE8-4600-A59E-D11A1BB78C1B}" destId="{EFC9193E-BDAC-4A01-9A7D-7221A0C3F5C7}" srcOrd="1" destOrd="0" presId="urn:microsoft.com/office/officeart/2005/8/layout/hierarchy1"/>
    <dgm:cxn modelId="{2EB88262-23B8-4581-A790-5AAE3FC35905}" type="presParOf" srcId="{EFC9193E-BDAC-4A01-9A7D-7221A0C3F5C7}" destId="{8A779227-6EB9-49E3-8A47-37A136EC70CB}" srcOrd="0" destOrd="0" presId="urn:microsoft.com/office/officeart/2005/8/layout/hierarchy1"/>
    <dgm:cxn modelId="{5755FD3F-EB38-40A6-BC4F-A211EA5F11FF}" type="presParOf" srcId="{EFC9193E-BDAC-4A01-9A7D-7221A0C3F5C7}" destId="{2FEFEF13-959D-4020-87F0-D806B0FB5183}" srcOrd="1" destOrd="0" presId="urn:microsoft.com/office/officeart/2005/8/layout/hierarchy1"/>
    <dgm:cxn modelId="{AD0DFBB1-0309-4C20-8FA8-89A8E715879B}" type="presParOf" srcId="{2FEFEF13-959D-4020-87F0-D806B0FB5183}" destId="{02BF2AF9-4F70-4B81-B7E9-EC1DC2C9723F}" srcOrd="0" destOrd="0" presId="urn:microsoft.com/office/officeart/2005/8/layout/hierarchy1"/>
    <dgm:cxn modelId="{B9484CFB-1A26-4B81-8EDB-F22D1EB23240}" type="presParOf" srcId="{02BF2AF9-4F70-4B81-B7E9-EC1DC2C9723F}" destId="{FDFDDB3A-1D82-4BC1-ADC1-B2808894FB90}" srcOrd="0" destOrd="0" presId="urn:microsoft.com/office/officeart/2005/8/layout/hierarchy1"/>
    <dgm:cxn modelId="{C3899C3E-0396-4202-9FD6-8F330E747A9E}" type="presParOf" srcId="{02BF2AF9-4F70-4B81-B7E9-EC1DC2C9723F}" destId="{7D86EA42-6CC5-40B9-8129-E44003882B6E}" srcOrd="1" destOrd="0" presId="urn:microsoft.com/office/officeart/2005/8/layout/hierarchy1"/>
    <dgm:cxn modelId="{161F8080-6342-41DC-BEFD-7CDA950FC2E7}" type="presParOf" srcId="{2FEFEF13-959D-4020-87F0-D806B0FB5183}" destId="{0FC9B8F9-E337-4F82-BCBB-8930985A3D5B}" srcOrd="1" destOrd="0" presId="urn:microsoft.com/office/officeart/2005/8/layout/hierarchy1"/>
    <dgm:cxn modelId="{26637B4E-C207-467B-8C9D-B1B0E07FA926}" type="presParOf" srcId="{CBB874BE-3049-464D-9EDB-F8BA8CF913CB}" destId="{D8A4175B-4B23-4E45-AF65-0B94933CF93F}" srcOrd="2" destOrd="0" presId="urn:microsoft.com/office/officeart/2005/8/layout/hierarchy1"/>
    <dgm:cxn modelId="{DC867C21-5A16-4792-8358-2BE59232D385}" type="presParOf" srcId="{CBB874BE-3049-464D-9EDB-F8BA8CF913CB}" destId="{05E17A90-020B-43C1-ABBB-97D3AF945647}" srcOrd="3" destOrd="0" presId="urn:microsoft.com/office/officeart/2005/8/layout/hierarchy1"/>
    <dgm:cxn modelId="{72913FE6-D9E2-4163-A7BA-6D6AFB6E77B0}" type="presParOf" srcId="{05E17A90-020B-43C1-ABBB-97D3AF945647}" destId="{6834CBC1-2C96-473A-A6A0-132F7901D6BE}" srcOrd="0" destOrd="0" presId="urn:microsoft.com/office/officeart/2005/8/layout/hierarchy1"/>
    <dgm:cxn modelId="{DD19FD5F-46FE-4546-9983-1A00FD48763C}" type="presParOf" srcId="{6834CBC1-2C96-473A-A6A0-132F7901D6BE}" destId="{C826A3D7-F311-4DDC-BB0B-EC963B09F28A}" srcOrd="0" destOrd="0" presId="urn:microsoft.com/office/officeart/2005/8/layout/hierarchy1"/>
    <dgm:cxn modelId="{E005FFF1-BC62-42B2-A6BF-C419797524A7}" type="presParOf" srcId="{6834CBC1-2C96-473A-A6A0-132F7901D6BE}" destId="{519620E3-FA07-4551-970A-5D4016E44164}" srcOrd="1" destOrd="0" presId="urn:microsoft.com/office/officeart/2005/8/layout/hierarchy1"/>
    <dgm:cxn modelId="{328F8682-4FC1-448C-9BA6-AFBFD5C76F57}" type="presParOf" srcId="{05E17A90-020B-43C1-ABBB-97D3AF945647}" destId="{C347CA74-BBA6-42B4-9477-EC14EB959279}" srcOrd="1" destOrd="0" presId="urn:microsoft.com/office/officeart/2005/8/layout/hierarchy1"/>
    <dgm:cxn modelId="{9CF142C8-287C-43B5-A8E2-FE42AC8ABF64}" type="presParOf" srcId="{C347CA74-BBA6-42B4-9477-EC14EB959279}" destId="{97A545A6-0DC0-41AC-B819-2E772F0829C7}" srcOrd="0" destOrd="0" presId="urn:microsoft.com/office/officeart/2005/8/layout/hierarchy1"/>
    <dgm:cxn modelId="{691F00A2-EC80-4AEC-ACF5-1B43B741C62A}" type="presParOf" srcId="{C347CA74-BBA6-42B4-9477-EC14EB959279}" destId="{EAEC2A9A-EF34-4A34-98C1-B4A03A2DA05E}" srcOrd="1" destOrd="0" presId="urn:microsoft.com/office/officeart/2005/8/layout/hierarchy1"/>
    <dgm:cxn modelId="{50BDE1E8-0122-4BD6-A393-AC24916409AA}" type="presParOf" srcId="{EAEC2A9A-EF34-4A34-98C1-B4A03A2DA05E}" destId="{97A4849C-93D5-453A-A750-8164620E3862}" srcOrd="0" destOrd="0" presId="urn:microsoft.com/office/officeart/2005/8/layout/hierarchy1"/>
    <dgm:cxn modelId="{C1022411-81A5-488D-BB6A-9C50E1BD6EDA}" type="presParOf" srcId="{97A4849C-93D5-453A-A750-8164620E3862}" destId="{53D82FDE-BB48-4E6F-9F7B-A5730393E581}" srcOrd="0" destOrd="0" presId="urn:microsoft.com/office/officeart/2005/8/layout/hierarchy1"/>
    <dgm:cxn modelId="{C48730F6-D00D-40E0-9651-9B6643A6116F}" type="presParOf" srcId="{97A4849C-93D5-453A-A750-8164620E3862}" destId="{BEE3623F-2861-427C-A232-EAA83FF150FD}" srcOrd="1" destOrd="0" presId="urn:microsoft.com/office/officeart/2005/8/layout/hierarchy1"/>
    <dgm:cxn modelId="{21AB9AD3-9B73-47EC-BF1B-B93DFE7B3D5C}" type="presParOf" srcId="{EAEC2A9A-EF34-4A34-98C1-B4A03A2DA05E}" destId="{81E3D57C-651F-4FA5-8C4D-02B4F4C2EA84}" srcOrd="1" destOrd="0" presId="urn:microsoft.com/office/officeart/2005/8/layout/hierarchy1"/>
    <dgm:cxn modelId="{55DE96CB-35EA-48E5-8D64-87960D45F153}" type="presParOf" srcId="{9D88328D-A968-49D0-8FBC-CCCECC1F28DA}" destId="{5D2924F8-1C65-4577-8F44-18449577C25E}" srcOrd="6" destOrd="0" presId="urn:microsoft.com/office/officeart/2005/8/layout/hierarchy1"/>
    <dgm:cxn modelId="{82B8171F-AE86-4A27-AE99-D25A25C7A3AD}" type="presParOf" srcId="{9D88328D-A968-49D0-8FBC-CCCECC1F28DA}" destId="{536834BF-CDCE-44D0-BAE5-9EFCFFFC2CB0}" srcOrd="7" destOrd="0" presId="urn:microsoft.com/office/officeart/2005/8/layout/hierarchy1"/>
    <dgm:cxn modelId="{7D6CC3DF-1237-4FA6-876C-89E06FE378D2}" type="presParOf" srcId="{536834BF-CDCE-44D0-BAE5-9EFCFFFC2CB0}" destId="{1CDE692F-091A-45E5-A74A-42F0F797188F}" srcOrd="0" destOrd="0" presId="urn:microsoft.com/office/officeart/2005/8/layout/hierarchy1"/>
    <dgm:cxn modelId="{42FB9C27-E290-4E6F-A35E-61AFA200384B}" type="presParOf" srcId="{1CDE692F-091A-45E5-A74A-42F0F797188F}" destId="{2FCC5310-9DC6-43FB-9289-36E8A5B98573}" srcOrd="0" destOrd="0" presId="urn:microsoft.com/office/officeart/2005/8/layout/hierarchy1"/>
    <dgm:cxn modelId="{538282B1-A833-4EB6-B13B-918346031FA0}" type="presParOf" srcId="{1CDE692F-091A-45E5-A74A-42F0F797188F}" destId="{A57CEB7D-7F01-44A6-892F-779AA49D83DA}" srcOrd="1" destOrd="0" presId="urn:microsoft.com/office/officeart/2005/8/layout/hierarchy1"/>
    <dgm:cxn modelId="{156072A6-CC4F-4651-BF70-B4FA156AC038}" type="presParOf" srcId="{536834BF-CDCE-44D0-BAE5-9EFCFFFC2CB0}" destId="{EBF2E6F1-D070-4A06-9B52-EF9D5163A3C8}" srcOrd="1" destOrd="0" presId="urn:microsoft.com/office/officeart/2005/8/layout/hierarchy1"/>
    <dgm:cxn modelId="{A03E56B5-2C7C-430D-9967-C8AC2679EBA9}" type="presParOf" srcId="{EBF2E6F1-D070-4A06-9B52-EF9D5163A3C8}" destId="{1CDCE007-F745-4A6C-91B1-C0A1B1FC4A74}" srcOrd="0" destOrd="0" presId="urn:microsoft.com/office/officeart/2005/8/layout/hierarchy1"/>
    <dgm:cxn modelId="{8E589F80-D6B2-4998-AF72-DA57183EF86A}" type="presParOf" srcId="{EBF2E6F1-D070-4A06-9B52-EF9D5163A3C8}" destId="{6694D32E-B680-4415-A6D5-A215E8D9A7D2}" srcOrd="1" destOrd="0" presId="urn:microsoft.com/office/officeart/2005/8/layout/hierarchy1"/>
    <dgm:cxn modelId="{7F807D40-1808-4F91-8606-4393481E27D3}" type="presParOf" srcId="{6694D32E-B680-4415-A6D5-A215E8D9A7D2}" destId="{691FAACC-58E0-4F98-B416-063F34BBCDC1}" srcOrd="0" destOrd="0" presId="urn:microsoft.com/office/officeart/2005/8/layout/hierarchy1"/>
    <dgm:cxn modelId="{A33BEAED-558E-4A0A-B6E7-3AFDDA0E3FFD}" type="presParOf" srcId="{691FAACC-58E0-4F98-B416-063F34BBCDC1}" destId="{5BDF3EB0-0EF3-4730-AACE-07BB53E9EDD4}" srcOrd="0" destOrd="0" presId="urn:microsoft.com/office/officeart/2005/8/layout/hierarchy1"/>
    <dgm:cxn modelId="{1D90F8FA-EF54-4B12-9C7E-B86E4C456D9F}" type="presParOf" srcId="{691FAACC-58E0-4F98-B416-063F34BBCDC1}" destId="{3F8B986E-1249-426C-83E0-70373A5AC99B}" srcOrd="1" destOrd="0" presId="urn:microsoft.com/office/officeart/2005/8/layout/hierarchy1"/>
    <dgm:cxn modelId="{063A75C2-46B5-472E-82DC-A88F976F04A5}" type="presParOf" srcId="{6694D32E-B680-4415-A6D5-A215E8D9A7D2}" destId="{545F68B6-75F0-4411-99FE-BDBD0DD498B9}" srcOrd="1" destOrd="0" presId="urn:microsoft.com/office/officeart/2005/8/layout/hierarchy1"/>
    <dgm:cxn modelId="{F6DD61B9-C041-437D-B1CE-F754067F6498}" type="presParOf" srcId="{EBF2E6F1-D070-4A06-9B52-EF9D5163A3C8}" destId="{9A75D145-E654-4B16-84FB-6682F2A2970C}" srcOrd="2" destOrd="0" presId="urn:microsoft.com/office/officeart/2005/8/layout/hierarchy1"/>
    <dgm:cxn modelId="{81821C68-0DF5-4219-BC0C-03D2307391B7}" type="presParOf" srcId="{EBF2E6F1-D070-4A06-9B52-EF9D5163A3C8}" destId="{1B1DFA3E-E99D-471D-85FF-7D5BCF711C08}" srcOrd="3" destOrd="0" presId="urn:microsoft.com/office/officeart/2005/8/layout/hierarchy1"/>
    <dgm:cxn modelId="{642672DB-5C46-48E0-8E30-458629EA12EA}" type="presParOf" srcId="{1B1DFA3E-E99D-471D-85FF-7D5BCF711C08}" destId="{40D05A2C-9D08-49FE-BD00-A6E32977C52E}" srcOrd="0" destOrd="0" presId="urn:microsoft.com/office/officeart/2005/8/layout/hierarchy1"/>
    <dgm:cxn modelId="{A5BEE3A6-C1A6-4806-BA32-049B7A9FF6F5}" type="presParOf" srcId="{40D05A2C-9D08-49FE-BD00-A6E32977C52E}" destId="{AABEA5FE-33A7-4849-B135-FDF71BB7B2FF}" srcOrd="0" destOrd="0" presId="urn:microsoft.com/office/officeart/2005/8/layout/hierarchy1"/>
    <dgm:cxn modelId="{C04A5C54-76FB-475A-BA7C-4A18FA2958A7}" type="presParOf" srcId="{40D05A2C-9D08-49FE-BD00-A6E32977C52E}" destId="{6B49627B-3BD8-4EC7-BB6F-445818916E83}" srcOrd="1" destOrd="0" presId="urn:microsoft.com/office/officeart/2005/8/layout/hierarchy1"/>
    <dgm:cxn modelId="{ED6F787C-E557-4B00-AEC1-776AC956B9D8}" type="presParOf" srcId="{1B1DFA3E-E99D-471D-85FF-7D5BCF711C08}" destId="{D253E316-2D32-4739-A52E-9BB4B6369A4F}" srcOrd="1" destOrd="0" presId="urn:microsoft.com/office/officeart/2005/8/layout/hierarchy1"/>
    <dgm:cxn modelId="{3A59BC83-9AEC-4224-94B7-669EC2B8CCE5}" type="presParOf" srcId="{EBF2E6F1-D070-4A06-9B52-EF9D5163A3C8}" destId="{2F9B1D85-0D5C-4A02-82EB-9D9B59F3BEDA}" srcOrd="4" destOrd="0" presId="urn:microsoft.com/office/officeart/2005/8/layout/hierarchy1"/>
    <dgm:cxn modelId="{478517B2-F890-4985-B2DA-1EBFD68EC29B}" type="presParOf" srcId="{EBF2E6F1-D070-4A06-9B52-EF9D5163A3C8}" destId="{3E1C1453-D66C-4069-8992-40D4F2A87244}" srcOrd="5" destOrd="0" presId="urn:microsoft.com/office/officeart/2005/8/layout/hierarchy1"/>
    <dgm:cxn modelId="{B9CA1AA4-0D39-442E-A954-BB78C19B953E}" type="presParOf" srcId="{3E1C1453-D66C-4069-8992-40D4F2A87244}" destId="{A418C4E4-9404-478A-9F2D-0BA0C3E8C011}" srcOrd="0" destOrd="0" presId="urn:microsoft.com/office/officeart/2005/8/layout/hierarchy1"/>
    <dgm:cxn modelId="{3AB521FC-9216-4CF5-A242-774EFA7E2D86}" type="presParOf" srcId="{A418C4E4-9404-478A-9F2D-0BA0C3E8C011}" destId="{C3A8733C-9F12-452E-B9C7-22D34876EDD4}" srcOrd="0" destOrd="0" presId="urn:microsoft.com/office/officeart/2005/8/layout/hierarchy1"/>
    <dgm:cxn modelId="{CD81C2C7-0109-424C-994B-1A922E954D3D}" type="presParOf" srcId="{A418C4E4-9404-478A-9F2D-0BA0C3E8C011}" destId="{B7062D95-9D95-4A07-A6DB-E22272480A31}" srcOrd="1" destOrd="0" presId="urn:microsoft.com/office/officeart/2005/8/layout/hierarchy1"/>
    <dgm:cxn modelId="{A7A6FDF8-372D-46A4-B737-2112C9976F7B}" type="presParOf" srcId="{3E1C1453-D66C-4069-8992-40D4F2A87244}" destId="{64BA4EEB-B709-4383-B4C1-8D57D0056A34}" srcOrd="1" destOrd="0" presId="urn:microsoft.com/office/officeart/2005/8/layout/hierarchy1"/>
    <dgm:cxn modelId="{352DF369-447D-41ED-BE51-DBFE8D99E813}" type="presParOf" srcId="{EBF2E6F1-D070-4A06-9B52-EF9D5163A3C8}" destId="{8A266B81-2DEC-4875-8AE4-4408856CE652}" srcOrd="6" destOrd="0" presId="urn:microsoft.com/office/officeart/2005/8/layout/hierarchy1"/>
    <dgm:cxn modelId="{C887CB05-1281-4F4D-8788-194A639BEFE8}" type="presParOf" srcId="{EBF2E6F1-D070-4A06-9B52-EF9D5163A3C8}" destId="{052F4330-4544-41F4-8E04-37FDE51883A9}" srcOrd="7" destOrd="0" presId="urn:microsoft.com/office/officeart/2005/8/layout/hierarchy1"/>
    <dgm:cxn modelId="{453913B0-1EB1-42E2-AFC3-9A59B9AC1F48}" type="presParOf" srcId="{052F4330-4544-41F4-8E04-37FDE51883A9}" destId="{D1AE8D35-569A-42D2-9D10-4BCB685F90D7}" srcOrd="0" destOrd="0" presId="urn:microsoft.com/office/officeart/2005/8/layout/hierarchy1"/>
    <dgm:cxn modelId="{2A5CBF22-65D3-42C3-AF80-E51141F2378F}" type="presParOf" srcId="{D1AE8D35-569A-42D2-9D10-4BCB685F90D7}" destId="{674B226E-56F9-4D36-8AAC-E45A9CB50278}" srcOrd="0" destOrd="0" presId="urn:microsoft.com/office/officeart/2005/8/layout/hierarchy1"/>
    <dgm:cxn modelId="{5F14FC81-5674-457D-A671-ACA7CE2B5A4A}" type="presParOf" srcId="{D1AE8D35-569A-42D2-9D10-4BCB685F90D7}" destId="{68DEC584-B833-4419-BF10-4760C70A5407}" srcOrd="1" destOrd="0" presId="urn:microsoft.com/office/officeart/2005/8/layout/hierarchy1"/>
    <dgm:cxn modelId="{CD0C7B00-6023-442C-A80D-AF76D7350CDC}" type="presParOf" srcId="{052F4330-4544-41F4-8E04-37FDE51883A9}" destId="{E1CFD7DB-6081-4CED-89DA-81A39962E774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E47659AB-56E8-4C3B-85EB-FC69FCB49997}" type="doc">
      <dgm:prSet loTypeId="urn:microsoft.com/office/officeart/2008/layout/TitledPictureBlocks" loCatId="picture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36330406-B079-47C8-8668-BE128DD3D847}">
      <dgm:prSet phldrT="[Text]"/>
      <dgm:spPr/>
      <dgm:t>
        <a:bodyPr/>
        <a:lstStyle/>
        <a:p>
          <a:r>
            <a:rPr lang="en-IN" dirty="0"/>
            <a:t>if</a:t>
          </a:r>
        </a:p>
      </dgm:t>
    </dgm:pt>
    <dgm:pt modelId="{4CA3E23B-9395-49D6-8EE0-41EA7435C583}" type="parTrans" cxnId="{DF06BBFA-B28E-4B91-99F4-57F3F72CCE8E}">
      <dgm:prSet/>
      <dgm:spPr/>
      <dgm:t>
        <a:bodyPr/>
        <a:lstStyle/>
        <a:p>
          <a:endParaRPr lang="en-IN"/>
        </a:p>
      </dgm:t>
    </dgm:pt>
    <dgm:pt modelId="{BE745800-8859-476B-A3AA-B635A557FB0F}" type="sibTrans" cxnId="{DF06BBFA-B28E-4B91-99F4-57F3F72CCE8E}">
      <dgm:prSet/>
      <dgm:spPr/>
      <dgm:t>
        <a:bodyPr/>
        <a:lstStyle/>
        <a:p>
          <a:endParaRPr lang="en-IN"/>
        </a:p>
      </dgm:t>
    </dgm:pt>
    <dgm:pt modelId="{8F3F8F68-23E8-4AD1-BB14-674353E63804}">
      <dgm:prSet phldrT="[Text]"/>
      <dgm:spPr/>
      <dgm:t>
        <a:bodyPr/>
        <a:lstStyle/>
        <a:p>
          <a:r>
            <a:rPr lang="en-IN" dirty="0"/>
            <a:t>if else ladder</a:t>
          </a:r>
        </a:p>
      </dgm:t>
    </dgm:pt>
    <dgm:pt modelId="{8094D241-EF21-47B7-84EC-5A37A8E5246F}" type="parTrans" cxnId="{89EA9339-88BD-41F0-A6DA-C54AAA844A6A}">
      <dgm:prSet/>
      <dgm:spPr/>
      <dgm:t>
        <a:bodyPr/>
        <a:lstStyle/>
        <a:p>
          <a:endParaRPr lang="en-IN"/>
        </a:p>
      </dgm:t>
    </dgm:pt>
    <dgm:pt modelId="{795636B0-BD08-404D-89CC-845E17C63673}" type="sibTrans" cxnId="{89EA9339-88BD-41F0-A6DA-C54AAA844A6A}">
      <dgm:prSet/>
      <dgm:spPr/>
      <dgm:t>
        <a:bodyPr/>
        <a:lstStyle/>
        <a:p>
          <a:endParaRPr lang="en-IN"/>
        </a:p>
      </dgm:t>
    </dgm:pt>
    <dgm:pt modelId="{5E379CD5-E241-4CEA-A35C-45A061E12832}">
      <dgm:prSet phldrT="[Text]"/>
      <dgm:spPr/>
      <dgm:t>
        <a:bodyPr/>
        <a:lstStyle/>
        <a:p>
          <a:r>
            <a:rPr lang="en-IN" dirty="0"/>
            <a:t>switch case</a:t>
          </a:r>
        </a:p>
      </dgm:t>
    </dgm:pt>
    <dgm:pt modelId="{5E5922F8-D922-437F-A5B5-27F581AD5DD6}" type="parTrans" cxnId="{9BC904E3-3C72-454D-94B2-847EADC37B8E}">
      <dgm:prSet/>
      <dgm:spPr/>
      <dgm:t>
        <a:bodyPr/>
        <a:lstStyle/>
        <a:p>
          <a:endParaRPr lang="en-IN"/>
        </a:p>
      </dgm:t>
    </dgm:pt>
    <dgm:pt modelId="{6B42CEFE-BE92-4B96-9C57-E54F24F07697}" type="sibTrans" cxnId="{9BC904E3-3C72-454D-94B2-847EADC37B8E}">
      <dgm:prSet/>
      <dgm:spPr/>
      <dgm:t>
        <a:bodyPr/>
        <a:lstStyle/>
        <a:p>
          <a:endParaRPr lang="en-IN"/>
        </a:p>
      </dgm:t>
    </dgm:pt>
    <dgm:pt modelId="{B6867CA3-0DF5-47B0-95F0-717FFE4A513C}">
      <dgm:prSet phldrT="[Text]"/>
      <dgm:spPr/>
      <dgm:t>
        <a:bodyPr/>
        <a:lstStyle/>
        <a:p>
          <a:r>
            <a:rPr lang="en-IN"/>
            <a:t>ternary operator</a:t>
          </a:r>
          <a:endParaRPr lang="en-IN" dirty="0"/>
        </a:p>
      </dgm:t>
    </dgm:pt>
    <dgm:pt modelId="{3CF5848C-669F-4BC2-BDA1-24E45DE70730}" type="parTrans" cxnId="{56F36A15-E203-49C0-A549-F897B88E8E81}">
      <dgm:prSet/>
      <dgm:spPr/>
      <dgm:t>
        <a:bodyPr/>
        <a:lstStyle/>
        <a:p>
          <a:endParaRPr lang="en-IN"/>
        </a:p>
      </dgm:t>
    </dgm:pt>
    <dgm:pt modelId="{CCDAE0C9-1C70-4A92-86A5-D8BB23172BB1}" type="sibTrans" cxnId="{56F36A15-E203-49C0-A549-F897B88E8E81}">
      <dgm:prSet/>
      <dgm:spPr/>
      <dgm:t>
        <a:bodyPr/>
        <a:lstStyle/>
        <a:p>
          <a:endParaRPr lang="en-IN"/>
        </a:p>
      </dgm:t>
    </dgm:pt>
    <dgm:pt modelId="{23BDD369-4CDF-4845-8653-6FE0018339E6}">
      <dgm:prSet phldrT="[Text]"/>
      <dgm:spPr/>
      <dgm:t>
        <a:bodyPr/>
        <a:lstStyle/>
        <a:p>
          <a:r>
            <a:rPr lang="en-IN"/>
            <a:t>nested if else</a:t>
          </a:r>
          <a:endParaRPr lang="en-IN" dirty="0"/>
        </a:p>
      </dgm:t>
    </dgm:pt>
    <dgm:pt modelId="{8075D126-DED6-44C0-BF00-EF50E4D67441}" type="parTrans" cxnId="{45B26B6B-EE62-48F1-BA28-3FCD1DA3006F}">
      <dgm:prSet/>
      <dgm:spPr/>
      <dgm:t>
        <a:bodyPr/>
        <a:lstStyle/>
        <a:p>
          <a:endParaRPr lang="en-IN"/>
        </a:p>
      </dgm:t>
    </dgm:pt>
    <dgm:pt modelId="{C0FEE155-E40F-425A-9198-5BAA5F22EBED}" type="sibTrans" cxnId="{45B26B6B-EE62-48F1-BA28-3FCD1DA3006F}">
      <dgm:prSet/>
      <dgm:spPr/>
      <dgm:t>
        <a:bodyPr/>
        <a:lstStyle/>
        <a:p>
          <a:endParaRPr lang="en-IN"/>
        </a:p>
      </dgm:t>
    </dgm:pt>
    <dgm:pt modelId="{EEA13BE4-7122-4AAA-B123-949AB0D3338A}">
      <dgm:prSet phldrT="[Text]"/>
      <dgm:spPr/>
      <dgm:t>
        <a:bodyPr/>
        <a:lstStyle/>
        <a:p>
          <a:r>
            <a:rPr lang="en-IN"/>
            <a:t>if </a:t>
          </a:r>
          <a:r>
            <a:rPr lang="en-IN" dirty="0"/>
            <a:t>else</a:t>
          </a:r>
        </a:p>
      </dgm:t>
    </dgm:pt>
    <dgm:pt modelId="{EEF959C3-65B6-41E1-B54E-D06AE80CD2E5}" type="parTrans" cxnId="{BC29AE6E-4E6A-4115-BE68-22A50D5C5031}">
      <dgm:prSet/>
      <dgm:spPr/>
      <dgm:t>
        <a:bodyPr/>
        <a:lstStyle/>
        <a:p>
          <a:endParaRPr lang="en-IN"/>
        </a:p>
      </dgm:t>
    </dgm:pt>
    <dgm:pt modelId="{8B7A8126-CE06-4377-AC8E-B8F164E6E3F2}" type="sibTrans" cxnId="{BC29AE6E-4E6A-4115-BE68-22A50D5C5031}">
      <dgm:prSet/>
      <dgm:spPr/>
      <dgm:t>
        <a:bodyPr/>
        <a:lstStyle/>
        <a:p>
          <a:endParaRPr lang="en-IN"/>
        </a:p>
      </dgm:t>
    </dgm:pt>
    <dgm:pt modelId="{40156CED-FE70-49DC-8BBB-84B2B21752A9}" type="pres">
      <dgm:prSet presAssocID="{E47659AB-56E8-4C3B-85EB-FC69FCB49997}" presName="rootNode" presStyleCnt="0">
        <dgm:presLayoutVars>
          <dgm:chMax/>
          <dgm:chPref/>
          <dgm:dir/>
          <dgm:animLvl val="lvl"/>
        </dgm:presLayoutVars>
      </dgm:prSet>
      <dgm:spPr/>
    </dgm:pt>
    <dgm:pt modelId="{DCF470B5-C22C-475E-BC87-ADCCE0E34F1D}" type="pres">
      <dgm:prSet presAssocID="{36330406-B079-47C8-8668-BE128DD3D847}" presName="composite" presStyleCnt="0"/>
      <dgm:spPr/>
    </dgm:pt>
    <dgm:pt modelId="{23DFFFB7-3088-4F3B-809A-B474088ED03C}" type="pres">
      <dgm:prSet presAssocID="{36330406-B079-47C8-8668-BE128DD3D847}" presName="ParentText" presStyleLbl="node1" presStyleIdx="0" presStyleCnt="6" custScaleX="150849">
        <dgm:presLayoutVars>
          <dgm:chMax val="1"/>
          <dgm:chPref val="1"/>
          <dgm:bulletEnabled val="1"/>
        </dgm:presLayoutVars>
      </dgm:prSet>
      <dgm:spPr/>
    </dgm:pt>
    <dgm:pt modelId="{64F22295-93E8-4868-9344-83E00CD7BB3D}" type="pres">
      <dgm:prSet presAssocID="{36330406-B079-47C8-8668-BE128DD3D847}" presName="Image" presStyleLbl="bgImgPlace1" presStyleIdx="0" presStyleCnt="6" custScaleX="150849"/>
      <dgm:spPr>
        <a:blipFill dpi="0" rotWithShape="1">
          <a:blip xmlns:r="http://schemas.openxmlformats.org/officeDocument/2006/relationships" r:embed="rId1"/>
          <a:srcRect/>
          <a:stretch>
            <a:fillRect t="19691" b="19691"/>
          </a:stretch>
        </a:blipFill>
      </dgm:spPr>
    </dgm:pt>
    <dgm:pt modelId="{6CDF9F66-A33E-404E-8918-B4C511BC1EA7}" type="pres">
      <dgm:prSet presAssocID="{36330406-B079-47C8-8668-BE128DD3D847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E42AB77A-6D60-4559-BE4F-C0904A1C7206}" type="pres">
      <dgm:prSet presAssocID="{BE745800-8859-476B-A3AA-B635A557FB0F}" presName="sibTrans" presStyleCnt="0"/>
      <dgm:spPr/>
    </dgm:pt>
    <dgm:pt modelId="{082CA4C2-D412-474B-98E4-227A4E2BEE0A}" type="pres">
      <dgm:prSet presAssocID="{EEA13BE4-7122-4AAA-B123-949AB0D3338A}" presName="composite" presStyleCnt="0"/>
      <dgm:spPr/>
    </dgm:pt>
    <dgm:pt modelId="{DCD3A7EF-C642-4318-921E-44394E0880C2}" type="pres">
      <dgm:prSet presAssocID="{EEA13BE4-7122-4AAA-B123-949AB0D3338A}" presName="ParentText" presStyleLbl="node1" presStyleIdx="1" presStyleCnt="6" custScaleX="150849">
        <dgm:presLayoutVars>
          <dgm:chMax val="1"/>
          <dgm:chPref val="1"/>
          <dgm:bulletEnabled val="1"/>
        </dgm:presLayoutVars>
      </dgm:prSet>
      <dgm:spPr/>
    </dgm:pt>
    <dgm:pt modelId="{06E53499-3470-4E6C-8BC5-DD2DDDCB5F41}" type="pres">
      <dgm:prSet presAssocID="{EEA13BE4-7122-4AAA-B123-949AB0D3338A}" presName="Image" presStyleLbl="bgImgPlace1" presStyleIdx="1" presStyleCnt="6" custScaleX="150849"/>
      <dgm:spPr>
        <a:blipFill dpi="0" rotWithShape="1">
          <a:blip xmlns:r="http://schemas.openxmlformats.org/officeDocument/2006/relationships" r:embed="rId2"/>
          <a:srcRect/>
          <a:stretch>
            <a:fillRect l="15181" r="15181"/>
          </a:stretch>
        </a:blipFill>
      </dgm:spPr>
    </dgm:pt>
    <dgm:pt modelId="{4EFCB96D-D85D-4016-8882-0985E0304A09}" type="pres">
      <dgm:prSet presAssocID="{EEA13BE4-7122-4AAA-B123-949AB0D3338A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1A0C0B95-848C-4DFA-8924-AD1591A79711}" type="pres">
      <dgm:prSet presAssocID="{8B7A8126-CE06-4377-AC8E-B8F164E6E3F2}" presName="sibTrans" presStyleCnt="0"/>
      <dgm:spPr/>
    </dgm:pt>
    <dgm:pt modelId="{8DCBB63A-2C26-4C39-9827-3D09E95DA628}" type="pres">
      <dgm:prSet presAssocID="{23BDD369-4CDF-4845-8653-6FE0018339E6}" presName="composite" presStyleCnt="0"/>
      <dgm:spPr/>
    </dgm:pt>
    <dgm:pt modelId="{EF8CB836-58C7-40F1-A6E8-96AED8B222D0}" type="pres">
      <dgm:prSet presAssocID="{23BDD369-4CDF-4845-8653-6FE0018339E6}" presName="ParentText" presStyleLbl="node1" presStyleIdx="2" presStyleCnt="6" custScaleX="150849">
        <dgm:presLayoutVars>
          <dgm:chMax val="1"/>
          <dgm:chPref val="1"/>
          <dgm:bulletEnabled val="1"/>
        </dgm:presLayoutVars>
      </dgm:prSet>
      <dgm:spPr/>
    </dgm:pt>
    <dgm:pt modelId="{202EF5C8-27AB-4C08-9F91-B4908D06662D}" type="pres">
      <dgm:prSet presAssocID="{23BDD369-4CDF-4845-8653-6FE0018339E6}" presName="Image" presStyleLbl="bgImgPlace1" presStyleIdx="2" presStyleCnt="6" custScaleX="150849"/>
      <dgm:spPr>
        <a:blipFill dpi="0" rotWithShape="1">
          <a:blip xmlns:r="http://schemas.openxmlformats.org/officeDocument/2006/relationships" r:embed="rId3"/>
          <a:srcRect/>
          <a:stretch>
            <a:fillRect t="14317" b="14317"/>
          </a:stretch>
        </a:blipFill>
      </dgm:spPr>
    </dgm:pt>
    <dgm:pt modelId="{62CBC79D-CB66-4F99-8C7D-3F505775E7F3}" type="pres">
      <dgm:prSet presAssocID="{23BDD369-4CDF-4845-8653-6FE0018339E6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76E4DCE3-A0A0-4E71-81B3-EA4AA9D2C1B6}" type="pres">
      <dgm:prSet presAssocID="{C0FEE155-E40F-425A-9198-5BAA5F22EBED}" presName="sibTrans" presStyleCnt="0"/>
      <dgm:spPr/>
    </dgm:pt>
    <dgm:pt modelId="{DD0AC474-8E9A-4698-B5D3-F3EB23B1A92F}" type="pres">
      <dgm:prSet presAssocID="{8F3F8F68-23E8-4AD1-BB14-674353E63804}" presName="composite" presStyleCnt="0"/>
      <dgm:spPr/>
    </dgm:pt>
    <dgm:pt modelId="{83C1C1FF-8E92-4637-B4C8-99674DD10ACB}" type="pres">
      <dgm:prSet presAssocID="{8F3F8F68-23E8-4AD1-BB14-674353E63804}" presName="ParentText" presStyleLbl="node1" presStyleIdx="3" presStyleCnt="6" custScaleX="150849">
        <dgm:presLayoutVars>
          <dgm:chMax val="1"/>
          <dgm:chPref val="1"/>
          <dgm:bulletEnabled val="1"/>
        </dgm:presLayoutVars>
      </dgm:prSet>
      <dgm:spPr/>
    </dgm:pt>
    <dgm:pt modelId="{67F5A2E6-B609-4DD8-9F0F-E25196D132C9}" type="pres">
      <dgm:prSet presAssocID="{8F3F8F68-23E8-4AD1-BB14-674353E63804}" presName="Image" presStyleLbl="bgImgPlace1" presStyleIdx="3" presStyleCnt="6" custScaleX="150849"/>
      <dgm:spPr>
        <a:blipFill dpi="0" rotWithShape="1">
          <a:blip xmlns:r="http://schemas.openxmlformats.org/officeDocument/2006/relationships" r:embed="rId4"/>
          <a:srcRect/>
          <a:stretch>
            <a:fillRect l="17078" r="17078"/>
          </a:stretch>
        </a:blipFill>
      </dgm:spPr>
    </dgm:pt>
    <dgm:pt modelId="{ACB9383C-7DE6-4B97-BFF3-58284C3929A4}" type="pres">
      <dgm:prSet presAssocID="{8F3F8F68-23E8-4AD1-BB14-674353E63804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7DC4658C-4356-4F4C-B63E-67BEDF699831}" type="pres">
      <dgm:prSet presAssocID="{795636B0-BD08-404D-89CC-845E17C63673}" presName="sibTrans" presStyleCnt="0"/>
      <dgm:spPr/>
    </dgm:pt>
    <dgm:pt modelId="{EDA1553F-14FE-44C6-99A4-B998BE98A4F4}" type="pres">
      <dgm:prSet presAssocID="{5E379CD5-E241-4CEA-A35C-45A061E12832}" presName="composite" presStyleCnt="0"/>
      <dgm:spPr/>
    </dgm:pt>
    <dgm:pt modelId="{CAE7705E-04A1-4299-ABEC-3E73FC94B4C1}" type="pres">
      <dgm:prSet presAssocID="{5E379CD5-E241-4CEA-A35C-45A061E12832}" presName="ParentText" presStyleLbl="node1" presStyleIdx="4" presStyleCnt="6" custScaleX="150849">
        <dgm:presLayoutVars>
          <dgm:chMax val="1"/>
          <dgm:chPref val="1"/>
          <dgm:bulletEnabled val="1"/>
        </dgm:presLayoutVars>
      </dgm:prSet>
      <dgm:spPr/>
    </dgm:pt>
    <dgm:pt modelId="{5974375E-1AFB-406A-A96B-4099C5B97B9C}" type="pres">
      <dgm:prSet presAssocID="{5E379CD5-E241-4CEA-A35C-45A061E12832}" presName="Image" presStyleLbl="bgImgPlace1" presStyleIdx="4" presStyleCnt="6" custScaleX="150849"/>
      <dgm:spPr>
        <a:blipFill rotWithShape="1">
          <a:blip xmlns:r="http://schemas.openxmlformats.org/officeDocument/2006/relationships" r:embed="rId5"/>
          <a:srcRect/>
          <a:stretch>
            <a:fillRect t="-6000" b="-6000"/>
          </a:stretch>
        </a:blipFill>
      </dgm:spPr>
    </dgm:pt>
    <dgm:pt modelId="{ECABD5BD-9644-4729-B5CC-BEE093B5902F}" type="pres">
      <dgm:prSet presAssocID="{5E379CD5-E241-4CEA-A35C-45A061E12832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  <dgm:pt modelId="{7482D8B1-0F49-4F1E-BD1A-1F7780232491}" type="pres">
      <dgm:prSet presAssocID="{6B42CEFE-BE92-4B96-9C57-E54F24F07697}" presName="sibTrans" presStyleCnt="0"/>
      <dgm:spPr/>
    </dgm:pt>
    <dgm:pt modelId="{CD978015-A613-42A8-8CC2-1E56E88301CF}" type="pres">
      <dgm:prSet presAssocID="{B6867CA3-0DF5-47B0-95F0-717FFE4A513C}" presName="composite" presStyleCnt="0"/>
      <dgm:spPr/>
    </dgm:pt>
    <dgm:pt modelId="{CC17C817-AC04-465D-8DE8-D2EC44B6646B}" type="pres">
      <dgm:prSet presAssocID="{B6867CA3-0DF5-47B0-95F0-717FFE4A513C}" presName="ParentText" presStyleLbl="node1" presStyleIdx="5" presStyleCnt="6" custScaleX="150849">
        <dgm:presLayoutVars>
          <dgm:chMax val="1"/>
          <dgm:chPref val="1"/>
          <dgm:bulletEnabled val="1"/>
        </dgm:presLayoutVars>
      </dgm:prSet>
      <dgm:spPr/>
    </dgm:pt>
    <dgm:pt modelId="{27EDE3D1-88A8-4F19-A70C-A76201BB19DC}" type="pres">
      <dgm:prSet presAssocID="{B6867CA3-0DF5-47B0-95F0-717FFE4A513C}" presName="Image" presStyleLbl="bgImgPlace1" presStyleIdx="5" presStyleCnt="6" custScaleX="150849"/>
      <dgm:spPr>
        <a:blipFill dpi="0" rotWithShape="1">
          <a:blip xmlns:r="http://schemas.openxmlformats.org/officeDocument/2006/relationships" r:embed="rId6"/>
          <a:srcRect/>
          <a:stretch>
            <a:fillRect t="17284" b="17284"/>
          </a:stretch>
        </a:blipFill>
      </dgm:spPr>
    </dgm:pt>
    <dgm:pt modelId="{DD6503D1-DF78-4780-9C86-8BBBFB70B1E6}" type="pres">
      <dgm:prSet presAssocID="{B6867CA3-0DF5-47B0-95F0-717FFE4A513C}" presName="ChildText" presStyleLbl="fgAcc1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1C4C2813-94A0-43CA-BC97-768F0575E901}" type="presOf" srcId="{B6867CA3-0DF5-47B0-95F0-717FFE4A513C}" destId="{CC17C817-AC04-465D-8DE8-D2EC44B6646B}" srcOrd="0" destOrd="0" presId="urn:microsoft.com/office/officeart/2008/layout/TitledPictureBlocks"/>
    <dgm:cxn modelId="{56F36A15-E203-49C0-A549-F897B88E8E81}" srcId="{E47659AB-56E8-4C3B-85EB-FC69FCB49997}" destId="{B6867CA3-0DF5-47B0-95F0-717FFE4A513C}" srcOrd="5" destOrd="0" parTransId="{3CF5848C-669F-4BC2-BDA1-24E45DE70730}" sibTransId="{CCDAE0C9-1C70-4A92-86A5-D8BB23172BB1}"/>
    <dgm:cxn modelId="{89EA9339-88BD-41F0-A6DA-C54AAA844A6A}" srcId="{E47659AB-56E8-4C3B-85EB-FC69FCB49997}" destId="{8F3F8F68-23E8-4AD1-BB14-674353E63804}" srcOrd="3" destOrd="0" parTransId="{8094D241-EF21-47B7-84EC-5A37A8E5246F}" sibTransId="{795636B0-BD08-404D-89CC-845E17C63673}"/>
    <dgm:cxn modelId="{FE416C3E-F1AD-4CA4-838B-103C6BECB917}" type="presOf" srcId="{E47659AB-56E8-4C3B-85EB-FC69FCB49997}" destId="{40156CED-FE70-49DC-8BBB-84B2B21752A9}" srcOrd="0" destOrd="0" presId="urn:microsoft.com/office/officeart/2008/layout/TitledPictureBlocks"/>
    <dgm:cxn modelId="{45B26B6B-EE62-48F1-BA28-3FCD1DA3006F}" srcId="{E47659AB-56E8-4C3B-85EB-FC69FCB49997}" destId="{23BDD369-4CDF-4845-8653-6FE0018339E6}" srcOrd="2" destOrd="0" parTransId="{8075D126-DED6-44C0-BF00-EF50E4D67441}" sibTransId="{C0FEE155-E40F-425A-9198-5BAA5F22EBED}"/>
    <dgm:cxn modelId="{BC29AE6E-4E6A-4115-BE68-22A50D5C5031}" srcId="{E47659AB-56E8-4C3B-85EB-FC69FCB49997}" destId="{EEA13BE4-7122-4AAA-B123-949AB0D3338A}" srcOrd="1" destOrd="0" parTransId="{EEF959C3-65B6-41E1-B54E-D06AE80CD2E5}" sibTransId="{8B7A8126-CE06-4377-AC8E-B8F164E6E3F2}"/>
    <dgm:cxn modelId="{8D52D37E-B7C2-43C5-835F-8107E7B7ECC0}" type="presOf" srcId="{36330406-B079-47C8-8668-BE128DD3D847}" destId="{23DFFFB7-3088-4F3B-809A-B474088ED03C}" srcOrd="0" destOrd="0" presId="urn:microsoft.com/office/officeart/2008/layout/TitledPictureBlocks"/>
    <dgm:cxn modelId="{1D730EB3-92B2-48FE-BD9B-5507F3A15C26}" type="presOf" srcId="{EEA13BE4-7122-4AAA-B123-949AB0D3338A}" destId="{DCD3A7EF-C642-4318-921E-44394E0880C2}" srcOrd="0" destOrd="0" presId="urn:microsoft.com/office/officeart/2008/layout/TitledPictureBlocks"/>
    <dgm:cxn modelId="{9BC904E3-3C72-454D-94B2-847EADC37B8E}" srcId="{E47659AB-56E8-4C3B-85EB-FC69FCB49997}" destId="{5E379CD5-E241-4CEA-A35C-45A061E12832}" srcOrd="4" destOrd="0" parTransId="{5E5922F8-D922-437F-A5B5-27F581AD5DD6}" sibTransId="{6B42CEFE-BE92-4B96-9C57-E54F24F07697}"/>
    <dgm:cxn modelId="{0A2130E4-75CC-41B3-A359-A542EBF6146E}" type="presOf" srcId="{5E379CD5-E241-4CEA-A35C-45A061E12832}" destId="{CAE7705E-04A1-4299-ABEC-3E73FC94B4C1}" srcOrd="0" destOrd="0" presId="urn:microsoft.com/office/officeart/2008/layout/TitledPictureBlocks"/>
    <dgm:cxn modelId="{4BDEBBF2-810C-49B6-8EF0-A0908EDA6704}" type="presOf" srcId="{23BDD369-4CDF-4845-8653-6FE0018339E6}" destId="{EF8CB836-58C7-40F1-A6E8-96AED8B222D0}" srcOrd="0" destOrd="0" presId="urn:microsoft.com/office/officeart/2008/layout/TitledPictureBlocks"/>
    <dgm:cxn modelId="{DF06BBFA-B28E-4B91-99F4-57F3F72CCE8E}" srcId="{E47659AB-56E8-4C3B-85EB-FC69FCB49997}" destId="{36330406-B079-47C8-8668-BE128DD3D847}" srcOrd="0" destOrd="0" parTransId="{4CA3E23B-9395-49D6-8EE0-41EA7435C583}" sibTransId="{BE745800-8859-476B-A3AA-B635A557FB0F}"/>
    <dgm:cxn modelId="{FDDD41FF-3B5E-4624-86CF-E7D57DF79284}" type="presOf" srcId="{8F3F8F68-23E8-4AD1-BB14-674353E63804}" destId="{83C1C1FF-8E92-4637-B4C8-99674DD10ACB}" srcOrd="0" destOrd="0" presId="urn:microsoft.com/office/officeart/2008/layout/TitledPictureBlocks"/>
    <dgm:cxn modelId="{455621CE-11B1-4944-B253-907BA16B4A19}" type="presParOf" srcId="{40156CED-FE70-49DC-8BBB-84B2B21752A9}" destId="{DCF470B5-C22C-475E-BC87-ADCCE0E34F1D}" srcOrd="0" destOrd="0" presId="urn:microsoft.com/office/officeart/2008/layout/TitledPictureBlocks"/>
    <dgm:cxn modelId="{98BCA6C6-CBA0-4A1C-A69F-B368F8447AB4}" type="presParOf" srcId="{DCF470B5-C22C-475E-BC87-ADCCE0E34F1D}" destId="{23DFFFB7-3088-4F3B-809A-B474088ED03C}" srcOrd="0" destOrd="0" presId="urn:microsoft.com/office/officeart/2008/layout/TitledPictureBlocks"/>
    <dgm:cxn modelId="{A88047EC-A169-4D4F-B115-DAF925044ED6}" type="presParOf" srcId="{DCF470B5-C22C-475E-BC87-ADCCE0E34F1D}" destId="{64F22295-93E8-4868-9344-83E00CD7BB3D}" srcOrd="1" destOrd="0" presId="urn:microsoft.com/office/officeart/2008/layout/TitledPictureBlocks"/>
    <dgm:cxn modelId="{84B8EB6C-5177-45E8-9E73-57D9A284245A}" type="presParOf" srcId="{DCF470B5-C22C-475E-BC87-ADCCE0E34F1D}" destId="{6CDF9F66-A33E-404E-8918-B4C511BC1EA7}" srcOrd="2" destOrd="0" presId="urn:microsoft.com/office/officeart/2008/layout/TitledPictureBlocks"/>
    <dgm:cxn modelId="{F09DE8EA-B81C-4939-9E39-3D9A9298FD07}" type="presParOf" srcId="{40156CED-FE70-49DC-8BBB-84B2B21752A9}" destId="{E42AB77A-6D60-4559-BE4F-C0904A1C7206}" srcOrd="1" destOrd="0" presId="urn:microsoft.com/office/officeart/2008/layout/TitledPictureBlocks"/>
    <dgm:cxn modelId="{D7B655FF-AE24-49E0-A2C1-6B34D3F710D6}" type="presParOf" srcId="{40156CED-FE70-49DC-8BBB-84B2B21752A9}" destId="{082CA4C2-D412-474B-98E4-227A4E2BEE0A}" srcOrd="2" destOrd="0" presId="urn:microsoft.com/office/officeart/2008/layout/TitledPictureBlocks"/>
    <dgm:cxn modelId="{350F5A8D-145D-4894-B0F1-C1E44AD17E00}" type="presParOf" srcId="{082CA4C2-D412-474B-98E4-227A4E2BEE0A}" destId="{DCD3A7EF-C642-4318-921E-44394E0880C2}" srcOrd="0" destOrd="0" presId="urn:microsoft.com/office/officeart/2008/layout/TitledPictureBlocks"/>
    <dgm:cxn modelId="{1FE8B67F-912D-450A-B34B-3F98D77E9BD7}" type="presParOf" srcId="{082CA4C2-D412-474B-98E4-227A4E2BEE0A}" destId="{06E53499-3470-4E6C-8BC5-DD2DDDCB5F41}" srcOrd="1" destOrd="0" presId="urn:microsoft.com/office/officeart/2008/layout/TitledPictureBlocks"/>
    <dgm:cxn modelId="{C432F436-BDF1-41FC-8E9B-D3E8B9DD22BC}" type="presParOf" srcId="{082CA4C2-D412-474B-98E4-227A4E2BEE0A}" destId="{4EFCB96D-D85D-4016-8882-0985E0304A09}" srcOrd="2" destOrd="0" presId="urn:microsoft.com/office/officeart/2008/layout/TitledPictureBlocks"/>
    <dgm:cxn modelId="{8902FCFF-5995-461A-91BA-18833768848C}" type="presParOf" srcId="{40156CED-FE70-49DC-8BBB-84B2B21752A9}" destId="{1A0C0B95-848C-4DFA-8924-AD1591A79711}" srcOrd="3" destOrd="0" presId="urn:microsoft.com/office/officeart/2008/layout/TitledPictureBlocks"/>
    <dgm:cxn modelId="{5395F9E9-BEA2-4DFD-B4F9-2C78F5FC6228}" type="presParOf" srcId="{40156CED-FE70-49DC-8BBB-84B2B21752A9}" destId="{8DCBB63A-2C26-4C39-9827-3D09E95DA628}" srcOrd="4" destOrd="0" presId="urn:microsoft.com/office/officeart/2008/layout/TitledPictureBlocks"/>
    <dgm:cxn modelId="{4C9E9B7F-5512-45C9-95DC-8F37B067146B}" type="presParOf" srcId="{8DCBB63A-2C26-4C39-9827-3D09E95DA628}" destId="{EF8CB836-58C7-40F1-A6E8-96AED8B222D0}" srcOrd="0" destOrd="0" presId="urn:microsoft.com/office/officeart/2008/layout/TitledPictureBlocks"/>
    <dgm:cxn modelId="{0EC2EE5C-921A-4587-891D-AE34A87D6799}" type="presParOf" srcId="{8DCBB63A-2C26-4C39-9827-3D09E95DA628}" destId="{202EF5C8-27AB-4C08-9F91-B4908D06662D}" srcOrd="1" destOrd="0" presId="urn:microsoft.com/office/officeart/2008/layout/TitledPictureBlocks"/>
    <dgm:cxn modelId="{5B3F82A4-BC50-4360-81F8-9CBD4353A92F}" type="presParOf" srcId="{8DCBB63A-2C26-4C39-9827-3D09E95DA628}" destId="{62CBC79D-CB66-4F99-8C7D-3F505775E7F3}" srcOrd="2" destOrd="0" presId="urn:microsoft.com/office/officeart/2008/layout/TitledPictureBlocks"/>
    <dgm:cxn modelId="{D8BDFDA3-E4B4-4115-B1A0-7F096B577746}" type="presParOf" srcId="{40156CED-FE70-49DC-8BBB-84B2B21752A9}" destId="{76E4DCE3-A0A0-4E71-81B3-EA4AA9D2C1B6}" srcOrd="5" destOrd="0" presId="urn:microsoft.com/office/officeart/2008/layout/TitledPictureBlocks"/>
    <dgm:cxn modelId="{0867174B-BFDB-43ED-BCAC-B6C308422299}" type="presParOf" srcId="{40156CED-FE70-49DC-8BBB-84B2B21752A9}" destId="{DD0AC474-8E9A-4698-B5D3-F3EB23B1A92F}" srcOrd="6" destOrd="0" presId="urn:microsoft.com/office/officeart/2008/layout/TitledPictureBlocks"/>
    <dgm:cxn modelId="{B993E4CD-0B73-4CE0-872C-A2CB69700A0D}" type="presParOf" srcId="{DD0AC474-8E9A-4698-B5D3-F3EB23B1A92F}" destId="{83C1C1FF-8E92-4637-B4C8-99674DD10ACB}" srcOrd="0" destOrd="0" presId="urn:microsoft.com/office/officeart/2008/layout/TitledPictureBlocks"/>
    <dgm:cxn modelId="{FE754E3A-1BAB-4A2C-9FA1-1320A6DD8EF0}" type="presParOf" srcId="{DD0AC474-8E9A-4698-B5D3-F3EB23B1A92F}" destId="{67F5A2E6-B609-4DD8-9F0F-E25196D132C9}" srcOrd="1" destOrd="0" presId="urn:microsoft.com/office/officeart/2008/layout/TitledPictureBlocks"/>
    <dgm:cxn modelId="{9EB91A9E-0FB9-434E-949E-2AA88D947F41}" type="presParOf" srcId="{DD0AC474-8E9A-4698-B5D3-F3EB23B1A92F}" destId="{ACB9383C-7DE6-4B97-BFF3-58284C3929A4}" srcOrd="2" destOrd="0" presId="urn:microsoft.com/office/officeart/2008/layout/TitledPictureBlocks"/>
    <dgm:cxn modelId="{022B3B24-BA4E-4F20-8534-1232618A4834}" type="presParOf" srcId="{40156CED-FE70-49DC-8BBB-84B2B21752A9}" destId="{7DC4658C-4356-4F4C-B63E-67BEDF699831}" srcOrd="7" destOrd="0" presId="urn:microsoft.com/office/officeart/2008/layout/TitledPictureBlocks"/>
    <dgm:cxn modelId="{372BD657-EED4-42C0-B5A9-D311678949F1}" type="presParOf" srcId="{40156CED-FE70-49DC-8BBB-84B2B21752A9}" destId="{EDA1553F-14FE-44C6-99A4-B998BE98A4F4}" srcOrd="8" destOrd="0" presId="urn:microsoft.com/office/officeart/2008/layout/TitledPictureBlocks"/>
    <dgm:cxn modelId="{086953D8-93A3-4756-9D60-AEE6D0B582CA}" type="presParOf" srcId="{EDA1553F-14FE-44C6-99A4-B998BE98A4F4}" destId="{CAE7705E-04A1-4299-ABEC-3E73FC94B4C1}" srcOrd="0" destOrd="0" presId="urn:microsoft.com/office/officeart/2008/layout/TitledPictureBlocks"/>
    <dgm:cxn modelId="{E63F7E7C-616A-4EB8-82D5-5D98ABD5CD49}" type="presParOf" srcId="{EDA1553F-14FE-44C6-99A4-B998BE98A4F4}" destId="{5974375E-1AFB-406A-A96B-4099C5B97B9C}" srcOrd="1" destOrd="0" presId="urn:microsoft.com/office/officeart/2008/layout/TitledPictureBlocks"/>
    <dgm:cxn modelId="{7E397755-78D7-4332-9C30-8141FDB249AF}" type="presParOf" srcId="{EDA1553F-14FE-44C6-99A4-B998BE98A4F4}" destId="{ECABD5BD-9644-4729-B5CC-BEE093B5902F}" srcOrd="2" destOrd="0" presId="urn:microsoft.com/office/officeart/2008/layout/TitledPictureBlocks"/>
    <dgm:cxn modelId="{04D04D0C-2CEF-4334-8DAF-830F5A33B529}" type="presParOf" srcId="{40156CED-FE70-49DC-8BBB-84B2B21752A9}" destId="{7482D8B1-0F49-4F1E-BD1A-1F7780232491}" srcOrd="9" destOrd="0" presId="urn:microsoft.com/office/officeart/2008/layout/TitledPictureBlocks"/>
    <dgm:cxn modelId="{71AC3EDE-B687-44CE-9BB8-BF1E7CC3DCA1}" type="presParOf" srcId="{40156CED-FE70-49DC-8BBB-84B2B21752A9}" destId="{CD978015-A613-42A8-8CC2-1E56E88301CF}" srcOrd="10" destOrd="0" presId="urn:microsoft.com/office/officeart/2008/layout/TitledPictureBlocks"/>
    <dgm:cxn modelId="{0142E99A-1AEF-496B-87B9-3F64FE56D55D}" type="presParOf" srcId="{CD978015-A613-42A8-8CC2-1E56E88301CF}" destId="{CC17C817-AC04-465D-8DE8-D2EC44B6646B}" srcOrd="0" destOrd="0" presId="urn:microsoft.com/office/officeart/2008/layout/TitledPictureBlocks"/>
    <dgm:cxn modelId="{088DF1AD-F7DE-483D-AC7D-5A4DF35825A5}" type="presParOf" srcId="{CD978015-A613-42A8-8CC2-1E56E88301CF}" destId="{27EDE3D1-88A8-4F19-A70C-A76201BB19DC}" srcOrd="1" destOrd="0" presId="urn:microsoft.com/office/officeart/2008/layout/TitledPictureBlocks"/>
    <dgm:cxn modelId="{060970DD-9995-4393-B8C3-ECC3AD8E1D8A}" type="presParOf" srcId="{CD978015-A613-42A8-8CC2-1E56E88301CF}" destId="{DD6503D1-DF78-4780-9C86-8BBBFB70B1E6}" srcOrd="2" destOrd="0" presId="urn:microsoft.com/office/officeart/2008/layout/TitledPictureBlock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F2A25E73-E56C-4A2B-B694-5587374E7B57}" type="doc">
      <dgm:prSet loTypeId="urn:microsoft.com/office/officeart/2008/layout/BendingPictureCaptionList" loCatId="picture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A62B3C00-ECD2-4098-B7D0-F845C2F6D764}">
      <dgm:prSet phldrT="[Text]"/>
      <dgm:spPr/>
      <dgm:t>
        <a:bodyPr/>
        <a:lstStyle/>
        <a:p>
          <a:r>
            <a:rPr lang="en-US" dirty="0"/>
            <a:t>For Loop</a:t>
          </a:r>
          <a:endParaRPr lang="en-IN" dirty="0"/>
        </a:p>
      </dgm:t>
    </dgm:pt>
    <dgm:pt modelId="{C591D7EB-DF06-49E2-AB3B-BBE46BDC2490}" type="parTrans" cxnId="{61659B70-BBB1-456C-BD37-C8B4AE166D33}">
      <dgm:prSet/>
      <dgm:spPr/>
      <dgm:t>
        <a:bodyPr/>
        <a:lstStyle/>
        <a:p>
          <a:endParaRPr lang="en-IN"/>
        </a:p>
      </dgm:t>
    </dgm:pt>
    <dgm:pt modelId="{2294C762-F5FD-4E00-AD87-3A80F6A2CCD2}" type="sibTrans" cxnId="{61659B70-BBB1-456C-BD37-C8B4AE166D33}">
      <dgm:prSet/>
      <dgm:spPr/>
      <dgm:t>
        <a:bodyPr/>
        <a:lstStyle/>
        <a:p>
          <a:endParaRPr lang="en-IN"/>
        </a:p>
      </dgm:t>
    </dgm:pt>
    <dgm:pt modelId="{6D655A65-4B9B-4B18-9943-0402E7F27B6B}">
      <dgm:prSet phldrT="[Text]"/>
      <dgm:spPr/>
      <dgm:t>
        <a:bodyPr/>
        <a:lstStyle/>
        <a:p>
          <a:r>
            <a:rPr lang="en-US" dirty="0"/>
            <a:t>While Loop</a:t>
          </a:r>
          <a:endParaRPr lang="en-IN" dirty="0"/>
        </a:p>
      </dgm:t>
    </dgm:pt>
    <dgm:pt modelId="{BF608F10-67D4-4BF8-AFA0-9BB0A8EA25FB}" type="parTrans" cxnId="{B7287290-C6F2-45D3-9BE7-FD8049DFE9CD}">
      <dgm:prSet/>
      <dgm:spPr/>
      <dgm:t>
        <a:bodyPr/>
        <a:lstStyle/>
        <a:p>
          <a:endParaRPr lang="en-IN"/>
        </a:p>
      </dgm:t>
    </dgm:pt>
    <dgm:pt modelId="{B0D4FFD1-F6A9-44C9-81A5-4C2D30053CA9}" type="sibTrans" cxnId="{B7287290-C6F2-45D3-9BE7-FD8049DFE9CD}">
      <dgm:prSet/>
      <dgm:spPr/>
      <dgm:t>
        <a:bodyPr/>
        <a:lstStyle/>
        <a:p>
          <a:endParaRPr lang="en-IN"/>
        </a:p>
      </dgm:t>
    </dgm:pt>
    <dgm:pt modelId="{34E37C6F-A77C-4F60-A6F2-DC106DBF104D}">
      <dgm:prSet phldrT="[Text]"/>
      <dgm:spPr/>
      <dgm:t>
        <a:bodyPr/>
        <a:lstStyle/>
        <a:p>
          <a:r>
            <a:rPr lang="en-US" dirty="0"/>
            <a:t>Do while loop</a:t>
          </a:r>
          <a:endParaRPr lang="en-IN" dirty="0"/>
        </a:p>
      </dgm:t>
    </dgm:pt>
    <dgm:pt modelId="{69EF4AD1-8A43-4E66-BF28-F19B8589F673}" type="parTrans" cxnId="{E14BAA30-8F30-4B8E-8E83-45520FFDF2F4}">
      <dgm:prSet/>
      <dgm:spPr/>
      <dgm:t>
        <a:bodyPr/>
        <a:lstStyle/>
        <a:p>
          <a:endParaRPr lang="en-IN"/>
        </a:p>
      </dgm:t>
    </dgm:pt>
    <dgm:pt modelId="{FA112C1B-D57B-4655-AEE4-D3CDD42ED6BC}" type="sibTrans" cxnId="{E14BAA30-8F30-4B8E-8E83-45520FFDF2F4}">
      <dgm:prSet/>
      <dgm:spPr/>
      <dgm:t>
        <a:bodyPr/>
        <a:lstStyle/>
        <a:p>
          <a:endParaRPr lang="en-IN"/>
        </a:p>
      </dgm:t>
    </dgm:pt>
    <dgm:pt modelId="{A87D52D0-F7E1-4306-AACF-EDAF69771544}" type="pres">
      <dgm:prSet presAssocID="{F2A25E73-E56C-4A2B-B694-5587374E7B57}" presName="Name0" presStyleCnt="0">
        <dgm:presLayoutVars>
          <dgm:dir/>
          <dgm:resizeHandles val="exact"/>
        </dgm:presLayoutVars>
      </dgm:prSet>
      <dgm:spPr/>
    </dgm:pt>
    <dgm:pt modelId="{A9FB1745-F9DE-4C5B-8C57-9D4436C59AC0}" type="pres">
      <dgm:prSet presAssocID="{A62B3C00-ECD2-4098-B7D0-F845C2F6D764}" presName="composite" presStyleCnt="0"/>
      <dgm:spPr/>
    </dgm:pt>
    <dgm:pt modelId="{A4F83EA8-C65F-4F78-B1BB-857709F9E113}" type="pres">
      <dgm:prSet presAssocID="{A62B3C00-ECD2-4098-B7D0-F845C2F6D764}" presName="rect1" presStyleLbl="bgImgPlace1" presStyleIdx="0" presStyleCnt="3"/>
      <dgm:spPr>
        <a:blipFill dpi="0" rotWithShape="1">
          <a:blip xmlns:r="http://schemas.openxmlformats.org/officeDocument/2006/relationships" r:embed="rId1"/>
          <a:srcRect/>
          <a:stretch>
            <a:fillRect r="290"/>
          </a:stretch>
        </a:blipFill>
      </dgm:spPr>
    </dgm:pt>
    <dgm:pt modelId="{264DACD6-42D1-4134-BDE8-169037AAC665}" type="pres">
      <dgm:prSet presAssocID="{A62B3C00-ECD2-4098-B7D0-F845C2F6D764}" presName="wedgeRectCallout1" presStyleLbl="node1" presStyleIdx="0" presStyleCnt="3">
        <dgm:presLayoutVars>
          <dgm:bulletEnabled val="1"/>
        </dgm:presLayoutVars>
      </dgm:prSet>
      <dgm:spPr/>
    </dgm:pt>
    <dgm:pt modelId="{EE743DF3-F851-45C1-98FA-4F7E0AF502D3}" type="pres">
      <dgm:prSet presAssocID="{2294C762-F5FD-4E00-AD87-3A80F6A2CCD2}" presName="sibTrans" presStyleCnt="0"/>
      <dgm:spPr/>
    </dgm:pt>
    <dgm:pt modelId="{15DA7C5D-9067-429C-80E3-D7B2273884B3}" type="pres">
      <dgm:prSet presAssocID="{6D655A65-4B9B-4B18-9943-0402E7F27B6B}" presName="composite" presStyleCnt="0"/>
      <dgm:spPr/>
    </dgm:pt>
    <dgm:pt modelId="{E1DFD607-EC2B-48B2-B67C-BEA8E2A610E0}" type="pres">
      <dgm:prSet presAssocID="{6D655A65-4B9B-4B18-9943-0402E7F27B6B}" presName="rect1" presStyleLbl="bgImgPlace1" presStyleIdx="1" presStyleCnt="3"/>
      <dgm:spPr>
        <a:blipFill rotWithShape="1">
          <a:blip xmlns:r="http://schemas.openxmlformats.org/officeDocument/2006/relationships" r:embed="rId2"/>
          <a:srcRect/>
          <a:stretch>
            <a:fillRect t="-2000" b="-2000"/>
          </a:stretch>
        </a:blipFill>
      </dgm:spPr>
    </dgm:pt>
    <dgm:pt modelId="{86AD4DAB-2A41-4E6F-AEC7-A750C3644068}" type="pres">
      <dgm:prSet presAssocID="{6D655A65-4B9B-4B18-9943-0402E7F27B6B}" presName="wedgeRectCallout1" presStyleLbl="node1" presStyleIdx="1" presStyleCnt="3">
        <dgm:presLayoutVars>
          <dgm:bulletEnabled val="1"/>
        </dgm:presLayoutVars>
      </dgm:prSet>
      <dgm:spPr/>
    </dgm:pt>
    <dgm:pt modelId="{6311E043-CE53-46D2-9A79-2F4823B252B9}" type="pres">
      <dgm:prSet presAssocID="{B0D4FFD1-F6A9-44C9-81A5-4C2D30053CA9}" presName="sibTrans" presStyleCnt="0"/>
      <dgm:spPr/>
    </dgm:pt>
    <dgm:pt modelId="{6F4E9B3C-6BC3-4FE0-ADAD-B8C912DF44BB}" type="pres">
      <dgm:prSet presAssocID="{34E37C6F-A77C-4F60-A6F2-DC106DBF104D}" presName="composite" presStyleCnt="0"/>
      <dgm:spPr/>
    </dgm:pt>
    <dgm:pt modelId="{2323AE0D-AD07-438B-9A24-3A25D855B297}" type="pres">
      <dgm:prSet presAssocID="{34E37C6F-A77C-4F60-A6F2-DC106DBF104D}" presName="rect1" presStyleLbl="bgImgPlace1" presStyleIdx="2" presStyleCnt="3"/>
      <dgm:spPr>
        <a:blipFill rotWithShape="1">
          <a:blip xmlns:r="http://schemas.openxmlformats.org/officeDocument/2006/relationships" r:embed="rId3"/>
          <a:srcRect/>
          <a:stretch>
            <a:fillRect t="-1000" b="-1000"/>
          </a:stretch>
        </a:blipFill>
      </dgm:spPr>
    </dgm:pt>
    <dgm:pt modelId="{A8752806-024F-45FC-99B6-1FA515F2C141}" type="pres">
      <dgm:prSet presAssocID="{34E37C6F-A77C-4F60-A6F2-DC106DBF104D}" presName="wedgeRectCallout1" presStyleLbl="node1" presStyleIdx="2" presStyleCnt="3">
        <dgm:presLayoutVars>
          <dgm:bulletEnabled val="1"/>
        </dgm:presLayoutVars>
      </dgm:prSet>
      <dgm:spPr/>
    </dgm:pt>
  </dgm:ptLst>
  <dgm:cxnLst>
    <dgm:cxn modelId="{5370180A-2027-4D21-8608-CC40B494E2F7}" type="presOf" srcId="{6D655A65-4B9B-4B18-9943-0402E7F27B6B}" destId="{86AD4DAB-2A41-4E6F-AEC7-A750C3644068}" srcOrd="0" destOrd="0" presId="urn:microsoft.com/office/officeart/2008/layout/BendingPictureCaptionList"/>
    <dgm:cxn modelId="{4554822A-4FFE-4A10-97D8-8432340AADD3}" type="presOf" srcId="{34E37C6F-A77C-4F60-A6F2-DC106DBF104D}" destId="{A8752806-024F-45FC-99B6-1FA515F2C141}" srcOrd="0" destOrd="0" presId="urn:microsoft.com/office/officeart/2008/layout/BendingPictureCaptionList"/>
    <dgm:cxn modelId="{E14BAA30-8F30-4B8E-8E83-45520FFDF2F4}" srcId="{F2A25E73-E56C-4A2B-B694-5587374E7B57}" destId="{34E37C6F-A77C-4F60-A6F2-DC106DBF104D}" srcOrd="2" destOrd="0" parTransId="{69EF4AD1-8A43-4E66-BF28-F19B8589F673}" sibTransId="{FA112C1B-D57B-4655-AEE4-D3CDD42ED6BC}"/>
    <dgm:cxn modelId="{61659B70-BBB1-456C-BD37-C8B4AE166D33}" srcId="{F2A25E73-E56C-4A2B-B694-5587374E7B57}" destId="{A62B3C00-ECD2-4098-B7D0-F845C2F6D764}" srcOrd="0" destOrd="0" parTransId="{C591D7EB-DF06-49E2-AB3B-BBE46BDC2490}" sibTransId="{2294C762-F5FD-4E00-AD87-3A80F6A2CCD2}"/>
    <dgm:cxn modelId="{3FA3A785-BF2F-42B4-B590-3B4307B54D76}" type="presOf" srcId="{F2A25E73-E56C-4A2B-B694-5587374E7B57}" destId="{A87D52D0-F7E1-4306-AACF-EDAF69771544}" srcOrd="0" destOrd="0" presId="urn:microsoft.com/office/officeart/2008/layout/BendingPictureCaptionList"/>
    <dgm:cxn modelId="{B7287290-C6F2-45D3-9BE7-FD8049DFE9CD}" srcId="{F2A25E73-E56C-4A2B-B694-5587374E7B57}" destId="{6D655A65-4B9B-4B18-9943-0402E7F27B6B}" srcOrd="1" destOrd="0" parTransId="{BF608F10-67D4-4BF8-AFA0-9BB0A8EA25FB}" sibTransId="{B0D4FFD1-F6A9-44C9-81A5-4C2D30053CA9}"/>
    <dgm:cxn modelId="{CE9A6BF7-37FE-4431-998B-96E19987154C}" type="presOf" srcId="{A62B3C00-ECD2-4098-B7D0-F845C2F6D764}" destId="{264DACD6-42D1-4134-BDE8-169037AAC665}" srcOrd="0" destOrd="0" presId="urn:microsoft.com/office/officeart/2008/layout/BendingPictureCaptionList"/>
    <dgm:cxn modelId="{B0EEEB75-7894-438A-A1CC-AB7727DDE7B4}" type="presParOf" srcId="{A87D52D0-F7E1-4306-AACF-EDAF69771544}" destId="{A9FB1745-F9DE-4C5B-8C57-9D4436C59AC0}" srcOrd="0" destOrd="0" presId="urn:microsoft.com/office/officeart/2008/layout/BendingPictureCaptionList"/>
    <dgm:cxn modelId="{7890EBBD-EC33-46CD-A5F0-838C289FBEC6}" type="presParOf" srcId="{A9FB1745-F9DE-4C5B-8C57-9D4436C59AC0}" destId="{A4F83EA8-C65F-4F78-B1BB-857709F9E113}" srcOrd="0" destOrd="0" presId="urn:microsoft.com/office/officeart/2008/layout/BendingPictureCaptionList"/>
    <dgm:cxn modelId="{99DFDF91-A61A-4741-B3E3-AB4749050A7B}" type="presParOf" srcId="{A9FB1745-F9DE-4C5B-8C57-9D4436C59AC0}" destId="{264DACD6-42D1-4134-BDE8-169037AAC665}" srcOrd="1" destOrd="0" presId="urn:microsoft.com/office/officeart/2008/layout/BendingPictureCaptionList"/>
    <dgm:cxn modelId="{4B3B2C31-2078-43EA-9141-A23728C6285C}" type="presParOf" srcId="{A87D52D0-F7E1-4306-AACF-EDAF69771544}" destId="{EE743DF3-F851-45C1-98FA-4F7E0AF502D3}" srcOrd="1" destOrd="0" presId="urn:microsoft.com/office/officeart/2008/layout/BendingPictureCaptionList"/>
    <dgm:cxn modelId="{A6E6F7CE-0C06-47B6-81D5-1718D7D716D7}" type="presParOf" srcId="{A87D52D0-F7E1-4306-AACF-EDAF69771544}" destId="{15DA7C5D-9067-429C-80E3-D7B2273884B3}" srcOrd="2" destOrd="0" presId="urn:microsoft.com/office/officeart/2008/layout/BendingPictureCaptionList"/>
    <dgm:cxn modelId="{3DE75FE3-2044-4365-AB54-D926343355C8}" type="presParOf" srcId="{15DA7C5D-9067-429C-80E3-D7B2273884B3}" destId="{E1DFD607-EC2B-48B2-B67C-BEA8E2A610E0}" srcOrd="0" destOrd="0" presId="urn:microsoft.com/office/officeart/2008/layout/BendingPictureCaptionList"/>
    <dgm:cxn modelId="{68E86970-4AD6-429D-93AF-35DF34B00B71}" type="presParOf" srcId="{15DA7C5D-9067-429C-80E3-D7B2273884B3}" destId="{86AD4DAB-2A41-4E6F-AEC7-A750C3644068}" srcOrd="1" destOrd="0" presId="urn:microsoft.com/office/officeart/2008/layout/BendingPictureCaptionList"/>
    <dgm:cxn modelId="{50FA0107-9DB9-482A-B0C6-118A7F64C750}" type="presParOf" srcId="{A87D52D0-F7E1-4306-AACF-EDAF69771544}" destId="{6311E043-CE53-46D2-9A79-2F4823B252B9}" srcOrd="3" destOrd="0" presId="urn:microsoft.com/office/officeart/2008/layout/BendingPictureCaptionList"/>
    <dgm:cxn modelId="{BA6E9364-F0D5-4D8A-BF56-0E04147A3F10}" type="presParOf" srcId="{A87D52D0-F7E1-4306-AACF-EDAF69771544}" destId="{6F4E9B3C-6BC3-4FE0-ADAD-B8C912DF44BB}" srcOrd="4" destOrd="0" presId="urn:microsoft.com/office/officeart/2008/layout/BendingPictureCaptionList"/>
    <dgm:cxn modelId="{7A06927F-652C-484E-907E-9EDA9316F01C}" type="presParOf" srcId="{6F4E9B3C-6BC3-4FE0-ADAD-B8C912DF44BB}" destId="{2323AE0D-AD07-438B-9A24-3A25D855B297}" srcOrd="0" destOrd="0" presId="urn:microsoft.com/office/officeart/2008/layout/BendingPictureCaptionList"/>
    <dgm:cxn modelId="{42CFD9C4-ADA8-423D-BC43-55C93D0E75B9}" type="presParOf" srcId="{6F4E9B3C-6BC3-4FE0-ADAD-B8C912DF44BB}" destId="{A8752806-024F-45FC-99B6-1FA515F2C141}" srcOrd="1" destOrd="0" presId="urn:microsoft.com/office/officeart/2008/layout/BendingPictureCa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A267BAFB-1B53-4D9E-AC68-47F9D10E9160}" type="doc">
      <dgm:prSet loTypeId="urn:microsoft.com/office/officeart/2008/layout/IncreasingCircleProcess" loCatId="list" qsTypeId="urn:microsoft.com/office/officeart/2005/8/quickstyle/3d1" qsCatId="3D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F9521C7A-6EF2-4A1A-A2A2-DBD889EA6C90}">
      <dgm:prSet phldrT="[Text]"/>
      <dgm:spPr/>
      <dgm:t>
        <a:bodyPr/>
        <a:lstStyle/>
        <a:p>
          <a:r>
            <a:rPr lang="en-IN" dirty="0"/>
            <a:t>break</a:t>
          </a:r>
        </a:p>
      </dgm:t>
    </dgm:pt>
    <dgm:pt modelId="{5FA210FD-73B3-4F5B-A72D-5A5A63415239}" type="parTrans" cxnId="{A6BFF3A1-4F7F-4AB6-9C15-04F645E84C8B}">
      <dgm:prSet/>
      <dgm:spPr/>
      <dgm:t>
        <a:bodyPr/>
        <a:lstStyle/>
        <a:p>
          <a:endParaRPr lang="en-IN"/>
        </a:p>
      </dgm:t>
    </dgm:pt>
    <dgm:pt modelId="{FD1B92CF-E349-4CDF-BDB8-115014C7ACD7}" type="sibTrans" cxnId="{A6BFF3A1-4F7F-4AB6-9C15-04F645E84C8B}">
      <dgm:prSet/>
      <dgm:spPr/>
      <dgm:t>
        <a:bodyPr/>
        <a:lstStyle/>
        <a:p>
          <a:endParaRPr lang="en-IN"/>
        </a:p>
      </dgm:t>
    </dgm:pt>
    <dgm:pt modelId="{D2100084-13A2-424C-A0F0-EB52684B969B}">
      <dgm:prSet phldrT="[Text]"/>
      <dgm:spPr/>
      <dgm:t>
        <a:bodyPr/>
        <a:lstStyle/>
        <a:p>
          <a:r>
            <a:rPr lang="en-IN" dirty="0"/>
            <a:t>Breaks out of innermost loop from location of break</a:t>
          </a:r>
        </a:p>
      </dgm:t>
    </dgm:pt>
    <dgm:pt modelId="{55139589-51F2-47A4-93C3-C0B77043E1E4}" type="parTrans" cxnId="{E5EB2C39-F529-45BC-A51A-2872B5F98EAB}">
      <dgm:prSet/>
      <dgm:spPr/>
      <dgm:t>
        <a:bodyPr/>
        <a:lstStyle/>
        <a:p>
          <a:endParaRPr lang="en-IN"/>
        </a:p>
      </dgm:t>
    </dgm:pt>
    <dgm:pt modelId="{08890895-C8D0-4C12-9C13-832D7A6DCFCC}" type="sibTrans" cxnId="{E5EB2C39-F529-45BC-A51A-2872B5F98EAB}">
      <dgm:prSet/>
      <dgm:spPr/>
      <dgm:t>
        <a:bodyPr/>
        <a:lstStyle/>
        <a:p>
          <a:endParaRPr lang="en-IN"/>
        </a:p>
      </dgm:t>
    </dgm:pt>
    <dgm:pt modelId="{7E060D59-B953-47D9-8DAA-827451065BAA}">
      <dgm:prSet phldrT="[Text]"/>
      <dgm:spPr/>
      <dgm:t>
        <a:bodyPr/>
        <a:lstStyle/>
        <a:p>
          <a:r>
            <a:rPr lang="en-IN" dirty="0"/>
            <a:t>continue</a:t>
          </a:r>
        </a:p>
      </dgm:t>
    </dgm:pt>
    <dgm:pt modelId="{9EE31067-00EB-4471-A369-20AC189E02B4}" type="parTrans" cxnId="{A4BE5359-2EBF-412F-8354-D02E2735ADBC}">
      <dgm:prSet/>
      <dgm:spPr/>
      <dgm:t>
        <a:bodyPr/>
        <a:lstStyle/>
        <a:p>
          <a:endParaRPr lang="en-IN"/>
        </a:p>
      </dgm:t>
    </dgm:pt>
    <dgm:pt modelId="{AF52BA9F-DC6D-48A7-980A-CEA3C46F2D1E}" type="sibTrans" cxnId="{A4BE5359-2EBF-412F-8354-D02E2735ADBC}">
      <dgm:prSet/>
      <dgm:spPr/>
      <dgm:t>
        <a:bodyPr/>
        <a:lstStyle/>
        <a:p>
          <a:endParaRPr lang="en-IN"/>
        </a:p>
      </dgm:t>
    </dgm:pt>
    <dgm:pt modelId="{3C81F9AF-A1A1-4C19-8305-5F4288C57C89}">
      <dgm:prSet phldrT="[Text]"/>
      <dgm:spPr/>
      <dgm:t>
        <a:bodyPr/>
        <a:lstStyle/>
        <a:p>
          <a:r>
            <a:rPr lang="en-IN" dirty="0"/>
            <a:t>Continues to next iteration of innermost loop to continue</a:t>
          </a:r>
        </a:p>
      </dgm:t>
    </dgm:pt>
    <dgm:pt modelId="{AB70FDFA-C77A-4B87-B4E6-F35E38A749B3}" type="parTrans" cxnId="{BC639804-E101-4651-9E19-CB92D0615EE1}">
      <dgm:prSet/>
      <dgm:spPr/>
      <dgm:t>
        <a:bodyPr/>
        <a:lstStyle/>
        <a:p>
          <a:endParaRPr lang="en-IN"/>
        </a:p>
      </dgm:t>
    </dgm:pt>
    <dgm:pt modelId="{0765AFE0-DBE4-4087-9653-A844ADF7C010}" type="sibTrans" cxnId="{BC639804-E101-4651-9E19-CB92D0615EE1}">
      <dgm:prSet/>
      <dgm:spPr/>
      <dgm:t>
        <a:bodyPr/>
        <a:lstStyle/>
        <a:p>
          <a:endParaRPr lang="en-IN"/>
        </a:p>
      </dgm:t>
    </dgm:pt>
    <dgm:pt modelId="{5872F97A-2899-4900-A4A8-B1870BC7AF96}">
      <dgm:prSet phldrT="[Text]"/>
      <dgm:spPr/>
      <dgm:t>
        <a:bodyPr/>
        <a:lstStyle/>
        <a:p>
          <a:r>
            <a:rPr lang="en-IN" dirty="0"/>
            <a:t>return</a:t>
          </a:r>
        </a:p>
      </dgm:t>
    </dgm:pt>
    <dgm:pt modelId="{9BE4245C-0715-4B08-93D5-6AFDFCF071D1}" type="parTrans" cxnId="{590AE7E9-662C-47C4-9C80-D26948BAC6D8}">
      <dgm:prSet/>
      <dgm:spPr/>
      <dgm:t>
        <a:bodyPr/>
        <a:lstStyle/>
        <a:p>
          <a:endParaRPr lang="en-IN"/>
        </a:p>
      </dgm:t>
    </dgm:pt>
    <dgm:pt modelId="{50C15756-84AA-4F30-96E7-CFBD31A164F7}" type="sibTrans" cxnId="{590AE7E9-662C-47C4-9C80-D26948BAC6D8}">
      <dgm:prSet/>
      <dgm:spPr/>
      <dgm:t>
        <a:bodyPr/>
        <a:lstStyle/>
        <a:p>
          <a:endParaRPr lang="en-IN"/>
        </a:p>
      </dgm:t>
    </dgm:pt>
    <dgm:pt modelId="{F830C0FC-7983-4CDF-94EA-C6E5436833B7}">
      <dgm:prSet phldrT="[Text]"/>
      <dgm:spPr/>
      <dgm:t>
        <a:bodyPr/>
        <a:lstStyle/>
        <a:p>
          <a:r>
            <a:rPr lang="en-IN" dirty="0"/>
            <a:t>Returns a value from a function</a:t>
          </a:r>
        </a:p>
      </dgm:t>
    </dgm:pt>
    <dgm:pt modelId="{5E9FC98B-A9AC-44AC-8329-03A2319CD8BC}" type="parTrans" cxnId="{F106EEDE-71FE-46EC-B63A-5716A796DB2E}">
      <dgm:prSet/>
      <dgm:spPr/>
      <dgm:t>
        <a:bodyPr/>
        <a:lstStyle/>
        <a:p>
          <a:endParaRPr lang="en-IN"/>
        </a:p>
      </dgm:t>
    </dgm:pt>
    <dgm:pt modelId="{EE3BDEBA-721F-495B-8250-3C6C786A5C2A}" type="sibTrans" cxnId="{F106EEDE-71FE-46EC-B63A-5716A796DB2E}">
      <dgm:prSet/>
      <dgm:spPr/>
      <dgm:t>
        <a:bodyPr/>
        <a:lstStyle/>
        <a:p>
          <a:endParaRPr lang="en-IN"/>
        </a:p>
      </dgm:t>
    </dgm:pt>
    <dgm:pt modelId="{84B49581-58F7-47C1-A5A5-58FB585A36F6}">
      <dgm:prSet phldrT="[Text]"/>
      <dgm:spPr/>
      <dgm:t>
        <a:bodyPr/>
        <a:lstStyle/>
        <a:p>
          <a:r>
            <a:rPr lang="en-IN"/>
            <a:t>goto</a:t>
          </a:r>
          <a:endParaRPr lang="en-IN" dirty="0"/>
        </a:p>
      </dgm:t>
    </dgm:pt>
    <dgm:pt modelId="{DD17FACD-0158-44CF-952D-E567DFDC2BEA}" type="parTrans" cxnId="{81878D08-5FB9-4139-AA34-78B20A1172B3}">
      <dgm:prSet/>
      <dgm:spPr/>
      <dgm:t>
        <a:bodyPr/>
        <a:lstStyle/>
        <a:p>
          <a:endParaRPr lang="en-IN"/>
        </a:p>
      </dgm:t>
    </dgm:pt>
    <dgm:pt modelId="{F912359B-271A-4511-BE1D-CE706665AC05}" type="sibTrans" cxnId="{81878D08-5FB9-4139-AA34-78B20A1172B3}">
      <dgm:prSet/>
      <dgm:spPr/>
      <dgm:t>
        <a:bodyPr/>
        <a:lstStyle/>
        <a:p>
          <a:endParaRPr lang="en-IN"/>
        </a:p>
      </dgm:t>
    </dgm:pt>
    <dgm:pt modelId="{43878F07-F2B6-4F32-8CAF-5F9367FE156D}">
      <dgm:prSet phldrT="[Text]"/>
      <dgm:spPr/>
      <dgm:t>
        <a:bodyPr/>
        <a:lstStyle/>
        <a:p>
          <a:r>
            <a:rPr lang="en-IN" dirty="0"/>
            <a:t>Goes to a statement with a specific label</a:t>
          </a:r>
        </a:p>
      </dgm:t>
    </dgm:pt>
    <dgm:pt modelId="{4A2B155E-891E-4E95-846E-702ECD66F096}" type="parTrans" cxnId="{956CF7D9-DA2B-4A59-B2FA-30F833041FEE}">
      <dgm:prSet/>
      <dgm:spPr/>
      <dgm:t>
        <a:bodyPr/>
        <a:lstStyle/>
        <a:p>
          <a:endParaRPr lang="en-IN"/>
        </a:p>
      </dgm:t>
    </dgm:pt>
    <dgm:pt modelId="{2BDB03F7-989A-465A-B808-44394F0B66B3}" type="sibTrans" cxnId="{956CF7D9-DA2B-4A59-B2FA-30F833041FEE}">
      <dgm:prSet/>
      <dgm:spPr/>
      <dgm:t>
        <a:bodyPr/>
        <a:lstStyle/>
        <a:p>
          <a:endParaRPr lang="en-IN"/>
        </a:p>
      </dgm:t>
    </dgm:pt>
    <dgm:pt modelId="{86292F1F-E091-4478-A7AC-5EE3922590BA}" type="pres">
      <dgm:prSet presAssocID="{A267BAFB-1B53-4D9E-AC68-47F9D10E9160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D610D7CF-19B4-4305-898E-EDB95F511158}" type="pres">
      <dgm:prSet presAssocID="{F9521C7A-6EF2-4A1A-A2A2-DBD889EA6C90}" presName="composite" presStyleCnt="0"/>
      <dgm:spPr/>
    </dgm:pt>
    <dgm:pt modelId="{26004E52-234B-4459-9BA4-803117F9D18B}" type="pres">
      <dgm:prSet presAssocID="{F9521C7A-6EF2-4A1A-A2A2-DBD889EA6C90}" presName="BackAccent" presStyleLbl="bgShp" presStyleIdx="0" presStyleCnt="4"/>
      <dgm:spPr/>
    </dgm:pt>
    <dgm:pt modelId="{D708C8AA-2277-4D04-B4B9-A830E152C95B}" type="pres">
      <dgm:prSet presAssocID="{F9521C7A-6EF2-4A1A-A2A2-DBD889EA6C90}" presName="Accent" presStyleLbl="alignNode1" presStyleIdx="0" presStyleCnt="4"/>
      <dgm:spPr/>
    </dgm:pt>
    <dgm:pt modelId="{58A77985-3F84-4475-928D-E0018FFBDD46}" type="pres">
      <dgm:prSet presAssocID="{F9521C7A-6EF2-4A1A-A2A2-DBD889EA6C90}" presName="Child" presStyleLbl="revTx" presStyleIdx="0" presStyleCnt="8">
        <dgm:presLayoutVars>
          <dgm:chMax val="0"/>
          <dgm:chPref val="0"/>
          <dgm:bulletEnabled val="1"/>
        </dgm:presLayoutVars>
      </dgm:prSet>
      <dgm:spPr/>
    </dgm:pt>
    <dgm:pt modelId="{48F44D70-2936-4FE7-9C8F-DFA6391AA22D}" type="pres">
      <dgm:prSet presAssocID="{F9521C7A-6EF2-4A1A-A2A2-DBD889EA6C90}" presName="Parent" presStyleLbl="revTx" presStyleIdx="1" presStyleCnt="8">
        <dgm:presLayoutVars>
          <dgm:chMax val="1"/>
          <dgm:chPref val="1"/>
          <dgm:bulletEnabled val="1"/>
        </dgm:presLayoutVars>
      </dgm:prSet>
      <dgm:spPr/>
    </dgm:pt>
    <dgm:pt modelId="{EF7E7747-D846-42BF-B756-2D5410E695C0}" type="pres">
      <dgm:prSet presAssocID="{FD1B92CF-E349-4CDF-BDB8-115014C7ACD7}" presName="sibTrans" presStyleCnt="0"/>
      <dgm:spPr/>
    </dgm:pt>
    <dgm:pt modelId="{3DC4794C-1896-4725-AF51-7D618EE577A2}" type="pres">
      <dgm:prSet presAssocID="{7E060D59-B953-47D9-8DAA-827451065BAA}" presName="composite" presStyleCnt="0"/>
      <dgm:spPr/>
    </dgm:pt>
    <dgm:pt modelId="{0D4DDCCC-D384-4C9F-ABBD-18D36A2F0B7E}" type="pres">
      <dgm:prSet presAssocID="{7E060D59-B953-47D9-8DAA-827451065BAA}" presName="BackAccent" presStyleLbl="bgShp" presStyleIdx="1" presStyleCnt="4"/>
      <dgm:spPr/>
    </dgm:pt>
    <dgm:pt modelId="{5F7DBE7E-86A5-4DAA-B81B-FFBB0E4B1BFA}" type="pres">
      <dgm:prSet presAssocID="{7E060D59-B953-47D9-8DAA-827451065BAA}" presName="Accent" presStyleLbl="alignNode1" presStyleIdx="1" presStyleCnt="4"/>
      <dgm:spPr/>
    </dgm:pt>
    <dgm:pt modelId="{EBC4A3CD-241B-42E3-8A50-05AC39D59B8D}" type="pres">
      <dgm:prSet presAssocID="{7E060D59-B953-47D9-8DAA-827451065BAA}" presName="Child" presStyleLbl="revTx" presStyleIdx="2" presStyleCnt="8">
        <dgm:presLayoutVars>
          <dgm:chMax val="0"/>
          <dgm:chPref val="0"/>
          <dgm:bulletEnabled val="1"/>
        </dgm:presLayoutVars>
      </dgm:prSet>
      <dgm:spPr/>
    </dgm:pt>
    <dgm:pt modelId="{D5311161-004B-4C28-A4C0-796D23D4D605}" type="pres">
      <dgm:prSet presAssocID="{7E060D59-B953-47D9-8DAA-827451065BAA}" presName="Parent" presStyleLbl="revTx" presStyleIdx="3" presStyleCnt="8">
        <dgm:presLayoutVars>
          <dgm:chMax val="1"/>
          <dgm:chPref val="1"/>
          <dgm:bulletEnabled val="1"/>
        </dgm:presLayoutVars>
      </dgm:prSet>
      <dgm:spPr/>
    </dgm:pt>
    <dgm:pt modelId="{DE24E00D-7B0A-4D38-B5D2-BE695EF4D34A}" type="pres">
      <dgm:prSet presAssocID="{AF52BA9F-DC6D-48A7-980A-CEA3C46F2D1E}" presName="sibTrans" presStyleCnt="0"/>
      <dgm:spPr/>
    </dgm:pt>
    <dgm:pt modelId="{649F0B28-B23B-4770-B7AD-814673A2EA29}" type="pres">
      <dgm:prSet presAssocID="{5872F97A-2899-4900-A4A8-B1870BC7AF96}" presName="composite" presStyleCnt="0"/>
      <dgm:spPr/>
    </dgm:pt>
    <dgm:pt modelId="{8E1BDF45-7188-46E1-B61D-F8F18D04DFD6}" type="pres">
      <dgm:prSet presAssocID="{5872F97A-2899-4900-A4A8-B1870BC7AF96}" presName="BackAccent" presStyleLbl="bgShp" presStyleIdx="2" presStyleCnt="4"/>
      <dgm:spPr/>
    </dgm:pt>
    <dgm:pt modelId="{75E6EB99-E825-4F62-9D1A-431990F0A520}" type="pres">
      <dgm:prSet presAssocID="{5872F97A-2899-4900-A4A8-B1870BC7AF96}" presName="Accent" presStyleLbl="alignNode1" presStyleIdx="2" presStyleCnt="4"/>
      <dgm:spPr/>
    </dgm:pt>
    <dgm:pt modelId="{822CB76C-32A7-4610-8D88-7D7AEDC26240}" type="pres">
      <dgm:prSet presAssocID="{5872F97A-2899-4900-A4A8-B1870BC7AF96}" presName="Child" presStyleLbl="revTx" presStyleIdx="4" presStyleCnt="8">
        <dgm:presLayoutVars>
          <dgm:chMax val="0"/>
          <dgm:chPref val="0"/>
          <dgm:bulletEnabled val="1"/>
        </dgm:presLayoutVars>
      </dgm:prSet>
      <dgm:spPr/>
    </dgm:pt>
    <dgm:pt modelId="{FDCC7D31-EE36-4FB5-AE56-3345728426C1}" type="pres">
      <dgm:prSet presAssocID="{5872F97A-2899-4900-A4A8-B1870BC7AF96}" presName="Parent" presStyleLbl="revTx" presStyleIdx="5" presStyleCnt="8">
        <dgm:presLayoutVars>
          <dgm:chMax val="1"/>
          <dgm:chPref val="1"/>
          <dgm:bulletEnabled val="1"/>
        </dgm:presLayoutVars>
      </dgm:prSet>
      <dgm:spPr/>
    </dgm:pt>
    <dgm:pt modelId="{03DE54ED-F55A-45E3-B1A8-74EEBF8A1931}" type="pres">
      <dgm:prSet presAssocID="{50C15756-84AA-4F30-96E7-CFBD31A164F7}" presName="sibTrans" presStyleCnt="0"/>
      <dgm:spPr/>
    </dgm:pt>
    <dgm:pt modelId="{1CEE8B1D-4B18-46DD-A315-953C5DCE6C0E}" type="pres">
      <dgm:prSet presAssocID="{84B49581-58F7-47C1-A5A5-58FB585A36F6}" presName="composite" presStyleCnt="0"/>
      <dgm:spPr/>
    </dgm:pt>
    <dgm:pt modelId="{AD575E8E-3C5D-425E-9C28-E3A1DB92C607}" type="pres">
      <dgm:prSet presAssocID="{84B49581-58F7-47C1-A5A5-58FB585A36F6}" presName="BackAccent" presStyleLbl="bgShp" presStyleIdx="3" presStyleCnt="4"/>
      <dgm:spPr/>
    </dgm:pt>
    <dgm:pt modelId="{38C40443-9D50-4EA5-BAD8-D052379C1780}" type="pres">
      <dgm:prSet presAssocID="{84B49581-58F7-47C1-A5A5-58FB585A36F6}" presName="Accent" presStyleLbl="alignNode1" presStyleIdx="3" presStyleCnt="4"/>
      <dgm:spPr/>
    </dgm:pt>
    <dgm:pt modelId="{DE67DAD6-B214-4FBC-B4FE-74C9AA60EB42}" type="pres">
      <dgm:prSet presAssocID="{84B49581-58F7-47C1-A5A5-58FB585A36F6}" presName="Child" presStyleLbl="revTx" presStyleIdx="6" presStyleCnt="8">
        <dgm:presLayoutVars>
          <dgm:chMax val="0"/>
          <dgm:chPref val="0"/>
          <dgm:bulletEnabled val="1"/>
        </dgm:presLayoutVars>
      </dgm:prSet>
      <dgm:spPr/>
    </dgm:pt>
    <dgm:pt modelId="{3FF19C92-F269-4163-8FDC-98A5174FFB9F}" type="pres">
      <dgm:prSet presAssocID="{84B49581-58F7-47C1-A5A5-58FB585A36F6}" presName="Parent" presStyleLbl="revTx" presStyleIdx="7" presStyleCnt="8">
        <dgm:presLayoutVars>
          <dgm:chMax val="1"/>
          <dgm:chPref val="1"/>
          <dgm:bulletEnabled val="1"/>
        </dgm:presLayoutVars>
      </dgm:prSet>
      <dgm:spPr/>
    </dgm:pt>
  </dgm:ptLst>
  <dgm:cxnLst>
    <dgm:cxn modelId="{BC639804-E101-4651-9E19-CB92D0615EE1}" srcId="{7E060D59-B953-47D9-8DAA-827451065BAA}" destId="{3C81F9AF-A1A1-4C19-8305-5F4288C57C89}" srcOrd="0" destOrd="0" parTransId="{AB70FDFA-C77A-4B87-B4E6-F35E38A749B3}" sibTransId="{0765AFE0-DBE4-4087-9653-A844ADF7C010}"/>
    <dgm:cxn modelId="{AE3F4508-26FF-4A03-A067-0FB5ABAB50F8}" type="presOf" srcId="{7E060D59-B953-47D9-8DAA-827451065BAA}" destId="{D5311161-004B-4C28-A4C0-796D23D4D605}" srcOrd="0" destOrd="0" presId="urn:microsoft.com/office/officeart/2008/layout/IncreasingCircleProcess"/>
    <dgm:cxn modelId="{81878D08-5FB9-4139-AA34-78B20A1172B3}" srcId="{A267BAFB-1B53-4D9E-AC68-47F9D10E9160}" destId="{84B49581-58F7-47C1-A5A5-58FB585A36F6}" srcOrd="3" destOrd="0" parTransId="{DD17FACD-0158-44CF-952D-E567DFDC2BEA}" sibTransId="{F912359B-271A-4511-BE1D-CE706665AC05}"/>
    <dgm:cxn modelId="{E5EB2C39-F529-45BC-A51A-2872B5F98EAB}" srcId="{F9521C7A-6EF2-4A1A-A2A2-DBD889EA6C90}" destId="{D2100084-13A2-424C-A0F0-EB52684B969B}" srcOrd="0" destOrd="0" parTransId="{55139589-51F2-47A4-93C3-C0B77043E1E4}" sibTransId="{08890895-C8D0-4C12-9C13-832D7A6DCFCC}"/>
    <dgm:cxn modelId="{A4E1435E-C140-405E-B01A-BD3BEF548687}" type="presOf" srcId="{5872F97A-2899-4900-A4A8-B1870BC7AF96}" destId="{FDCC7D31-EE36-4FB5-AE56-3345728426C1}" srcOrd="0" destOrd="0" presId="urn:microsoft.com/office/officeart/2008/layout/IncreasingCircleProcess"/>
    <dgm:cxn modelId="{1AD6A976-03B0-4675-9E8D-7294C29357F2}" type="presOf" srcId="{43878F07-F2B6-4F32-8CAF-5F9367FE156D}" destId="{DE67DAD6-B214-4FBC-B4FE-74C9AA60EB42}" srcOrd="0" destOrd="0" presId="urn:microsoft.com/office/officeart/2008/layout/IncreasingCircleProcess"/>
    <dgm:cxn modelId="{A4BE5359-2EBF-412F-8354-D02E2735ADBC}" srcId="{A267BAFB-1B53-4D9E-AC68-47F9D10E9160}" destId="{7E060D59-B953-47D9-8DAA-827451065BAA}" srcOrd="1" destOrd="0" parTransId="{9EE31067-00EB-4471-A369-20AC189E02B4}" sibTransId="{AF52BA9F-DC6D-48A7-980A-CEA3C46F2D1E}"/>
    <dgm:cxn modelId="{E4522B7C-EB4B-48EA-852A-7456927F9C1B}" type="presOf" srcId="{A267BAFB-1B53-4D9E-AC68-47F9D10E9160}" destId="{86292F1F-E091-4478-A7AC-5EE3922590BA}" srcOrd="0" destOrd="0" presId="urn:microsoft.com/office/officeart/2008/layout/IncreasingCircleProcess"/>
    <dgm:cxn modelId="{5CB60486-3D7E-41BB-AAC0-4A9116DA20BA}" type="presOf" srcId="{84B49581-58F7-47C1-A5A5-58FB585A36F6}" destId="{3FF19C92-F269-4163-8FDC-98A5174FFB9F}" srcOrd="0" destOrd="0" presId="urn:microsoft.com/office/officeart/2008/layout/IncreasingCircleProcess"/>
    <dgm:cxn modelId="{A6BFF3A1-4F7F-4AB6-9C15-04F645E84C8B}" srcId="{A267BAFB-1B53-4D9E-AC68-47F9D10E9160}" destId="{F9521C7A-6EF2-4A1A-A2A2-DBD889EA6C90}" srcOrd="0" destOrd="0" parTransId="{5FA210FD-73B3-4F5B-A72D-5A5A63415239}" sibTransId="{FD1B92CF-E349-4CDF-BDB8-115014C7ACD7}"/>
    <dgm:cxn modelId="{915F00A3-A46E-4013-9A1C-843ADEAA766D}" type="presOf" srcId="{F830C0FC-7983-4CDF-94EA-C6E5436833B7}" destId="{822CB76C-32A7-4610-8D88-7D7AEDC26240}" srcOrd="0" destOrd="0" presId="urn:microsoft.com/office/officeart/2008/layout/IncreasingCircleProcess"/>
    <dgm:cxn modelId="{750376A3-57DF-4963-B8D0-252BADC048BF}" type="presOf" srcId="{F9521C7A-6EF2-4A1A-A2A2-DBD889EA6C90}" destId="{48F44D70-2936-4FE7-9C8F-DFA6391AA22D}" srcOrd="0" destOrd="0" presId="urn:microsoft.com/office/officeart/2008/layout/IncreasingCircleProcess"/>
    <dgm:cxn modelId="{956CF7D9-DA2B-4A59-B2FA-30F833041FEE}" srcId="{84B49581-58F7-47C1-A5A5-58FB585A36F6}" destId="{43878F07-F2B6-4F32-8CAF-5F9367FE156D}" srcOrd="0" destOrd="0" parTransId="{4A2B155E-891E-4E95-846E-702ECD66F096}" sibTransId="{2BDB03F7-989A-465A-B808-44394F0B66B3}"/>
    <dgm:cxn modelId="{18CE59DD-C660-4D88-B746-6CE5E9C57CBC}" type="presOf" srcId="{3C81F9AF-A1A1-4C19-8305-5F4288C57C89}" destId="{EBC4A3CD-241B-42E3-8A50-05AC39D59B8D}" srcOrd="0" destOrd="0" presId="urn:microsoft.com/office/officeart/2008/layout/IncreasingCircleProcess"/>
    <dgm:cxn modelId="{F106EEDE-71FE-46EC-B63A-5716A796DB2E}" srcId="{5872F97A-2899-4900-A4A8-B1870BC7AF96}" destId="{F830C0FC-7983-4CDF-94EA-C6E5436833B7}" srcOrd="0" destOrd="0" parTransId="{5E9FC98B-A9AC-44AC-8329-03A2319CD8BC}" sibTransId="{EE3BDEBA-721F-495B-8250-3C6C786A5C2A}"/>
    <dgm:cxn modelId="{590AE7E9-662C-47C4-9C80-D26948BAC6D8}" srcId="{A267BAFB-1B53-4D9E-AC68-47F9D10E9160}" destId="{5872F97A-2899-4900-A4A8-B1870BC7AF96}" srcOrd="2" destOrd="0" parTransId="{9BE4245C-0715-4B08-93D5-6AFDFCF071D1}" sibTransId="{50C15756-84AA-4F30-96E7-CFBD31A164F7}"/>
    <dgm:cxn modelId="{ACF5D1EB-5CEF-4C8C-9F3A-2AAB66AAD0F0}" type="presOf" srcId="{D2100084-13A2-424C-A0F0-EB52684B969B}" destId="{58A77985-3F84-4475-928D-E0018FFBDD46}" srcOrd="0" destOrd="0" presId="urn:microsoft.com/office/officeart/2008/layout/IncreasingCircleProcess"/>
    <dgm:cxn modelId="{2BC4064B-1374-46D9-B11E-7DE21D84735D}" type="presParOf" srcId="{86292F1F-E091-4478-A7AC-5EE3922590BA}" destId="{D610D7CF-19B4-4305-898E-EDB95F511158}" srcOrd="0" destOrd="0" presId="urn:microsoft.com/office/officeart/2008/layout/IncreasingCircleProcess"/>
    <dgm:cxn modelId="{7BB492BB-AC1B-4A9D-9024-66BB4B11E3FE}" type="presParOf" srcId="{D610D7CF-19B4-4305-898E-EDB95F511158}" destId="{26004E52-234B-4459-9BA4-803117F9D18B}" srcOrd="0" destOrd="0" presId="urn:microsoft.com/office/officeart/2008/layout/IncreasingCircleProcess"/>
    <dgm:cxn modelId="{0D54403D-16B4-4397-B82B-67675BE0D3CF}" type="presParOf" srcId="{D610D7CF-19B4-4305-898E-EDB95F511158}" destId="{D708C8AA-2277-4D04-B4B9-A830E152C95B}" srcOrd="1" destOrd="0" presId="urn:microsoft.com/office/officeart/2008/layout/IncreasingCircleProcess"/>
    <dgm:cxn modelId="{4BC57E7D-F1D6-4869-A589-23B336EA4553}" type="presParOf" srcId="{D610D7CF-19B4-4305-898E-EDB95F511158}" destId="{58A77985-3F84-4475-928D-E0018FFBDD46}" srcOrd="2" destOrd="0" presId="urn:microsoft.com/office/officeart/2008/layout/IncreasingCircleProcess"/>
    <dgm:cxn modelId="{978D992D-85DD-4589-9603-7194552E20AF}" type="presParOf" srcId="{D610D7CF-19B4-4305-898E-EDB95F511158}" destId="{48F44D70-2936-4FE7-9C8F-DFA6391AA22D}" srcOrd="3" destOrd="0" presId="urn:microsoft.com/office/officeart/2008/layout/IncreasingCircleProcess"/>
    <dgm:cxn modelId="{CA41AC5B-AC48-41E2-A1C2-6612C6E30168}" type="presParOf" srcId="{86292F1F-E091-4478-A7AC-5EE3922590BA}" destId="{EF7E7747-D846-42BF-B756-2D5410E695C0}" srcOrd="1" destOrd="0" presId="urn:microsoft.com/office/officeart/2008/layout/IncreasingCircleProcess"/>
    <dgm:cxn modelId="{C09E81A9-1E1B-4BBD-8B64-EC9F9A600CEF}" type="presParOf" srcId="{86292F1F-E091-4478-A7AC-5EE3922590BA}" destId="{3DC4794C-1896-4725-AF51-7D618EE577A2}" srcOrd="2" destOrd="0" presId="urn:microsoft.com/office/officeart/2008/layout/IncreasingCircleProcess"/>
    <dgm:cxn modelId="{B72E55A1-8A26-411E-B256-04A0B80F3BE2}" type="presParOf" srcId="{3DC4794C-1896-4725-AF51-7D618EE577A2}" destId="{0D4DDCCC-D384-4C9F-ABBD-18D36A2F0B7E}" srcOrd="0" destOrd="0" presId="urn:microsoft.com/office/officeart/2008/layout/IncreasingCircleProcess"/>
    <dgm:cxn modelId="{895238D6-F8E8-4BB7-8570-2B09AF27AA89}" type="presParOf" srcId="{3DC4794C-1896-4725-AF51-7D618EE577A2}" destId="{5F7DBE7E-86A5-4DAA-B81B-FFBB0E4B1BFA}" srcOrd="1" destOrd="0" presId="urn:microsoft.com/office/officeart/2008/layout/IncreasingCircleProcess"/>
    <dgm:cxn modelId="{91B92D78-15C3-4B19-8E21-C28B0F00ECD3}" type="presParOf" srcId="{3DC4794C-1896-4725-AF51-7D618EE577A2}" destId="{EBC4A3CD-241B-42E3-8A50-05AC39D59B8D}" srcOrd="2" destOrd="0" presId="urn:microsoft.com/office/officeart/2008/layout/IncreasingCircleProcess"/>
    <dgm:cxn modelId="{0B532FB6-D37A-4E93-91FE-80CB57A4BD5D}" type="presParOf" srcId="{3DC4794C-1896-4725-AF51-7D618EE577A2}" destId="{D5311161-004B-4C28-A4C0-796D23D4D605}" srcOrd="3" destOrd="0" presId="urn:microsoft.com/office/officeart/2008/layout/IncreasingCircleProcess"/>
    <dgm:cxn modelId="{888FCCC6-53C4-49F2-AFC7-E941803C858C}" type="presParOf" srcId="{86292F1F-E091-4478-A7AC-5EE3922590BA}" destId="{DE24E00D-7B0A-4D38-B5D2-BE695EF4D34A}" srcOrd="3" destOrd="0" presId="urn:microsoft.com/office/officeart/2008/layout/IncreasingCircleProcess"/>
    <dgm:cxn modelId="{8480F31E-A36C-4FF3-B435-C06877142D12}" type="presParOf" srcId="{86292F1F-E091-4478-A7AC-5EE3922590BA}" destId="{649F0B28-B23B-4770-B7AD-814673A2EA29}" srcOrd="4" destOrd="0" presId="urn:microsoft.com/office/officeart/2008/layout/IncreasingCircleProcess"/>
    <dgm:cxn modelId="{067101B0-8B5B-45E0-807D-10FED9322072}" type="presParOf" srcId="{649F0B28-B23B-4770-B7AD-814673A2EA29}" destId="{8E1BDF45-7188-46E1-B61D-F8F18D04DFD6}" srcOrd="0" destOrd="0" presId="urn:microsoft.com/office/officeart/2008/layout/IncreasingCircleProcess"/>
    <dgm:cxn modelId="{F397A813-A7BA-42B2-80E5-B8FED0CA95F5}" type="presParOf" srcId="{649F0B28-B23B-4770-B7AD-814673A2EA29}" destId="{75E6EB99-E825-4F62-9D1A-431990F0A520}" srcOrd="1" destOrd="0" presId="urn:microsoft.com/office/officeart/2008/layout/IncreasingCircleProcess"/>
    <dgm:cxn modelId="{11D16D41-1B6A-419B-BF36-B6246623800B}" type="presParOf" srcId="{649F0B28-B23B-4770-B7AD-814673A2EA29}" destId="{822CB76C-32A7-4610-8D88-7D7AEDC26240}" srcOrd="2" destOrd="0" presId="urn:microsoft.com/office/officeart/2008/layout/IncreasingCircleProcess"/>
    <dgm:cxn modelId="{AD454B86-30A9-49A2-A997-D0C99039DED9}" type="presParOf" srcId="{649F0B28-B23B-4770-B7AD-814673A2EA29}" destId="{FDCC7D31-EE36-4FB5-AE56-3345728426C1}" srcOrd="3" destOrd="0" presId="urn:microsoft.com/office/officeart/2008/layout/IncreasingCircleProcess"/>
    <dgm:cxn modelId="{AC734BBE-1904-415E-949C-6272B37BE9FD}" type="presParOf" srcId="{86292F1F-E091-4478-A7AC-5EE3922590BA}" destId="{03DE54ED-F55A-45E3-B1A8-74EEBF8A1931}" srcOrd="5" destOrd="0" presId="urn:microsoft.com/office/officeart/2008/layout/IncreasingCircleProcess"/>
    <dgm:cxn modelId="{CBFDB45C-89DB-45ED-B060-D9B7F6385237}" type="presParOf" srcId="{86292F1F-E091-4478-A7AC-5EE3922590BA}" destId="{1CEE8B1D-4B18-46DD-A315-953C5DCE6C0E}" srcOrd="6" destOrd="0" presId="urn:microsoft.com/office/officeart/2008/layout/IncreasingCircleProcess"/>
    <dgm:cxn modelId="{8C7E71B7-C72B-4270-98D5-0AB5C623F3B4}" type="presParOf" srcId="{1CEE8B1D-4B18-46DD-A315-953C5DCE6C0E}" destId="{AD575E8E-3C5D-425E-9C28-E3A1DB92C607}" srcOrd="0" destOrd="0" presId="urn:microsoft.com/office/officeart/2008/layout/IncreasingCircleProcess"/>
    <dgm:cxn modelId="{50D8E8C2-441B-49E1-AFCB-05852ED8E23C}" type="presParOf" srcId="{1CEE8B1D-4B18-46DD-A315-953C5DCE6C0E}" destId="{38C40443-9D50-4EA5-BAD8-D052379C1780}" srcOrd="1" destOrd="0" presId="urn:microsoft.com/office/officeart/2008/layout/IncreasingCircleProcess"/>
    <dgm:cxn modelId="{53D4ABA2-7C87-49AA-B583-BD2822C6DC82}" type="presParOf" srcId="{1CEE8B1D-4B18-46DD-A315-953C5DCE6C0E}" destId="{DE67DAD6-B214-4FBC-B4FE-74C9AA60EB42}" srcOrd="2" destOrd="0" presId="urn:microsoft.com/office/officeart/2008/layout/IncreasingCircleProcess"/>
    <dgm:cxn modelId="{2B971303-EB09-4FE1-BD3C-7A7CB944963B}" type="presParOf" srcId="{1CEE8B1D-4B18-46DD-A315-953C5DCE6C0E}" destId="{3FF19C92-F269-4163-8FDC-98A5174FFB9F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0343FC-E35C-4FC9-A73E-704433345580}">
      <dsp:nvSpPr>
        <dsp:cNvPr id="0" name=""/>
        <dsp:cNvSpPr/>
      </dsp:nvSpPr>
      <dsp:spPr>
        <a:xfrm>
          <a:off x="0" y="181193"/>
          <a:ext cx="3286125" cy="197167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General Purpose Programming Language</a:t>
          </a:r>
          <a:endParaRPr lang="en-IN" sz="3100" kern="1200" dirty="0"/>
        </a:p>
      </dsp:txBody>
      <dsp:txXfrm>
        <a:off x="0" y="181193"/>
        <a:ext cx="3286125" cy="1971675"/>
      </dsp:txXfrm>
    </dsp:sp>
    <dsp:sp modelId="{A7884B49-348D-403D-B158-8C13172FD524}">
      <dsp:nvSpPr>
        <dsp:cNvPr id="0" name=""/>
        <dsp:cNvSpPr/>
      </dsp:nvSpPr>
      <dsp:spPr>
        <a:xfrm>
          <a:off x="3614737" y="181193"/>
          <a:ext cx="3286125" cy="197167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Superset of C Programming</a:t>
          </a:r>
          <a:endParaRPr lang="en-IN" sz="3100" kern="1200" dirty="0"/>
        </a:p>
      </dsp:txBody>
      <dsp:txXfrm>
        <a:off x="3614737" y="181193"/>
        <a:ext cx="3286125" cy="1971675"/>
      </dsp:txXfrm>
    </dsp:sp>
    <dsp:sp modelId="{B498ECEB-3F3A-478D-A95C-B8704E321D40}">
      <dsp:nvSpPr>
        <dsp:cNvPr id="0" name=""/>
        <dsp:cNvSpPr/>
      </dsp:nvSpPr>
      <dsp:spPr>
        <a:xfrm>
          <a:off x="7229475" y="181193"/>
          <a:ext cx="3286125" cy="197167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Developed by Bjarne </a:t>
          </a:r>
          <a:r>
            <a:rPr lang="en-US" sz="3100" kern="1200" dirty="0" err="1"/>
            <a:t>Stroustrup</a:t>
          </a:r>
          <a:r>
            <a:rPr lang="en-US" sz="3100" kern="1200" dirty="0"/>
            <a:t> at AT&amp;T Bell Laboratory in 1979</a:t>
          </a:r>
          <a:endParaRPr lang="en-IN" sz="3100" kern="1200" dirty="0"/>
        </a:p>
      </dsp:txBody>
      <dsp:txXfrm>
        <a:off x="7229475" y="181193"/>
        <a:ext cx="3286125" cy="1971675"/>
      </dsp:txXfrm>
    </dsp:sp>
    <dsp:sp modelId="{C9F90D02-39A5-4FD7-9FFE-64A0EA43E89C}">
      <dsp:nvSpPr>
        <dsp:cNvPr id="0" name=""/>
        <dsp:cNvSpPr/>
      </dsp:nvSpPr>
      <dsp:spPr>
        <a:xfrm>
          <a:off x="1807368" y="2481480"/>
          <a:ext cx="3286125" cy="197167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Developed for </a:t>
          </a:r>
          <a:r>
            <a:rPr lang="en-US" sz="3100" b="0" i="0" kern="1200" dirty="0"/>
            <a:t>fast speed, low level memory management</a:t>
          </a:r>
          <a:endParaRPr lang="en-IN" sz="3100" kern="1200" dirty="0"/>
        </a:p>
      </dsp:txBody>
      <dsp:txXfrm>
        <a:off x="1807368" y="2481480"/>
        <a:ext cx="3286125" cy="1971675"/>
      </dsp:txXfrm>
    </dsp:sp>
    <dsp:sp modelId="{14F82EA2-80E0-4FD1-8B1E-05CD58180F76}">
      <dsp:nvSpPr>
        <dsp:cNvPr id="0" name=""/>
        <dsp:cNvSpPr/>
      </dsp:nvSpPr>
      <dsp:spPr>
        <a:xfrm>
          <a:off x="5422106" y="2481480"/>
          <a:ext cx="3286125" cy="197167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/>
            <a:t>High Level Programming Language</a:t>
          </a:r>
          <a:endParaRPr lang="en-IN" sz="3100" kern="1200" dirty="0"/>
        </a:p>
      </dsp:txBody>
      <dsp:txXfrm>
        <a:off x="5422106" y="2481480"/>
        <a:ext cx="3286125" cy="197167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08AEB-CBA3-425F-90A2-FA046DC2C927}">
      <dsp:nvSpPr>
        <dsp:cNvPr id="0" name=""/>
        <dsp:cNvSpPr/>
      </dsp:nvSpPr>
      <dsp:spPr>
        <a:xfrm>
          <a:off x="3945264" y="1592570"/>
          <a:ext cx="3772725" cy="3717953"/>
        </a:xfrm>
        <a:prstGeom prst="ellipse">
          <a:avLst/>
        </a:prstGeom>
        <a:gradFill rotWithShape="0">
          <a:gsLst>
            <a:gs pos="0">
              <a:schemeClr val="l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50800" tIns="50800" rIns="50800" bIns="508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/>
            <a:t>Applications of C++</a:t>
          </a:r>
          <a:endParaRPr lang="en-IN" sz="4000" kern="1200" dirty="0"/>
        </a:p>
      </dsp:txBody>
      <dsp:txXfrm>
        <a:off x="4497767" y="2137052"/>
        <a:ext cx="2667719" cy="2628989"/>
      </dsp:txXfrm>
    </dsp:sp>
    <dsp:sp modelId="{34FA9144-AAC0-4A22-A1E7-F5E8E577E94A}">
      <dsp:nvSpPr>
        <dsp:cNvPr id="0" name=""/>
        <dsp:cNvSpPr/>
      </dsp:nvSpPr>
      <dsp:spPr>
        <a:xfrm>
          <a:off x="4669321" y="-61072"/>
          <a:ext cx="2324610" cy="2203708"/>
        </a:xfrm>
        <a:prstGeom prst="ellipse">
          <a:avLst/>
        </a:prstGeom>
        <a:gradFill rotWithShape="0">
          <a:gsLst>
            <a:gs pos="0">
              <a:schemeClr val="l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Operating Systems</a:t>
          </a:r>
          <a:endParaRPr lang="en-IN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Linux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Windows GUI Based OS Core</a:t>
          </a:r>
          <a:endParaRPr lang="en-IN" sz="1200" kern="1200" dirty="0"/>
        </a:p>
      </dsp:txBody>
      <dsp:txXfrm>
        <a:off x="5009752" y="261654"/>
        <a:ext cx="1643748" cy="1558256"/>
      </dsp:txXfrm>
    </dsp:sp>
    <dsp:sp modelId="{126F18F1-337E-454B-887B-2EE242DED01B}">
      <dsp:nvSpPr>
        <dsp:cNvPr id="0" name=""/>
        <dsp:cNvSpPr/>
      </dsp:nvSpPr>
      <dsp:spPr>
        <a:xfrm>
          <a:off x="7047819" y="1604699"/>
          <a:ext cx="2324610" cy="2203708"/>
        </a:xfrm>
        <a:prstGeom prst="ellipse">
          <a:avLst/>
        </a:prstGeom>
        <a:gradFill rotWithShape="0">
          <a:gsLst>
            <a:gs pos="0">
              <a:schemeClr val="l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Embedded Systems</a:t>
          </a:r>
          <a:endParaRPr lang="en-IN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Arduino for hardware interaction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Raspberry Pi for hardware interaction</a:t>
          </a:r>
          <a:endParaRPr lang="en-IN" sz="1200" kern="1200" dirty="0"/>
        </a:p>
      </dsp:txBody>
      <dsp:txXfrm>
        <a:off x="7388250" y="1927425"/>
        <a:ext cx="1643748" cy="1558256"/>
      </dsp:txXfrm>
    </dsp:sp>
    <dsp:sp modelId="{2B0D372E-C5BD-41C2-8EB3-85F7E11012C9}">
      <dsp:nvSpPr>
        <dsp:cNvPr id="0" name=""/>
        <dsp:cNvSpPr/>
      </dsp:nvSpPr>
      <dsp:spPr>
        <a:xfrm>
          <a:off x="6086333" y="4300042"/>
          <a:ext cx="2324610" cy="2203708"/>
        </a:xfrm>
        <a:prstGeom prst="ellipse">
          <a:avLst/>
        </a:prstGeom>
        <a:gradFill rotWithShape="0">
          <a:gsLst>
            <a:gs pos="0">
              <a:schemeClr val="l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Application </a:t>
          </a:r>
          <a:r>
            <a:rPr lang="en-US" sz="1600" kern="1200" dirty="0" err="1"/>
            <a:t>Softwares</a:t>
          </a:r>
          <a:endParaRPr lang="en-IN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MS Office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Adobe Photoshop</a:t>
          </a:r>
          <a:endParaRPr lang="en-IN" sz="1200" kern="1200" dirty="0"/>
        </a:p>
      </dsp:txBody>
      <dsp:txXfrm>
        <a:off x="6426764" y="4622768"/>
        <a:ext cx="1643748" cy="1558256"/>
      </dsp:txXfrm>
    </dsp:sp>
    <dsp:sp modelId="{7D26E9C6-7A86-43B3-855D-F85AC717ACBF}">
      <dsp:nvSpPr>
        <dsp:cNvPr id="0" name=""/>
        <dsp:cNvSpPr/>
      </dsp:nvSpPr>
      <dsp:spPr>
        <a:xfrm>
          <a:off x="3252309" y="4300042"/>
          <a:ext cx="2324610" cy="2203708"/>
        </a:xfrm>
        <a:prstGeom prst="ellipse">
          <a:avLst/>
        </a:prstGeom>
        <a:gradFill rotWithShape="0">
          <a:gsLst>
            <a:gs pos="0">
              <a:schemeClr val="l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Real Time Systems</a:t>
          </a:r>
          <a:endParaRPr lang="en-IN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RTOS</a:t>
          </a:r>
          <a:endParaRPr lang="en-IN" sz="1200" kern="1200" dirty="0"/>
        </a:p>
      </dsp:txBody>
      <dsp:txXfrm>
        <a:off x="3592740" y="4622768"/>
        <a:ext cx="1643748" cy="1558256"/>
      </dsp:txXfrm>
    </dsp:sp>
    <dsp:sp modelId="{536F1EFD-39CC-4211-98A0-5ECF4D63A9CF}">
      <dsp:nvSpPr>
        <dsp:cNvPr id="0" name=""/>
        <dsp:cNvSpPr/>
      </dsp:nvSpPr>
      <dsp:spPr>
        <a:xfrm>
          <a:off x="2312276" y="1604713"/>
          <a:ext cx="2324610" cy="2203708"/>
        </a:xfrm>
        <a:prstGeom prst="ellipse">
          <a:avLst/>
        </a:prstGeom>
        <a:gradFill rotWithShape="0">
          <a:gsLst>
            <a:gs pos="0">
              <a:schemeClr val="lt1">
                <a:alpha val="5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alpha val="5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alpha val="5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Gaming Engines</a:t>
          </a:r>
          <a:endParaRPr lang="en-IN" sz="16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PUBG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CS2</a:t>
          </a:r>
          <a:endParaRPr lang="en-IN" sz="1200" kern="1200" dirty="0"/>
        </a:p>
      </dsp:txBody>
      <dsp:txXfrm>
        <a:off x="2652707" y="1927439"/>
        <a:ext cx="1643748" cy="15582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C0C803-2FB4-478D-921A-6F79D4758880}">
      <dsp:nvSpPr>
        <dsp:cNvPr id="0" name=""/>
        <dsp:cNvSpPr/>
      </dsp:nvSpPr>
      <dsp:spPr>
        <a:xfrm>
          <a:off x="8401" y="713352"/>
          <a:ext cx="699323" cy="699323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82AD3AD9-942F-410F-873A-A86C7E5AA5DA}">
      <dsp:nvSpPr>
        <dsp:cNvPr id="0" name=""/>
        <dsp:cNvSpPr/>
      </dsp:nvSpPr>
      <dsp:spPr>
        <a:xfrm>
          <a:off x="78333" y="783285"/>
          <a:ext cx="559458" cy="559458"/>
        </a:xfrm>
        <a:prstGeom prst="pie">
          <a:avLst>
            <a:gd name="adj1" fmla="val 1404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F8BC729-E460-464C-8652-17BB7319076D}">
      <dsp:nvSpPr>
        <dsp:cNvPr id="0" name=""/>
        <dsp:cNvSpPr/>
      </dsp:nvSpPr>
      <dsp:spPr>
        <a:xfrm rot="16200000">
          <a:off x="-1307002" y="2801121"/>
          <a:ext cx="3033601" cy="419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u="sng" kern="1200" dirty="0"/>
            <a:t>Simple</a:t>
          </a:r>
          <a:endParaRPr lang="en-IN" sz="1800" u="sng" kern="1200" dirty="0"/>
        </a:p>
      </dsp:txBody>
      <dsp:txXfrm>
        <a:off x="-1307002" y="2801121"/>
        <a:ext cx="3033601" cy="419594"/>
      </dsp:txXfrm>
    </dsp:sp>
    <dsp:sp modelId="{21A32C40-8EEF-42B6-8165-A515387BB82A}">
      <dsp:nvSpPr>
        <dsp:cNvPr id="0" name=""/>
        <dsp:cNvSpPr/>
      </dsp:nvSpPr>
      <dsp:spPr>
        <a:xfrm>
          <a:off x="497928" y="964743"/>
          <a:ext cx="1398647" cy="2797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kern="1200" dirty="0"/>
            <a:t>Programs can be broken down into logical parts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500" kern="1200" dirty="0"/>
            <a:t>Rich library support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500" kern="1200" dirty="0"/>
            <a:t>Variety of data types</a:t>
          </a:r>
        </a:p>
      </dsp:txBody>
      <dsp:txXfrm>
        <a:off x="497928" y="964743"/>
        <a:ext cx="1398647" cy="2797294"/>
      </dsp:txXfrm>
    </dsp:sp>
    <dsp:sp modelId="{88821544-A52E-402C-A813-12DA7DB8BF17}">
      <dsp:nvSpPr>
        <dsp:cNvPr id="0" name=""/>
        <dsp:cNvSpPr/>
      </dsp:nvSpPr>
      <dsp:spPr>
        <a:xfrm>
          <a:off x="2161057" y="713352"/>
          <a:ext cx="699323" cy="699323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EA443CF2-2952-4E3E-AC88-A39A8455266F}">
      <dsp:nvSpPr>
        <dsp:cNvPr id="0" name=""/>
        <dsp:cNvSpPr/>
      </dsp:nvSpPr>
      <dsp:spPr>
        <a:xfrm>
          <a:off x="2230989" y="783285"/>
          <a:ext cx="559458" cy="559458"/>
        </a:xfrm>
        <a:prstGeom prst="pie">
          <a:avLst>
            <a:gd name="adj1" fmla="val 1188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B5FED47-D0BC-4090-B50F-F3C1453C5119}">
      <dsp:nvSpPr>
        <dsp:cNvPr id="0" name=""/>
        <dsp:cNvSpPr/>
      </dsp:nvSpPr>
      <dsp:spPr>
        <a:xfrm rot="16200000">
          <a:off x="845653" y="2801121"/>
          <a:ext cx="3033601" cy="419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u="sng" kern="1200" dirty="0"/>
            <a:t>Machine Independent</a:t>
          </a:r>
        </a:p>
      </dsp:txBody>
      <dsp:txXfrm>
        <a:off x="845653" y="2801121"/>
        <a:ext cx="3033601" cy="419594"/>
      </dsp:txXfrm>
    </dsp:sp>
    <dsp:sp modelId="{312D67BA-37C5-4CB3-91F1-AA4F71D5535A}">
      <dsp:nvSpPr>
        <dsp:cNvPr id="0" name=""/>
        <dsp:cNvSpPr/>
      </dsp:nvSpPr>
      <dsp:spPr>
        <a:xfrm>
          <a:off x="2650583" y="964743"/>
          <a:ext cx="1398647" cy="2797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kern="1200" dirty="0"/>
            <a:t>Can run on any machine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kern="1200" dirty="0"/>
            <a:t>Requires only a suitable compiler</a:t>
          </a:r>
        </a:p>
      </dsp:txBody>
      <dsp:txXfrm>
        <a:off x="2650583" y="964743"/>
        <a:ext cx="1398647" cy="2797294"/>
      </dsp:txXfrm>
    </dsp:sp>
    <dsp:sp modelId="{868FC43A-EE37-4CAD-8342-05AD88D5DFE3}">
      <dsp:nvSpPr>
        <dsp:cNvPr id="0" name=""/>
        <dsp:cNvSpPr/>
      </dsp:nvSpPr>
      <dsp:spPr>
        <a:xfrm>
          <a:off x="4313712" y="713352"/>
          <a:ext cx="699323" cy="699323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6F1D1290-48E2-43B7-B9FF-13B558593985}">
      <dsp:nvSpPr>
        <dsp:cNvPr id="0" name=""/>
        <dsp:cNvSpPr/>
      </dsp:nvSpPr>
      <dsp:spPr>
        <a:xfrm>
          <a:off x="4383645" y="783285"/>
          <a:ext cx="559458" cy="559458"/>
        </a:xfrm>
        <a:prstGeom prst="pie">
          <a:avLst>
            <a:gd name="adj1" fmla="val 972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EC2C32-61F0-439A-8BFA-A8C4525AD9B4}">
      <dsp:nvSpPr>
        <dsp:cNvPr id="0" name=""/>
        <dsp:cNvSpPr/>
      </dsp:nvSpPr>
      <dsp:spPr>
        <a:xfrm rot="16200000">
          <a:off x="2998309" y="2801121"/>
          <a:ext cx="3033601" cy="419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u="sng" kern="1200" dirty="0"/>
            <a:t>Low-level Access</a:t>
          </a:r>
        </a:p>
      </dsp:txBody>
      <dsp:txXfrm>
        <a:off x="2998309" y="2801121"/>
        <a:ext cx="3033601" cy="419594"/>
      </dsp:txXfrm>
    </dsp:sp>
    <dsp:sp modelId="{B93D4B10-24E2-4D93-8E0D-666B54360FCA}">
      <dsp:nvSpPr>
        <dsp:cNvPr id="0" name=""/>
        <dsp:cNvSpPr/>
      </dsp:nvSpPr>
      <dsp:spPr>
        <a:xfrm>
          <a:off x="4803239" y="964743"/>
          <a:ext cx="1398647" cy="2797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500" kern="1200" dirty="0"/>
            <a:t>Access to system resources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500" kern="1200" dirty="0"/>
            <a:t>Ideal for system-level programming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kern="1200" dirty="0"/>
            <a:t>Enables writing highly efficient code</a:t>
          </a:r>
        </a:p>
      </dsp:txBody>
      <dsp:txXfrm>
        <a:off x="4803239" y="964743"/>
        <a:ext cx="1398647" cy="2797294"/>
      </dsp:txXfrm>
    </dsp:sp>
    <dsp:sp modelId="{1C5D1002-FABA-43AD-96E3-B1BBF1337EE9}">
      <dsp:nvSpPr>
        <dsp:cNvPr id="0" name=""/>
        <dsp:cNvSpPr/>
      </dsp:nvSpPr>
      <dsp:spPr>
        <a:xfrm>
          <a:off x="6466368" y="713352"/>
          <a:ext cx="699323" cy="699323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2CB74AE7-CD99-41EB-840A-3F61FB9F5D7B}">
      <dsp:nvSpPr>
        <dsp:cNvPr id="0" name=""/>
        <dsp:cNvSpPr/>
      </dsp:nvSpPr>
      <dsp:spPr>
        <a:xfrm>
          <a:off x="6536301" y="783285"/>
          <a:ext cx="559458" cy="559458"/>
        </a:xfrm>
        <a:prstGeom prst="pie">
          <a:avLst>
            <a:gd name="adj1" fmla="val 756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BEB964A-CB7E-4628-B1BC-76932AF3F738}">
      <dsp:nvSpPr>
        <dsp:cNvPr id="0" name=""/>
        <dsp:cNvSpPr/>
      </dsp:nvSpPr>
      <dsp:spPr>
        <a:xfrm rot="16200000">
          <a:off x="5150964" y="2801121"/>
          <a:ext cx="3033601" cy="419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800" b="1" u="sng" kern="1200" dirty="0"/>
            <a:t>Fast Execution Speed</a:t>
          </a:r>
          <a:endParaRPr lang="en-US" sz="1800" u="sng" kern="1200" dirty="0"/>
        </a:p>
      </dsp:txBody>
      <dsp:txXfrm>
        <a:off x="5150964" y="2801121"/>
        <a:ext cx="3033601" cy="419594"/>
      </dsp:txXfrm>
    </dsp:sp>
    <dsp:sp modelId="{0AA8684A-E21E-493A-8277-456D38D20E75}">
      <dsp:nvSpPr>
        <dsp:cNvPr id="0" name=""/>
        <dsp:cNvSpPr/>
      </dsp:nvSpPr>
      <dsp:spPr>
        <a:xfrm>
          <a:off x="6955895" y="964743"/>
          <a:ext cx="1398647" cy="2797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500" kern="1200" dirty="0"/>
            <a:t>Minimal processing overhead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kern="1200" dirty="0"/>
            <a:t>One of the fastest high-level languages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500" kern="1200" dirty="0"/>
            <a:t>Suitable for performance-critical applications</a:t>
          </a:r>
        </a:p>
      </dsp:txBody>
      <dsp:txXfrm>
        <a:off x="6955895" y="964743"/>
        <a:ext cx="1398647" cy="2797294"/>
      </dsp:txXfrm>
    </dsp:sp>
    <dsp:sp modelId="{956B1EE8-95A7-4EF5-9680-1DAD8672EAB6}">
      <dsp:nvSpPr>
        <dsp:cNvPr id="0" name=""/>
        <dsp:cNvSpPr/>
      </dsp:nvSpPr>
      <dsp:spPr>
        <a:xfrm>
          <a:off x="8619024" y="713352"/>
          <a:ext cx="699323" cy="699323"/>
        </a:xfrm>
        <a:prstGeom prst="chord">
          <a:avLst>
            <a:gd name="adj1" fmla="val 4800000"/>
            <a:gd name="adj2" fmla="val 16800000"/>
          </a:avLst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z="-152400" extrusionH="63500" prstMaterial="matte">
          <a:bevelT w="14445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26B88C70-0583-45DC-B13D-A6A8479F7286}">
      <dsp:nvSpPr>
        <dsp:cNvPr id="0" name=""/>
        <dsp:cNvSpPr/>
      </dsp:nvSpPr>
      <dsp:spPr>
        <a:xfrm>
          <a:off x="8688956" y="783285"/>
          <a:ext cx="559458" cy="559458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BEB03C0-C5EF-4879-BAA9-7450E03DD6CB}">
      <dsp:nvSpPr>
        <dsp:cNvPr id="0" name=""/>
        <dsp:cNvSpPr/>
      </dsp:nvSpPr>
      <dsp:spPr>
        <a:xfrm rot="16200000">
          <a:off x="7303620" y="2801121"/>
          <a:ext cx="3033601" cy="4195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u="sng" kern="1200" dirty="0"/>
            <a:t>Object-Oriented</a:t>
          </a:r>
        </a:p>
      </dsp:txBody>
      <dsp:txXfrm>
        <a:off x="7303620" y="2801121"/>
        <a:ext cx="3033601" cy="419594"/>
      </dsp:txXfrm>
    </dsp:sp>
    <dsp:sp modelId="{BC885DEA-3301-42AC-B943-8652B319FD56}">
      <dsp:nvSpPr>
        <dsp:cNvPr id="0" name=""/>
        <dsp:cNvSpPr/>
      </dsp:nvSpPr>
      <dsp:spPr>
        <a:xfrm>
          <a:off x="9108551" y="964743"/>
          <a:ext cx="1398647" cy="27972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kern="1200" dirty="0"/>
            <a:t>Supports OOP features like classes, inheritance, polymorphism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500" kern="1200" dirty="0"/>
            <a:t>Makes code </a:t>
          </a:r>
          <a:r>
            <a:rPr lang="en-IN" sz="1500" b="1" kern="1200" dirty="0"/>
            <a:t>maintainable</a:t>
          </a:r>
          <a:r>
            <a:rPr lang="en-IN" sz="1500" kern="1200" dirty="0"/>
            <a:t> and </a:t>
          </a:r>
          <a:r>
            <a:rPr lang="en-IN" sz="1500" b="1" kern="1200" dirty="0"/>
            <a:t>extensible</a:t>
          </a:r>
          <a:endParaRPr lang="en-IN" sz="1500" kern="1200" dirty="0"/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500" kern="1200" dirty="0"/>
            <a:t>Well-suited for building large-scale applications</a:t>
          </a:r>
        </a:p>
      </dsp:txBody>
      <dsp:txXfrm>
        <a:off x="9108551" y="964743"/>
        <a:ext cx="1398647" cy="27972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07FB15-77B5-492A-8A69-7CF091B1839B}">
      <dsp:nvSpPr>
        <dsp:cNvPr id="0" name=""/>
        <dsp:cNvSpPr/>
      </dsp:nvSpPr>
      <dsp:spPr>
        <a:xfrm>
          <a:off x="2372704" y="292161"/>
          <a:ext cx="6450756" cy="4671732"/>
        </a:xfrm>
        <a:prstGeom prst="round2DiagRect">
          <a:avLst>
            <a:gd name="adj1" fmla="val 0"/>
            <a:gd name="adj2" fmla="val 1667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0E1E042-1A57-4385-BE0A-F342C6237A39}">
      <dsp:nvSpPr>
        <dsp:cNvPr id="0" name=""/>
        <dsp:cNvSpPr/>
      </dsp:nvSpPr>
      <dsp:spPr>
        <a:xfrm>
          <a:off x="5598082" y="1261453"/>
          <a:ext cx="860" cy="2733148"/>
        </a:xfrm>
        <a:prstGeom prst="line">
          <a:avLst/>
        </a:prstGeom>
        <a:solidFill>
          <a:schemeClr val="dk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p3d z="127000" prstMaterial="matte"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503A6C-8939-4AA5-B8C8-571909ADC65B}">
      <dsp:nvSpPr>
        <dsp:cNvPr id="0" name=""/>
        <dsp:cNvSpPr/>
      </dsp:nvSpPr>
      <dsp:spPr>
        <a:xfrm>
          <a:off x="2587729" y="780770"/>
          <a:ext cx="2795327" cy="369451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Multi-paradigm (Procedural + OOP)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Supports encapsulation (via classes)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Supports Function &amp; Operator Overloading</a:t>
          </a:r>
          <a:endParaRPr lang="en-IN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Supports Templates</a:t>
          </a:r>
          <a:endParaRPr lang="en-IN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Uses namespaces to avoid name clashes</a:t>
          </a:r>
          <a:endParaRPr lang="en-IN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Close to real world modeling</a:t>
          </a:r>
          <a:endParaRPr lang="en-IN" sz="1600" kern="1200" dirty="0"/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Used for both system and application level development</a:t>
          </a:r>
          <a:endParaRPr lang="en-IN" sz="1600" kern="1200" dirty="0"/>
        </a:p>
      </dsp:txBody>
      <dsp:txXfrm>
        <a:off x="2587729" y="780770"/>
        <a:ext cx="2795327" cy="3694514"/>
      </dsp:txXfrm>
    </dsp:sp>
    <dsp:sp modelId="{BDAF2F90-D76E-4415-8A55-B1167A3815B6}">
      <dsp:nvSpPr>
        <dsp:cNvPr id="0" name=""/>
        <dsp:cNvSpPr/>
      </dsp:nvSpPr>
      <dsp:spPr>
        <a:xfrm>
          <a:off x="5813107" y="871514"/>
          <a:ext cx="2795327" cy="351302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Procedural language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No encapsulation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No function/operator overloading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No templates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No namespaces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Low-level, closer to hardware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Mostly used for system programming</a:t>
          </a:r>
          <a:endParaRPr lang="en-IN" sz="1600" kern="1200" dirty="0"/>
        </a:p>
      </dsp:txBody>
      <dsp:txXfrm>
        <a:off x="5813107" y="871514"/>
        <a:ext cx="2795327" cy="3513025"/>
      </dsp:txXfrm>
    </dsp:sp>
    <dsp:sp modelId="{4F60B08A-8D02-430E-9AA6-791286DE81C4}">
      <dsp:nvSpPr>
        <dsp:cNvPr id="0" name=""/>
        <dsp:cNvSpPr/>
      </dsp:nvSpPr>
      <dsp:spPr>
        <a:xfrm rot="16200000">
          <a:off x="-57038" y="1354616"/>
          <a:ext cx="3784359" cy="1075126"/>
        </a:xfrm>
        <a:prstGeom prst="rightArrow">
          <a:avLst>
            <a:gd name="adj1" fmla="val 49830"/>
            <a:gd name="adj2" fmla="val 60660"/>
          </a:avLst>
        </a:prstGeom>
        <a:gradFill rotWithShape="0">
          <a:gsLst>
            <a:gs pos="0">
              <a:schemeClr val="dk1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1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1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C++ Programming</a:t>
          </a:r>
          <a:endParaRPr lang="en-IN" sz="2800" kern="1200" dirty="0"/>
        </a:p>
      </dsp:txBody>
      <dsp:txXfrm>
        <a:off x="105451" y="1786800"/>
        <a:ext cx="3459382" cy="535736"/>
      </dsp:txXfrm>
    </dsp:sp>
    <dsp:sp modelId="{458C2DDD-55A9-480A-A1D4-5AE510586737}">
      <dsp:nvSpPr>
        <dsp:cNvPr id="0" name=""/>
        <dsp:cNvSpPr/>
      </dsp:nvSpPr>
      <dsp:spPr>
        <a:xfrm rot="5400000">
          <a:off x="7468843" y="2826312"/>
          <a:ext cx="3784359" cy="1075126"/>
        </a:xfrm>
        <a:prstGeom prst="rightArrow">
          <a:avLst>
            <a:gd name="adj1" fmla="val 49830"/>
            <a:gd name="adj2" fmla="val 60660"/>
          </a:avLst>
        </a:prstGeom>
        <a:gradFill rotWithShape="0">
          <a:gsLst>
            <a:gs pos="0">
              <a:schemeClr val="dk1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1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1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C Programming</a:t>
          </a:r>
          <a:endParaRPr lang="en-IN" sz="2800" kern="1200" dirty="0"/>
        </a:p>
      </dsp:txBody>
      <dsp:txXfrm>
        <a:off x="7631332" y="2933519"/>
        <a:ext cx="3459382" cy="5357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8E0393-B9B9-4717-BF23-23AC76FB9A3E}">
      <dsp:nvSpPr>
        <dsp:cNvPr id="0" name=""/>
        <dsp:cNvSpPr/>
      </dsp:nvSpPr>
      <dsp:spPr>
        <a:xfrm>
          <a:off x="2494" y="0"/>
          <a:ext cx="2614545" cy="50291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1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Functional Programming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b="0" kern="1200" dirty="0"/>
            <a:t>Based on mathematical functions to perform computation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300" b="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b="0" kern="1200" dirty="0" err="1"/>
            <a:t>Eg</a:t>
          </a:r>
          <a:r>
            <a:rPr lang="en-IN" sz="1300" b="0" kern="1200" dirty="0"/>
            <a:t>: </a:t>
          </a:r>
          <a:r>
            <a:rPr lang="en-IN" sz="1300" b="0" i="0" kern="1200" dirty="0"/>
            <a:t>Scala, Haskell, and F#.</a:t>
          </a:r>
          <a:endParaRPr lang="en-IN" sz="1300" b="0" kern="1200" dirty="0"/>
        </a:p>
      </dsp:txBody>
      <dsp:txXfrm>
        <a:off x="2494" y="2011680"/>
        <a:ext cx="2614545" cy="2011680"/>
      </dsp:txXfrm>
    </dsp:sp>
    <dsp:sp modelId="{3D02A802-4DDC-474F-87E4-E02D7ECCD8D9}">
      <dsp:nvSpPr>
        <dsp:cNvPr id="0" name=""/>
        <dsp:cNvSpPr/>
      </dsp:nvSpPr>
      <dsp:spPr>
        <a:xfrm>
          <a:off x="472405" y="301752"/>
          <a:ext cx="1674723" cy="1674723"/>
        </a:xfrm>
        <a:prstGeom prst="flowChartAlternateProcess">
          <a:avLst/>
        </a:prstGeom>
        <a:blipFill rotWithShape="1">
          <a:blip xmlns:r="http://schemas.openxmlformats.org/officeDocument/2006/relationships" r:embed="rId1"/>
          <a:srcRect/>
          <a:stretch>
            <a:fillRect l="-3000" r="-3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511FED4-0481-4519-AD43-41B3CB99A002}">
      <dsp:nvSpPr>
        <dsp:cNvPr id="0" name=""/>
        <dsp:cNvSpPr/>
      </dsp:nvSpPr>
      <dsp:spPr>
        <a:xfrm>
          <a:off x="2695476" y="0"/>
          <a:ext cx="2614545" cy="50291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1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Procedural Programming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b="0" kern="1200" dirty="0"/>
            <a:t>Uses a series of functions / procedures to perform computation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300" b="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b="0" kern="1200" dirty="0" err="1"/>
            <a:t>Eg</a:t>
          </a:r>
          <a:r>
            <a:rPr lang="en-IN" sz="1300" b="0" kern="1200" dirty="0"/>
            <a:t>: </a:t>
          </a:r>
          <a:r>
            <a:rPr lang="en-US" sz="1300" b="0" i="0" kern="1200" dirty="0"/>
            <a:t>C, Pascal, Fortran, Ada, and Basic</a:t>
          </a:r>
          <a:endParaRPr lang="en-IN" sz="1300" b="0" kern="1200" dirty="0"/>
        </a:p>
      </dsp:txBody>
      <dsp:txXfrm>
        <a:off x="2695476" y="2011680"/>
        <a:ext cx="2614545" cy="2011680"/>
      </dsp:txXfrm>
    </dsp:sp>
    <dsp:sp modelId="{2B0C0646-F075-4359-AAC5-FCC98D00DB37}">
      <dsp:nvSpPr>
        <dsp:cNvPr id="0" name=""/>
        <dsp:cNvSpPr/>
      </dsp:nvSpPr>
      <dsp:spPr>
        <a:xfrm>
          <a:off x="3165387" y="301752"/>
          <a:ext cx="1674723" cy="1674723"/>
        </a:xfrm>
        <a:prstGeom prst="flowChartAlternateProcess">
          <a:avLst/>
        </a:prstGeom>
        <a:blipFill rotWithShape="1">
          <a:blip xmlns:r="http://schemas.openxmlformats.org/officeDocument/2006/relationships" r:embed="rId2"/>
          <a:srcRect/>
          <a:stretch>
            <a:fillRect t="-30000" b="-30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A4FEF01-19B5-49D6-BECA-8F5F645F567B}">
      <dsp:nvSpPr>
        <dsp:cNvPr id="0" name=""/>
        <dsp:cNvSpPr/>
      </dsp:nvSpPr>
      <dsp:spPr>
        <a:xfrm>
          <a:off x="5388458" y="0"/>
          <a:ext cx="2614545" cy="50291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1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i="0" kern="1200" dirty="0"/>
            <a:t>Object-Oriented programming</a:t>
          </a:r>
          <a:endParaRPr lang="en-IN" sz="1700" b="1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b="0" kern="1200" dirty="0"/>
            <a:t>Every component of program is considered as object and this is used to perform desired action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300" b="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b="0" kern="1200" dirty="0" err="1"/>
            <a:t>Eg</a:t>
          </a:r>
          <a:r>
            <a:rPr lang="en-IN" sz="1300" b="0" kern="1200" dirty="0"/>
            <a:t>: C++ , Java</a:t>
          </a:r>
        </a:p>
      </dsp:txBody>
      <dsp:txXfrm>
        <a:off x="5388458" y="2011680"/>
        <a:ext cx="2614545" cy="2011680"/>
      </dsp:txXfrm>
    </dsp:sp>
    <dsp:sp modelId="{1B43D5BC-87D0-4489-A0D2-F990FF959742}">
      <dsp:nvSpPr>
        <dsp:cNvPr id="0" name=""/>
        <dsp:cNvSpPr/>
      </dsp:nvSpPr>
      <dsp:spPr>
        <a:xfrm>
          <a:off x="5858369" y="301752"/>
          <a:ext cx="1674723" cy="1674723"/>
        </a:xfrm>
        <a:prstGeom prst="flowChartAlternateProcess">
          <a:avLst/>
        </a:prstGeom>
        <a:blipFill rotWithShape="1">
          <a:blip xmlns:r="http://schemas.openxmlformats.org/officeDocument/2006/relationships" r:embed="rId3"/>
          <a:srcRect/>
          <a:stretch>
            <a:fillRect t="-16000" b="-16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6CEEDBF-5B62-4630-9E39-400A8E06FCDA}">
      <dsp:nvSpPr>
        <dsp:cNvPr id="0" name=""/>
        <dsp:cNvSpPr/>
      </dsp:nvSpPr>
      <dsp:spPr>
        <a:xfrm>
          <a:off x="8081440" y="0"/>
          <a:ext cx="2614545" cy="50291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0904" tIns="120904" rIns="120904" bIns="120904" numCol="1" spcCol="1270" anchor="t" anchorCtr="1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 dirty="0"/>
            <a:t>Scripting Language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b="0" kern="1200" dirty="0"/>
            <a:t>Designed for communicating with other programming languages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N" sz="1300" b="0" kern="1200" dirty="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b="0" kern="1200" dirty="0" err="1"/>
            <a:t>Eg</a:t>
          </a:r>
          <a:r>
            <a:rPr lang="en-IN" sz="1300" b="0" kern="1200" dirty="0"/>
            <a:t>: Python, JavaScript</a:t>
          </a:r>
        </a:p>
      </dsp:txBody>
      <dsp:txXfrm>
        <a:off x="8081440" y="2011680"/>
        <a:ext cx="2614545" cy="2011680"/>
      </dsp:txXfrm>
    </dsp:sp>
    <dsp:sp modelId="{8988A4D7-81F5-43F1-A009-8E3C211C3AE9}">
      <dsp:nvSpPr>
        <dsp:cNvPr id="0" name=""/>
        <dsp:cNvSpPr/>
      </dsp:nvSpPr>
      <dsp:spPr>
        <a:xfrm>
          <a:off x="8551351" y="301752"/>
          <a:ext cx="1674723" cy="1674723"/>
        </a:xfrm>
        <a:prstGeom prst="flowChartAlternateProcess">
          <a:avLst/>
        </a:prstGeom>
        <a:blipFill rotWithShape="1">
          <a:blip xmlns:r="http://schemas.openxmlformats.org/officeDocument/2006/relationships" r:embed="rId4"/>
          <a:srcRect/>
          <a:stretch>
            <a:fillRect t="-15000" b="-15000"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56DA86E-C966-4FB9-B09C-CB716C3F6F41}">
      <dsp:nvSpPr>
        <dsp:cNvPr id="0" name=""/>
        <dsp:cNvSpPr/>
      </dsp:nvSpPr>
      <dsp:spPr>
        <a:xfrm flipV="1">
          <a:off x="427939" y="4378997"/>
          <a:ext cx="9842601" cy="43105"/>
        </a:xfrm>
        <a:prstGeom prst="rightArrow">
          <a:avLst/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951445-D5BD-499E-BA26-16871EC48E1B}">
      <dsp:nvSpPr>
        <dsp:cNvPr id="0" name=""/>
        <dsp:cNvSpPr/>
      </dsp:nvSpPr>
      <dsp:spPr>
        <a:xfrm>
          <a:off x="988" y="910434"/>
          <a:ext cx="1560336" cy="3100139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C++98</a:t>
          </a:r>
          <a:endParaRPr lang="en-IN" sz="1800" kern="1200" dirty="0"/>
        </a:p>
      </dsp:txBody>
      <dsp:txXfrm rot="16200000">
        <a:off x="-1114034" y="2025457"/>
        <a:ext cx="2542114" cy="312067"/>
      </dsp:txXfrm>
    </dsp:sp>
    <dsp:sp modelId="{73CFE4B5-97DA-4541-8B1E-2F2BCBAC0D61}">
      <dsp:nvSpPr>
        <dsp:cNvPr id="0" name=""/>
        <dsp:cNvSpPr/>
      </dsp:nvSpPr>
      <dsp:spPr>
        <a:xfrm>
          <a:off x="313056" y="910434"/>
          <a:ext cx="1162450" cy="3100139"/>
        </a:xfrm>
        <a:prstGeom prst="rect">
          <a:avLst/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First standardized version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Introduced STL (Standard Template Library)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Basis for future versions</a:t>
          </a:r>
        </a:p>
      </dsp:txBody>
      <dsp:txXfrm>
        <a:off x="313056" y="910434"/>
        <a:ext cx="1162450" cy="3100139"/>
      </dsp:txXfrm>
    </dsp:sp>
    <dsp:sp modelId="{2031EE97-E455-47C0-8302-93B66EBFF710}">
      <dsp:nvSpPr>
        <dsp:cNvPr id="0" name=""/>
        <dsp:cNvSpPr/>
      </dsp:nvSpPr>
      <dsp:spPr>
        <a:xfrm>
          <a:off x="1615937" y="910434"/>
          <a:ext cx="1560336" cy="3100139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C++03</a:t>
          </a:r>
        </a:p>
      </dsp:txBody>
      <dsp:txXfrm rot="16200000">
        <a:off x="500913" y="2025457"/>
        <a:ext cx="2542114" cy="312067"/>
      </dsp:txXfrm>
    </dsp:sp>
    <dsp:sp modelId="{B5EB9D7F-4A9D-4553-ADA1-C23CDD8C1FE1}">
      <dsp:nvSpPr>
        <dsp:cNvPr id="0" name=""/>
        <dsp:cNvSpPr/>
      </dsp:nvSpPr>
      <dsp:spPr>
        <a:xfrm rot="5400000">
          <a:off x="1456248" y="3598411"/>
          <a:ext cx="275228" cy="234050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E182D87-A139-427A-B9B3-76622B4B8F05}">
      <dsp:nvSpPr>
        <dsp:cNvPr id="0" name=""/>
        <dsp:cNvSpPr/>
      </dsp:nvSpPr>
      <dsp:spPr>
        <a:xfrm>
          <a:off x="1928004" y="910434"/>
          <a:ext cx="1162450" cy="3100139"/>
        </a:xfrm>
        <a:prstGeom prst="rect">
          <a:avLst/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Bug fixes and small improvements over C++98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Technical refinement</a:t>
          </a:r>
        </a:p>
      </dsp:txBody>
      <dsp:txXfrm>
        <a:off x="1928004" y="910434"/>
        <a:ext cx="1162450" cy="3100139"/>
      </dsp:txXfrm>
    </dsp:sp>
    <dsp:sp modelId="{1571508F-A81A-4019-A097-E36D04783311}">
      <dsp:nvSpPr>
        <dsp:cNvPr id="0" name=""/>
        <dsp:cNvSpPr/>
      </dsp:nvSpPr>
      <dsp:spPr>
        <a:xfrm>
          <a:off x="3230885" y="910434"/>
          <a:ext cx="1560336" cy="3100139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C++11 </a:t>
          </a:r>
          <a:r>
            <a:rPr lang="en-IN" sz="1800" b="1" i="1" kern="1200" dirty="0"/>
            <a:t>(“Modern C++”)</a:t>
          </a:r>
          <a:endParaRPr lang="en-IN" sz="1800" b="1" kern="1200" dirty="0"/>
        </a:p>
      </dsp:txBody>
      <dsp:txXfrm rot="16200000">
        <a:off x="2115862" y="2025457"/>
        <a:ext cx="2542114" cy="312067"/>
      </dsp:txXfrm>
    </dsp:sp>
    <dsp:sp modelId="{59D76175-5C38-4CEF-B059-8E1CD662B061}">
      <dsp:nvSpPr>
        <dsp:cNvPr id="0" name=""/>
        <dsp:cNvSpPr/>
      </dsp:nvSpPr>
      <dsp:spPr>
        <a:xfrm rot="5400000">
          <a:off x="3071196" y="3598411"/>
          <a:ext cx="275228" cy="234050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39429DE-518C-40FA-962A-273315A482F7}">
      <dsp:nvSpPr>
        <dsp:cNvPr id="0" name=""/>
        <dsp:cNvSpPr/>
      </dsp:nvSpPr>
      <dsp:spPr>
        <a:xfrm>
          <a:off x="3542953" y="910434"/>
          <a:ext cx="1162450" cy="3100139"/>
        </a:xfrm>
        <a:prstGeom prst="rect">
          <a:avLst/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Auto keyword, </a:t>
          </a:r>
          <a:r>
            <a:rPr lang="en-IN" sz="1100" kern="1200" dirty="0" err="1"/>
            <a:t>nullptr</a:t>
          </a:r>
          <a:endParaRPr lang="en-IN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Range-based for loops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Lambda expressions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Smart pointers</a:t>
          </a:r>
        </a:p>
      </dsp:txBody>
      <dsp:txXfrm>
        <a:off x="3542953" y="910434"/>
        <a:ext cx="1162450" cy="3100139"/>
      </dsp:txXfrm>
    </dsp:sp>
    <dsp:sp modelId="{AB7B150D-107C-4BF2-8C1E-A4583389F0BD}">
      <dsp:nvSpPr>
        <dsp:cNvPr id="0" name=""/>
        <dsp:cNvSpPr/>
      </dsp:nvSpPr>
      <dsp:spPr>
        <a:xfrm>
          <a:off x="4845834" y="910434"/>
          <a:ext cx="1560336" cy="3100139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C++14</a:t>
          </a:r>
        </a:p>
      </dsp:txBody>
      <dsp:txXfrm rot="16200000">
        <a:off x="3730810" y="2025457"/>
        <a:ext cx="2542114" cy="312067"/>
      </dsp:txXfrm>
    </dsp:sp>
    <dsp:sp modelId="{5FAEB37B-9A71-4197-87EE-0244EEE37275}">
      <dsp:nvSpPr>
        <dsp:cNvPr id="0" name=""/>
        <dsp:cNvSpPr/>
      </dsp:nvSpPr>
      <dsp:spPr>
        <a:xfrm rot="5400000">
          <a:off x="4686145" y="3598411"/>
          <a:ext cx="275228" cy="234050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06617A8-7976-4527-A97D-4DFAEBF37286}">
      <dsp:nvSpPr>
        <dsp:cNvPr id="0" name=""/>
        <dsp:cNvSpPr/>
      </dsp:nvSpPr>
      <dsp:spPr>
        <a:xfrm>
          <a:off x="5157901" y="910434"/>
          <a:ext cx="1162450" cy="3100139"/>
        </a:xfrm>
        <a:prstGeom prst="rect">
          <a:avLst/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Minor enhancements over C++11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Binary literals, generic lambdas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std::</a:t>
          </a:r>
          <a:r>
            <a:rPr lang="en-IN" sz="1100" kern="1200" dirty="0" err="1"/>
            <a:t>make</a:t>
          </a:r>
          <a:r>
            <a:rPr lang="en-IN" sz="1100" kern="1200" err="1"/>
            <a:t>_</a:t>
          </a:r>
          <a:r>
            <a:rPr lang="en-IN" sz="1100" kern="1200"/>
            <a:t>unique</a:t>
          </a:r>
          <a:endParaRPr lang="en-IN" sz="1100" kern="1200" dirty="0"/>
        </a:p>
      </dsp:txBody>
      <dsp:txXfrm>
        <a:off x="5157901" y="910434"/>
        <a:ext cx="1162450" cy="3100139"/>
      </dsp:txXfrm>
    </dsp:sp>
    <dsp:sp modelId="{514AA2DC-189E-4AB3-9A17-47F3B2151F95}">
      <dsp:nvSpPr>
        <dsp:cNvPr id="0" name=""/>
        <dsp:cNvSpPr/>
      </dsp:nvSpPr>
      <dsp:spPr>
        <a:xfrm>
          <a:off x="6460782" y="910434"/>
          <a:ext cx="1560336" cy="3100139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C++17</a:t>
          </a:r>
        </a:p>
      </dsp:txBody>
      <dsp:txXfrm rot="16200000">
        <a:off x="5345759" y="2025457"/>
        <a:ext cx="2542114" cy="312067"/>
      </dsp:txXfrm>
    </dsp:sp>
    <dsp:sp modelId="{D52076CF-F011-4208-A03A-5BDFD78DD456}">
      <dsp:nvSpPr>
        <dsp:cNvPr id="0" name=""/>
        <dsp:cNvSpPr/>
      </dsp:nvSpPr>
      <dsp:spPr>
        <a:xfrm rot="5400000">
          <a:off x="6301093" y="3598411"/>
          <a:ext cx="275228" cy="234050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312BEFA-F3D2-4DD5-BAAA-48C4032614DA}">
      <dsp:nvSpPr>
        <dsp:cNvPr id="0" name=""/>
        <dsp:cNvSpPr/>
      </dsp:nvSpPr>
      <dsp:spPr>
        <a:xfrm>
          <a:off x="6772849" y="910434"/>
          <a:ext cx="1162450" cy="3100139"/>
        </a:xfrm>
        <a:prstGeom prst="rect">
          <a:avLst/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Structured bindings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if </a:t>
          </a:r>
          <a:r>
            <a:rPr lang="en-IN" sz="1100" kern="1200" dirty="0" err="1"/>
            <a:t>constexpr</a:t>
          </a:r>
          <a:r>
            <a:rPr lang="en-IN" sz="1100" kern="1200" dirty="0"/>
            <a:t>, std::optional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Parallel STL algorithms</a:t>
          </a:r>
        </a:p>
      </dsp:txBody>
      <dsp:txXfrm>
        <a:off x="6772849" y="910434"/>
        <a:ext cx="1162450" cy="3100139"/>
      </dsp:txXfrm>
    </dsp:sp>
    <dsp:sp modelId="{160BA179-59EE-4AFA-957C-A66FAD7403A8}">
      <dsp:nvSpPr>
        <dsp:cNvPr id="0" name=""/>
        <dsp:cNvSpPr/>
      </dsp:nvSpPr>
      <dsp:spPr>
        <a:xfrm>
          <a:off x="8075731" y="910434"/>
          <a:ext cx="1560336" cy="3100139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C++20</a:t>
          </a:r>
        </a:p>
      </dsp:txBody>
      <dsp:txXfrm rot="16200000">
        <a:off x="6960707" y="2025457"/>
        <a:ext cx="2542114" cy="312067"/>
      </dsp:txXfrm>
    </dsp:sp>
    <dsp:sp modelId="{8EF1AB70-095E-4CEE-A408-69FF55EB0653}">
      <dsp:nvSpPr>
        <dsp:cNvPr id="0" name=""/>
        <dsp:cNvSpPr/>
      </dsp:nvSpPr>
      <dsp:spPr>
        <a:xfrm rot="5400000">
          <a:off x="7916041" y="3598411"/>
          <a:ext cx="275228" cy="234050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740BC5C-79E8-4CB7-BF84-E79E4F3DA1B4}">
      <dsp:nvSpPr>
        <dsp:cNvPr id="0" name=""/>
        <dsp:cNvSpPr/>
      </dsp:nvSpPr>
      <dsp:spPr>
        <a:xfrm>
          <a:off x="8387798" y="910434"/>
          <a:ext cx="1162450" cy="3100139"/>
        </a:xfrm>
        <a:prstGeom prst="rect">
          <a:avLst/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Concepts, Coroutines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Ranges library, </a:t>
          </a:r>
          <a:r>
            <a:rPr lang="en-IN" sz="1100" kern="1200" dirty="0" err="1"/>
            <a:t>consteval</a:t>
          </a:r>
          <a:endParaRPr lang="en-IN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Modules (partial support)</a:t>
          </a:r>
        </a:p>
      </dsp:txBody>
      <dsp:txXfrm>
        <a:off x="8387798" y="910434"/>
        <a:ext cx="1162450" cy="3100139"/>
      </dsp:txXfrm>
    </dsp:sp>
    <dsp:sp modelId="{A9B76D7A-8399-42A3-891D-05DFECD5AED2}">
      <dsp:nvSpPr>
        <dsp:cNvPr id="0" name=""/>
        <dsp:cNvSpPr/>
      </dsp:nvSpPr>
      <dsp:spPr>
        <a:xfrm>
          <a:off x="9690679" y="910434"/>
          <a:ext cx="1560336" cy="3100139"/>
        </a:xfrm>
        <a:prstGeom prst="roundRect">
          <a:avLst>
            <a:gd name="adj" fmla="val 5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61722" rIns="8001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C++23</a:t>
          </a:r>
        </a:p>
      </dsp:txBody>
      <dsp:txXfrm rot="16200000">
        <a:off x="8575656" y="2025457"/>
        <a:ext cx="2542114" cy="312067"/>
      </dsp:txXfrm>
    </dsp:sp>
    <dsp:sp modelId="{BF4EDDA7-618A-45B1-B785-81098B1DFED2}">
      <dsp:nvSpPr>
        <dsp:cNvPr id="0" name=""/>
        <dsp:cNvSpPr/>
      </dsp:nvSpPr>
      <dsp:spPr>
        <a:xfrm rot="5400000">
          <a:off x="9530990" y="3598411"/>
          <a:ext cx="275228" cy="234050"/>
        </a:xfrm>
        <a:prstGeom prst="flowChartExtra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AE34D202-1279-4D1C-8AA4-00A726B28C0A}">
      <dsp:nvSpPr>
        <dsp:cNvPr id="0" name=""/>
        <dsp:cNvSpPr/>
      </dsp:nvSpPr>
      <dsp:spPr>
        <a:xfrm>
          <a:off x="10002746" y="910434"/>
          <a:ext cx="1162450" cy="3100139"/>
        </a:xfrm>
        <a:prstGeom prst="rect">
          <a:avLst/>
        </a:prstGeom>
        <a:noFill/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  <a:sp3d/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0" tIns="37719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Expanded ranges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Improved </a:t>
          </a:r>
          <a:r>
            <a:rPr lang="en-IN" sz="1100" kern="1200" dirty="0" err="1"/>
            <a:t>constexpr</a:t>
          </a:r>
          <a:endParaRPr lang="en-IN" sz="1100" kern="1200" dirty="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std::expected, std::</a:t>
          </a:r>
          <a:r>
            <a:rPr lang="en-US" sz="1100" kern="1200" dirty="0" err="1"/>
            <a:t>flat_map</a:t>
          </a:r>
          <a:r>
            <a:rPr lang="en-US" sz="1100" kern="1200" dirty="0"/>
            <a:t> </a:t>
          </a:r>
          <a:r>
            <a:rPr lang="en-US" sz="1100" i="1" kern="1200" dirty="0"/>
            <a:t>(pending compiler support)</a:t>
          </a:r>
          <a:endParaRPr lang="en-US" sz="1100" kern="1200" dirty="0"/>
        </a:p>
      </dsp:txBody>
      <dsp:txXfrm>
        <a:off x="10002746" y="910434"/>
        <a:ext cx="1162450" cy="310013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51AEA-260E-4135-8A6B-DF1DAE72A4BF}">
      <dsp:nvSpPr>
        <dsp:cNvPr id="0" name=""/>
        <dsp:cNvSpPr/>
      </dsp:nvSpPr>
      <dsp:spPr>
        <a:xfrm>
          <a:off x="0" y="2402"/>
          <a:ext cx="5440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DE4D1A-55A3-4A50-BB97-E726BFBD6E61}">
      <dsp:nvSpPr>
        <dsp:cNvPr id="0" name=""/>
        <dsp:cNvSpPr/>
      </dsp:nvSpPr>
      <dsp:spPr>
        <a:xfrm>
          <a:off x="0" y="2402"/>
          <a:ext cx="1088136" cy="819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Preprocessor Directives</a:t>
          </a:r>
          <a:endParaRPr lang="en-IN" sz="1200" kern="1200" dirty="0"/>
        </a:p>
      </dsp:txBody>
      <dsp:txXfrm>
        <a:off x="0" y="2402"/>
        <a:ext cx="1088136" cy="819236"/>
      </dsp:txXfrm>
    </dsp:sp>
    <dsp:sp modelId="{4AB24EAC-112F-427F-A854-F3C5BEFCB423}">
      <dsp:nvSpPr>
        <dsp:cNvPr id="0" name=""/>
        <dsp:cNvSpPr/>
      </dsp:nvSpPr>
      <dsp:spPr>
        <a:xfrm>
          <a:off x="1169746" y="39604"/>
          <a:ext cx="4270933" cy="744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#include &lt;</a:t>
          </a:r>
          <a:r>
            <a:rPr lang="en-US" sz="1100" kern="1200" dirty="0" err="1"/>
            <a:t>stdio.h</a:t>
          </a:r>
          <a:r>
            <a:rPr lang="en-US" sz="1100" kern="1200" dirty="0"/>
            <a:t>&gt; and other header files</a:t>
          </a:r>
        </a:p>
      </dsp:txBody>
      <dsp:txXfrm>
        <a:off x="1169746" y="39604"/>
        <a:ext cx="4270933" cy="744033"/>
      </dsp:txXfrm>
    </dsp:sp>
    <dsp:sp modelId="{CA039937-A7F9-4142-B0F4-4DABF595CAC6}">
      <dsp:nvSpPr>
        <dsp:cNvPr id="0" name=""/>
        <dsp:cNvSpPr/>
      </dsp:nvSpPr>
      <dsp:spPr>
        <a:xfrm>
          <a:off x="1088136" y="783637"/>
          <a:ext cx="4352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3491EA-4958-42F5-8316-9B5DCCAC5A5E}">
      <dsp:nvSpPr>
        <dsp:cNvPr id="0" name=""/>
        <dsp:cNvSpPr/>
      </dsp:nvSpPr>
      <dsp:spPr>
        <a:xfrm>
          <a:off x="0" y="821639"/>
          <a:ext cx="5440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75B2A5-FFFF-4D5A-8AA5-15F097C1045A}">
      <dsp:nvSpPr>
        <dsp:cNvPr id="0" name=""/>
        <dsp:cNvSpPr/>
      </dsp:nvSpPr>
      <dsp:spPr>
        <a:xfrm>
          <a:off x="0" y="821639"/>
          <a:ext cx="1088136" cy="819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Macro Definitions (#define)</a:t>
          </a:r>
          <a:endParaRPr lang="en-IN" sz="1200" kern="1200" dirty="0"/>
        </a:p>
      </dsp:txBody>
      <dsp:txXfrm>
        <a:off x="0" y="821639"/>
        <a:ext cx="1088136" cy="819236"/>
      </dsp:txXfrm>
    </dsp:sp>
    <dsp:sp modelId="{D1211115-159B-4806-A52D-3D18980A2916}">
      <dsp:nvSpPr>
        <dsp:cNvPr id="0" name=""/>
        <dsp:cNvSpPr/>
      </dsp:nvSpPr>
      <dsp:spPr>
        <a:xfrm>
          <a:off x="1169746" y="834439"/>
          <a:ext cx="4270933" cy="256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Define constants or macros before compilation</a:t>
          </a:r>
          <a:endParaRPr lang="en-IN" sz="1100" kern="1200" dirty="0"/>
        </a:p>
      </dsp:txBody>
      <dsp:txXfrm>
        <a:off x="1169746" y="834439"/>
        <a:ext cx="4270933" cy="256011"/>
      </dsp:txXfrm>
    </dsp:sp>
    <dsp:sp modelId="{2D5DADB5-FF26-4D5A-AEA6-F2F922F91FCA}">
      <dsp:nvSpPr>
        <dsp:cNvPr id="0" name=""/>
        <dsp:cNvSpPr/>
      </dsp:nvSpPr>
      <dsp:spPr>
        <a:xfrm>
          <a:off x="1088136" y="1090451"/>
          <a:ext cx="4352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83D292-95F5-4904-9315-9976A8C7174D}">
      <dsp:nvSpPr>
        <dsp:cNvPr id="0" name=""/>
        <dsp:cNvSpPr/>
      </dsp:nvSpPr>
      <dsp:spPr>
        <a:xfrm>
          <a:off x="1169746" y="1103251"/>
          <a:ext cx="4270933" cy="256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Example: #define PI 3.1415</a:t>
          </a:r>
        </a:p>
      </dsp:txBody>
      <dsp:txXfrm>
        <a:off x="1169746" y="1103251"/>
        <a:ext cx="4270933" cy="256011"/>
      </dsp:txXfrm>
    </dsp:sp>
    <dsp:sp modelId="{BA0BE800-4699-47BB-A6BF-87A2FC83E215}">
      <dsp:nvSpPr>
        <dsp:cNvPr id="0" name=""/>
        <dsp:cNvSpPr/>
      </dsp:nvSpPr>
      <dsp:spPr>
        <a:xfrm>
          <a:off x="1088136" y="1359263"/>
          <a:ext cx="4352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798969-FCC0-4BB0-A896-93ED90200286}">
      <dsp:nvSpPr>
        <dsp:cNvPr id="0" name=""/>
        <dsp:cNvSpPr/>
      </dsp:nvSpPr>
      <dsp:spPr>
        <a:xfrm>
          <a:off x="1169746" y="1372064"/>
          <a:ext cx="4270933" cy="256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Example: #define SQUARE(x) (x * x)</a:t>
          </a:r>
        </a:p>
      </dsp:txBody>
      <dsp:txXfrm>
        <a:off x="1169746" y="1372064"/>
        <a:ext cx="4270933" cy="256011"/>
      </dsp:txXfrm>
    </dsp:sp>
    <dsp:sp modelId="{9FAF0C8F-D265-45C3-BE5F-61EA92C742A3}">
      <dsp:nvSpPr>
        <dsp:cNvPr id="0" name=""/>
        <dsp:cNvSpPr/>
      </dsp:nvSpPr>
      <dsp:spPr>
        <a:xfrm>
          <a:off x="1088136" y="1628075"/>
          <a:ext cx="4352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2F2B52-A0FD-4455-B22D-6C495F16C8E7}">
      <dsp:nvSpPr>
        <dsp:cNvPr id="0" name=""/>
        <dsp:cNvSpPr/>
      </dsp:nvSpPr>
      <dsp:spPr>
        <a:xfrm>
          <a:off x="0" y="1640876"/>
          <a:ext cx="5440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6EFAA2-7D36-447E-AD4B-2F618EF26657}">
      <dsp:nvSpPr>
        <dsp:cNvPr id="0" name=""/>
        <dsp:cNvSpPr/>
      </dsp:nvSpPr>
      <dsp:spPr>
        <a:xfrm>
          <a:off x="0" y="1640876"/>
          <a:ext cx="1088136" cy="819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Function &amp; Class Prototypes (Optional)</a:t>
          </a:r>
          <a:endParaRPr lang="en-IN" sz="1200" kern="1200" dirty="0"/>
        </a:p>
      </dsp:txBody>
      <dsp:txXfrm>
        <a:off x="0" y="1640876"/>
        <a:ext cx="1088136" cy="819236"/>
      </dsp:txXfrm>
    </dsp:sp>
    <dsp:sp modelId="{C4B8FB10-CC46-4564-AFAE-9FF88BA5B91F}">
      <dsp:nvSpPr>
        <dsp:cNvPr id="0" name=""/>
        <dsp:cNvSpPr/>
      </dsp:nvSpPr>
      <dsp:spPr>
        <a:xfrm>
          <a:off x="1169746" y="1659917"/>
          <a:ext cx="4270933" cy="380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Declare functions &amp; Class before use for better readability</a:t>
          </a:r>
        </a:p>
      </dsp:txBody>
      <dsp:txXfrm>
        <a:off x="1169746" y="1659917"/>
        <a:ext cx="4270933" cy="380817"/>
      </dsp:txXfrm>
    </dsp:sp>
    <dsp:sp modelId="{4E3668F7-F3AF-460B-90B0-37564E0B22F5}">
      <dsp:nvSpPr>
        <dsp:cNvPr id="0" name=""/>
        <dsp:cNvSpPr/>
      </dsp:nvSpPr>
      <dsp:spPr>
        <a:xfrm>
          <a:off x="1088136" y="2040734"/>
          <a:ext cx="4352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FDF98E-B96E-435E-B3E1-8E3639F76BF0}">
      <dsp:nvSpPr>
        <dsp:cNvPr id="0" name=""/>
        <dsp:cNvSpPr/>
      </dsp:nvSpPr>
      <dsp:spPr>
        <a:xfrm>
          <a:off x="1169746" y="2059774"/>
          <a:ext cx="4270933" cy="380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Example: int add (int, int);</a:t>
          </a:r>
        </a:p>
      </dsp:txBody>
      <dsp:txXfrm>
        <a:off x="1169746" y="2059774"/>
        <a:ext cx="4270933" cy="380817"/>
      </dsp:txXfrm>
    </dsp:sp>
    <dsp:sp modelId="{C426EB74-06B5-44F0-9703-50CA224D4114}">
      <dsp:nvSpPr>
        <dsp:cNvPr id="0" name=""/>
        <dsp:cNvSpPr/>
      </dsp:nvSpPr>
      <dsp:spPr>
        <a:xfrm>
          <a:off x="1088136" y="2440592"/>
          <a:ext cx="4352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0949C2-D2C6-4165-9E11-3999BDC2FB0B}">
      <dsp:nvSpPr>
        <dsp:cNvPr id="0" name=""/>
        <dsp:cNvSpPr/>
      </dsp:nvSpPr>
      <dsp:spPr>
        <a:xfrm>
          <a:off x="0" y="2460112"/>
          <a:ext cx="5440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6DA0C5-A11F-4D97-9EDF-016BCF095A4A}">
      <dsp:nvSpPr>
        <dsp:cNvPr id="0" name=""/>
        <dsp:cNvSpPr/>
      </dsp:nvSpPr>
      <dsp:spPr>
        <a:xfrm>
          <a:off x="0" y="2460112"/>
          <a:ext cx="1088136" cy="819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Global Variable Declarations</a:t>
          </a:r>
          <a:endParaRPr lang="en-IN" sz="1200" kern="1200" dirty="0"/>
        </a:p>
      </dsp:txBody>
      <dsp:txXfrm>
        <a:off x="0" y="2460112"/>
        <a:ext cx="1088136" cy="819236"/>
      </dsp:txXfrm>
    </dsp:sp>
    <dsp:sp modelId="{3273FF5A-C79E-44F5-828E-799D2819FE82}">
      <dsp:nvSpPr>
        <dsp:cNvPr id="0" name=""/>
        <dsp:cNvSpPr/>
      </dsp:nvSpPr>
      <dsp:spPr>
        <a:xfrm>
          <a:off x="1169746" y="2497314"/>
          <a:ext cx="4270933" cy="744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Declare variables used across functions</a:t>
          </a:r>
        </a:p>
      </dsp:txBody>
      <dsp:txXfrm>
        <a:off x="1169746" y="2497314"/>
        <a:ext cx="4270933" cy="744033"/>
      </dsp:txXfrm>
    </dsp:sp>
    <dsp:sp modelId="{80957002-6AF5-40F8-A5F7-87B72EDD7F48}">
      <dsp:nvSpPr>
        <dsp:cNvPr id="0" name=""/>
        <dsp:cNvSpPr/>
      </dsp:nvSpPr>
      <dsp:spPr>
        <a:xfrm>
          <a:off x="1088136" y="3241348"/>
          <a:ext cx="4352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8D84AC-9D67-45A1-8B7C-45D05D13D929}">
      <dsp:nvSpPr>
        <dsp:cNvPr id="0" name=""/>
        <dsp:cNvSpPr/>
      </dsp:nvSpPr>
      <dsp:spPr>
        <a:xfrm>
          <a:off x="0" y="3279349"/>
          <a:ext cx="5440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005E26-ED72-4C9D-A754-1A6799FFE43E}">
      <dsp:nvSpPr>
        <dsp:cNvPr id="0" name=""/>
        <dsp:cNvSpPr/>
      </dsp:nvSpPr>
      <dsp:spPr>
        <a:xfrm>
          <a:off x="0" y="3279349"/>
          <a:ext cx="1088136" cy="819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main() Function (Entry Point)</a:t>
          </a:r>
          <a:endParaRPr lang="en-IN" sz="1200" kern="1200" dirty="0"/>
        </a:p>
      </dsp:txBody>
      <dsp:txXfrm>
        <a:off x="0" y="3279349"/>
        <a:ext cx="1088136" cy="819236"/>
      </dsp:txXfrm>
    </dsp:sp>
    <dsp:sp modelId="{1A77A7E8-F50B-4B70-A54F-DF78F0A1C4AD}">
      <dsp:nvSpPr>
        <dsp:cNvPr id="0" name=""/>
        <dsp:cNvSpPr/>
      </dsp:nvSpPr>
      <dsp:spPr>
        <a:xfrm>
          <a:off x="1169746" y="3292150"/>
          <a:ext cx="4270933" cy="256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100" kern="1200" dirty="0"/>
            <a:t>Declare and initialize variables</a:t>
          </a:r>
        </a:p>
      </dsp:txBody>
      <dsp:txXfrm>
        <a:off x="1169746" y="3292150"/>
        <a:ext cx="4270933" cy="256011"/>
      </dsp:txXfrm>
    </dsp:sp>
    <dsp:sp modelId="{D40E6C99-3784-4C47-871F-8935C3F84DD7}">
      <dsp:nvSpPr>
        <dsp:cNvPr id="0" name=""/>
        <dsp:cNvSpPr/>
      </dsp:nvSpPr>
      <dsp:spPr>
        <a:xfrm>
          <a:off x="1088136" y="3548161"/>
          <a:ext cx="4352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49843B-9650-4F98-8732-2FC3A4210B40}">
      <dsp:nvSpPr>
        <dsp:cNvPr id="0" name=""/>
        <dsp:cNvSpPr/>
      </dsp:nvSpPr>
      <dsp:spPr>
        <a:xfrm>
          <a:off x="1169746" y="3560962"/>
          <a:ext cx="4270933" cy="256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Execute logic, function calls, and statements</a:t>
          </a:r>
        </a:p>
      </dsp:txBody>
      <dsp:txXfrm>
        <a:off x="1169746" y="3560962"/>
        <a:ext cx="4270933" cy="256011"/>
      </dsp:txXfrm>
    </dsp:sp>
    <dsp:sp modelId="{6924F066-4993-4BF0-9C14-E9E94E262791}">
      <dsp:nvSpPr>
        <dsp:cNvPr id="0" name=""/>
        <dsp:cNvSpPr/>
      </dsp:nvSpPr>
      <dsp:spPr>
        <a:xfrm>
          <a:off x="1088136" y="3816974"/>
          <a:ext cx="4352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7ABB34-8C59-4CAD-B675-260758FE1A85}">
      <dsp:nvSpPr>
        <dsp:cNvPr id="0" name=""/>
        <dsp:cNvSpPr/>
      </dsp:nvSpPr>
      <dsp:spPr>
        <a:xfrm>
          <a:off x="1169746" y="3829774"/>
          <a:ext cx="4270933" cy="2560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Return exit status using return 0;</a:t>
          </a:r>
        </a:p>
      </dsp:txBody>
      <dsp:txXfrm>
        <a:off x="1169746" y="3829774"/>
        <a:ext cx="4270933" cy="256011"/>
      </dsp:txXfrm>
    </dsp:sp>
    <dsp:sp modelId="{FC4E6894-7748-4DF2-98D1-D4A3B0F468F8}">
      <dsp:nvSpPr>
        <dsp:cNvPr id="0" name=""/>
        <dsp:cNvSpPr/>
      </dsp:nvSpPr>
      <dsp:spPr>
        <a:xfrm>
          <a:off x="1088136" y="4085786"/>
          <a:ext cx="4352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C6898B-504D-4869-8A8B-BE295411C52C}">
      <dsp:nvSpPr>
        <dsp:cNvPr id="0" name=""/>
        <dsp:cNvSpPr/>
      </dsp:nvSpPr>
      <dsp:spPr>
        <a:xfrm>
          <a:off x="0" y="4098586"/>
          <a:ext cx="54406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79FB4D-DD83-4290-B14B-669EBDE6BD42}">
      <dsp:nvSpPr>
        <dsp:cNvPr id="0" name=""/>
        <dsp:cNvSpPr/>
      </dsp:nvSpPr>
      <dsp:spPr>
        <a:xfrm>
          <a:off x="0" y="4098586"/>
          <a:ext cx="1088136" cy="8192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1" kern="1200" dirty="0"/>
            <a:t>Function Definitions (User-Defined)</a:t>
          </a:r>
          <a:endParaRPr lang="en-IN" sz="1200" kern="1200" dirty="0"/>
        </a:p>
      </dsp:txBody>
      <dsp:txXfrm>
        <a:off x="0" y="4098586"/>
        <a:ext cx="1088136" cy="819236"/>
      </dsp:txXfrm>
    </dsp:sp>
    <dsp:sp modelId="{9705096E-A621-45ED-A1ED-CCE8D0DA7946}">
      <dsp:nvSpPr>
        <dsp:cNvPr id="0" name=""/>
        <dsp:cNvSpPr/>
      </dsp:nvSpPr>
      <dsp:spPr>
        <a:xfrm>
          <a:off x="1169746" y="4135788"/>
          <a:ext cx="4270933" cy="7440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100" kern="1200" dirty="0"/>
            <a:t>Define functions separately for modular programming</a:t>
          </a:r>
        </a:p>
      </dsp:txBody>
      <dsp:txXfrm>
        <a:off x="1169746" y="4135788"/>
        <a:ext cx="4270933" cy="744033"/>
      </dsp:txXfrm>
    </dsp:sp>
    <dsp:sp modelId="{D574084E-4E6D-4A2E-B2FE-3DCB91ABAC8A}">
      <dsp:nvSpPr>
        <dsp:cNvPr id="0" name=""/>
        <dsp:cNvSpPr/>
      </dsp:nvSpPr>
      <dsp:spPr>
        <a:xfrm>
          <a:off x="1088136" y="4879821"/>
          <a:ext cx="435254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C1AF48-F65A-4E8F-8506-B86A95D6DCA6}">
      <dsp:nvSpPr>
        <dsp:cNvPr id="0" name=""/>
        <dsp:cNvSpPr/>
      </dsp:nvSpPr>
      <dsp:spPr>
        <a:xfrm>
          <a:off x="30464" y="0"/>
          <a:ext cx="10652791" cy="5326380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D4D7EE-B78A-4523-89A9-AE983054C254}">
      <dsp:nvSpPr>
        <dsp:cNvPr id="0" name=""/>
        <dsp:cNvSpPr/>
      </dsp:nvSpPr>
      <dsp:spPr>
        <a:xfrm>
          <a:off x="425" y="1597914"/>
          <a:ext cx="1282978" cy="213055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Writing the Source Code</a:t>
          </a:r>
          <a:endParaRPr lang="en-IN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1" kern="1200" dirty="0"/>
            <a:t>.CPP File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The programmer writes a PPC program and saves it with a .</a:t>
          </a:r>
          <a:r>
            <a:rPr lang="en-US" sz="1100" kern="1200" dirty="0" err="1"/>
            <a:t>cpp</a:t>
          </a:r>
          <a:r>
            <a:rPr lang="en-US" sz="1100" kern="1200" dirty="0"/>
            <a:t> extension.</a:t>
          </a:r>
        </a:p>
      </dsp:txBody>
      <dsp:txXfrm>
        <a:off x="63055" y="1660544"/>
        <a:ext cx="1157718" cy="2005292"/>
      </dsp:txXfrm>
    </dsp:sp>
    <dsp:sp modelId="{E0F6F5AC-5A3D-458E-9856-DF41AE1DB466}">
      <dsp:nvSpPr>
        <dsp:cNvPr id="0" name=""/>
        <dsp:cNvSpPr/>
      </dsp:nvSpPr>
      <dsp:spPr>
        <a:xfrm>
          <a:off x="1347552" y="1597914"/>
          <a:ext cx="1282978" cy="213055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Preprocessing</a:t>
          </a:r>
          <a:endParaRPr lang="en-IN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b="1" kern="1200" dirty="0"/>
            <a:t>.</a:t>
          </a:r>
          <a:r>
            <a:rPr lang="en-US" sz="1100" b="1" kern="1200" dirty="0" err="1"/>
            <a:t>i</a:t>
          </a:r>
          <a:r>
            <a:rPr lang="en-US" sz="1100" b="1" kern="1200" dirty="0"/>
            <a:t> File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0" kern="1200" dirty="0"/>
            <a:t>optional based on compiler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The preprocessor expands macros, includes header files, and removes comments.</a:t>
          </a:r>
        </a:p>
      </dsp:txBody>
      <dsp:txXfrm>
        <a:off x="1410182" y="1660544"/>
        <a:ext cx="1157718" cy="2005292"/>
      </dsp:txXfrm>
    </dsp:sp>
    <dsp:sp modelId="{E7510340-AE4E-47FD-9B75-234468B9C498}">
      <dsp:nvSpPr>
        <dsp:cNvPr id="0" name=""/>
        <dsp:cNvSpPr/>
      </dsp:nvSpPr>
      <dsp:spPr>
        <a:xfrm>
          <a:off x="2694679" y="1597914"/>
          <a:ext cx="1282978" cy="213055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Compilation</a:t>
          </a:r>
          <a:endParaRPr lang="en-IN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b="1" kern="1200" dirty="0"/>
            <a:t>.s File</a:t>
          </a: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The compiler translates preprocessed code into assembly language.</a:t>
          </a:r>
          <a:endParaRPr lang="en-IN" sz="1100" kern="1200" dirty="0"/>
        </a:p>
      </dsp:txBody>
      <dsp:txXfrm>
        <a:off x="2757309" y="1660544"/>
        <a:ext cx="1157718" cy="2005292"/>
      </dsp:txXfrm>
    </dsp:sp>
    <dsp:sp modelId="{E55D8DA8-3EC9-4E70-9DE9-8E949F0C791E}">
      <dsp:nvSpPr>
        <dsp:cNvPr id="0" name=""/>
        <dsp:cNvSpPr/>
      </dsp:nvSpPr>
      <dsp:spPr>
        <a:xfrm>
          <a:off x="4041807" y="1597914"/>
          <a:ext cx="1282978" cy="213055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Assembly</a:t>
          </a:r>
          <a:endParaRPr lang="en-IN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b="1" kern="1200" dirty="0"/>
            <a:t>.o or .</a:t>
          </a:r>
          <a:r>
            <a:rPr lang="en-IN" sz="1100" b="1" kern="1200" dirty="0" err="1"/>
            <a:t>obj</a:t>
          </a:r>
          <a:r>
            <a:rPr lang="en-IN" sz="1100" b="1" kern="1200" dirty="0"/>
            <a:t> File</a:t>
          </a: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The assembler converts assembly code into machine code (binary).</a:t>
          </a:r>
        </a:p>
      </dsp:txBody>
      <dsp:txXfrm>
        <a:off x="4104437" y="1660544"/>
        <a:ext cx="1157718" cy="2005292"/>
      </dsp:txXfrm>
    </dsp:sp>
    <dsp:sp modelId="{1FDABB34-E90B-49D7-BA5A-8D53960DE33B}">
      <dsp:nvSpPr>
        <dsp:cNvPr id="0" name=""/>
        <dsp:cNvSpPr/>
      </dsp:nvSpPr>
      <dsp:spPr>
        <a:xfrm>
          <a:off x="5388934" y="1597914"/>
          <a:ext cx="1282978" cy="213055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Linking</a:t>
          </a:r>
          <a:endParaRPr lang="en-US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.exe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The linker combines object files and libraries to generate the final executable.</a:t>
          </a:r>
        </a:p>
      </dsp:txBody>
      <dsp:txXfrm>
        <a:off x="5451564" y="1660544"/>
        <a:ext cx="1157718" cy="2005292"/>
      </dsp:txXfrm>
    </dsp:sp>
    <dsp:sp modelId="{8304DAFD-DDF7-4AF0-8B1C-1D1300E446F2}">
      <dsp:nvSpPr>
        <dsp:cNvPr id="0" name=""/>
        <dsp:cNvSpPr/>
      </dsp:nvSpPr>
      <dsp:spPr>
        <a:xfrm>
          <a:off x="6736061" y="1597914"/>
          <a:ext cx="1282978" cy="213055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Loading</a:t>
          </a:r>
          <a:endParaRPr lang="en-US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/>
            <a:t>Program Loaded into RAM</a:t>
          </a:r>
          <a:endParaRPr lang="en-US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The OS loads the executable into memory and prepares it for execution.</a:t>
          </a:r>
        </a:p>
      </dsp:txBody>
      <dsp:txXfrm>
        <a:off x="6798691" y="1660544"/>
        <a:ext cx="1157718" cy="2005292"/>
      </dsp:txXfrm>
    </dsp:sp>
    <dsp:sp modelId="{7F454995-FCF9-4BF9-BF1C-5465EB6FE3A4}">
      <dsp:nvSpPr>
        <dsp:cNvPr id="0" name=""/>
        <dsp:cNvSpPr/>
      </dsp:nvSpPr>
      <dsp:spPr>
        <a:xfrm>
          <a:off x="8083189" y="1597914"/>
          <a:ext cx="1282978" cy="213055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Execution</a:t>
          </a:r>
          <a:endParaRPr lang="en-IN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The CPU runs the program, executing instructions as per logic.</a:t>
          </a:r>
          <a:endParaRPr lang="en-IN" sz="1100" kern="1200" dirty="0"/>
        </a:p>
      </dsp:txBody>
      <dsp:txXfrm>
        <a:off x="8145819" y="1660544"/>
        <a:ext cx="1157718" cy="2005292"/>
      </dsp:txXfrm>
    </dsp:sp>
    <dsp:sp modelId="{48CAF64A-E61F-42F5-8ACB-92694C91842F}">
      <dsp:nvSpPr>
        <dsp:cNvPr id="0" name=""/>
        <dsp:cNvSpPr/>
      </dsp:nvSpPr>
      <dsp:spPr>
        <a:xfrm>
          <a:off x="9430316" y="1597914"/>
          <a:ext cx="1282978" cy="213055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Program Termination</a:t>
          </a:r>
          <a:endParaRPr lang="en-IN" sz="14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The program finishes execution, and memory is deallocated.</a:t>
          </a:r>
        </a:p>
      </dsp:txBody>
      <dsp:txXfrm>
        <a:off x="9492946" y="1660544"/>
        <a:ext cx="1157718" cy="200529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B886C8-032D-428F-B49A-F5D6DBBC4694}">
      <dsp:nvSpPr>
        <dsp:cNvPr id="0" name=""/>
        <dsp:cNvSpPr/>
      </dsp:nvSpPr>
      <dsp:spPr>
        <a:xfrm>
          <a:off x="4196" y="0"/>
          <a:ext cx="1657751" cy="45386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Keyword</a:t>
          </a:r>
        </a:p>
      </dsp:txBody>
      <dsp:txXfrm>
        <a:off x="4196" y="0"/>
        <a:ext cx="1657751" cy="1361598"/>
      </dsp:txXfrm>
    </dsp:sp>
    <dsp:sp modelId="{B1967DD0-8563-4A69-91FA-842C683FC03A}">
      <dsp:nvSpPr>
        <dsp:cNvPr id="0" name=""/>
        <dsp:cNvSpPr/>
      </dsp:nvSpPr>
      <dsp:spPr>
        <a:xfrm>
          <a:off x="169971" y="1362928"/>
          <a:ext cx="1326201" cy="13684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Reserved words with predefined meanings</a:t>
          </a:r>
          <a:endParaRPr lang="en-IN" sz="1700" kern="1200" dirty="0"/>
        </a:p>
      </dsp:txBody>
      <dsp:txXfrm>
        <a:off x="208814" y="1401771"/>
        <a:ext cx="1248515" cy="1290782"/>
      </dsp:txXfrm>
    </dsp:sp>
    <dsp:sp modelId="{B678B082-93F4-4F43-9726-C1C19EEAC733}">
      <dsp:nvSpPr>
        <dsp:cNvPr id="0" name=""/>
        <dsp:cNvSpPr/>
      </dsp:nvSpPr>
      <dsp:spPr>
        <a:xfrm>
          <a:off x="169971" y="2941931"/>
          <a:ext cx="1326201" cy="13684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if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for 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include</a:t>
          </a:r>
        </a:p>
      </dsp:txBody>
      <dsp:txXfrm>
        <a:off x="208814" y="2980774"/>
        <a:ext cx="1248515" cy="1290782"/>
      </dsp:txXfrm>
    </dsp:sp>
    <dsp:sp modelId="{4C84D953-0C65-47AA-A9B2-41B569E9CA24}">
      <dsp:nvSpPr>
        <dsp:cNvPr id="0" name=""/>
        <dsp:cNvSpPr/>
      </dsp:nvSpPr>
      <dsp:spPr>
        <a:xfrm>
          <a:off x="1786279" y="0"/>
          <a:ext cx="1657751" cy="45386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Identifier</a:t>
          </a:r>
        </a:p>
      </dsp:txBody>
      <dsp:txXfrm>
        <a:off x="1786279" y="0"/>
        <a:ext cx="1657751" cy="1361598"/>
      </dsp:txXfrm>
    </dsp:sp>
    <dsp:sp modelId="{10815F6D-9314-4C29-97B6-F423E2E6502C}">
      <dsp:nvSpPr>
        <dsp:cNvPr id="0" name=""/>
        <dsp:cNvSpPr/>
      </dsp:nvSpPr>
      <dsp:spPr>
        <a:xfrm>
          <a:off x="1952054" y="1362928"/>
          <a:ext cx="1326201" cy="13684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User-defined names for variables, functions, and arrays</a:t>
          </a:r>
          <a:endParaRPr lang="en-IN" sz="1700" kern="1200" dirty="0"/>
        </a:p>
      </dsp:txBody>
      <dsp:txXfrm>
        <a:off x="1990897" y="1401771"/>
        <a:ext cx="1248515" cy="1290782"/>
      </dsp:txXfrm>
    </dsp:sp>
    <dsp:sp modelId="{BB74EFCA-2375-425C-8B91-2F25893E87F5}">
      <dsp:nvSpPr>
        <dsp:cNvPr id="0" name=""/>
        <dsp:cNvSpPr/>
      </dsp:nvSpPr>
      <dsp:spPr>
        <a:xfrm>
          <a:off x="1952054" y="2941931"/>
          <a:ext cx="1326201" cy="13684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Sum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Result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 err="1"/>
            <a:t>addNumbers</a:t>
          </a:r>
          <a:endParaRPr lang="en-IN" sz="1700" kern="1200" dirty="0"/>
        </a:p>
      </dsp:txBody>
      <dsp:txXfrm>
        <a:off x="1990897" y="2980774"/>
        <a:ext cx="1248515" cy="1290782"/>
      </dsp:txXfrm>
    </dsp:sp>
    <dsp:sp modelId="{BA1784A7-70B9-43F1-989F-94E3EF611E67}">
      <dsp:nvSpPr>
        <dsp:cNvPr id="0" name=""/>
        <dsp:cNvSpPr/>
      </dsp:nvSpPr>
      <dsp:spPr>
        <a:xfrm>
          <a:off x="3568362" y="0"/>
          <a:ext cx="1657751" cy="45386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Literals</a:t>
          </a:r>
        </a:p>
      </dsp:txBody>
      <dsp:txXfrm>
        <a:off x="3568362" y="0"/>
        <a:ext cx="1657751" cy="1361598"/>
      </dsp:txXfrm>
    </dsp:sp>
    <dsp:sp modelId="{32B6309E-DBE0-497F-B5FE-7A0DFA4805CA}">
      <dsp:nvSpPr>
        <dsp:cNvPr id="0" name=""/>
        <dsp:cNvSpPr/>
      </dsp:nvSpPr>
      <dsp:spPr>
        <a:xfrm>
          <a:off x="3734137" y="1362928"/>
          <a:ext cx="1326201" cy="13684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Fixed values that do not change during execution</a:t>
          </a:r>
          <a:endParaRPr lang="en-IN" sz="1700" kern="1200" dirty="0"/>
        </a:p>
      </dsp:txBody>
      <dsp:txXfrm>
        <a:off x="3772980" y="1401771"/>
        <a:ext cx="1248515" cy="1290782"/>
      </dsp:txXfrm>
    </dsp:sp>
    <dsp:sp modelId="{F958B4AE-DA45-43DF-9356-EB61468D0E68}">
      <dsp:nvSpPr>
        <dsp:cNvPr id="0" name=""/>
        <dsp:cNvSpPr/>
      </dsp:nvSpPr>
      <dsp:spPr>
        <a:xfrm>
          <a:off x="3734137" y="2941931"/>
          <a:ext cx="1326201" cy="13684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3.142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‘A’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0</a:t>
          </a:r>
        </a:p>
      </dsp:txBody>
      <dsp:txXfrm>
        <a:off x="3772980" y="2980774"/>
        <a:ext cx="1248515" cy="1290782"/>
      </dsp:txXfrm>
    </dsp:sp>
    <dsp:sp modelId="{68C21969-5F07-4E6B-A76C-85AE6E3F1EC0}">
      <dsp:nvSpPr>
        <dsp:cNvPr id="0" name=""/>
        <dsp:cNvSpPr/>
      </dsp:nvSpPr>
      <dsp:spPr>
        <a:xfrm>
          <a:off x="5350445" y="0"/>
          <a:ext cx="1657751" cy="45386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String</a:t>
          </a:r>
        </a:p>
      </dsp:txBody>
      <dsp:txXfrm>
        <a:off x="5350445" y="0"/>
        <a:ext cx="1657751" cy="1361598"/>
      </dsp:txXfrm>
    </dsp:sp>
    <dsp:sp modelId="{B69A591C-184E-4618-BD1B-22AE85523444}">
      <dsp:nvSpPr>
        <dsp:cNvPr id="0" name=""/>
        <dsp:cNvSpPr/>
      </dsp:nvSpPr>
      <dsp:spPr>
        <a:xfrm>
          <a:off x="5516220" y="1362928"/>
          <a:ext cx="1326201" cy="13684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Sequence of characters enclosed in double quotes</a:t>
          </a:r>
          <a:endParaRPr lang="en-IN" sz="1700" kern="1200" dirty="0"/>
        </a:p>
      </dsp:txBody>
      <dsp:txXfrm>
        <a:off x="5555063" y="1401771"/>
        <a:ext cx="1248515" cy="1290782"/>
      </dsp:txXfrm>
    </dsp:sp>
    <dsp:sp modelId="{9E05A21D-8657-4E44-A04E-B6BD19DAE47E}">
      <dsp:nvSpPr>
        <dsp:cNvPr id="0" name=""/>
        <dsp:cNvSpPr/>
      </dsp:nvSpPr>
      <dsp:spPr>
        <a:xfrm>
          <a:off x="5516220" y="2941931"/>
          <a:ext cx="1326201" cy="13684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“PROGRAM”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“FALSE”</a:t>
          </a:r>
        </a:p>
      </dsp:txBody>
      <dsp:txXfrm>
        <a:off x="5555063" y="2980774"/>
        <a:ext cx="1248515" cy="1290782"/>
      </dsp:txXfrm>
    </dsp:sp>
    <dsp:sp modelId="{AADB6D61-C067-41CF-AED0-C4904D738AF9}">
      <dsp:nvSpPr>
        <dsp:cNvPr id="0" name=""/>
        <dsp:cNvSpPr/>
      </dsp:nvSpPr>
      <dsp:spPr>
        <a:xfrm>
          <a:off x="7132528" y="0"/>
          <a:ext cx="1657751" cy="45386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Operator</a:t>
          </a:r>
        </a:p>
      </dsp:txBody>
      <dsp:txXfrm>
        <a:off x="7132528" y="0"/>
        <a:ext cx="1657751" cy="1361598"/>
      </dsp:txXfrm>
    </dsp:sp>
    <dsp:sp modelId="{3F3AE838-7B4B-4DC7-B4AA-B8B619379278}">
      <dsp:nvSpPr>
        <dsp:cNvPr id="0" name=""/>
        <dsp:cNvSpPr/>
      </dsp:nvSpPr>
      <dsp:spPr>
        <a:xfrm>
          <a:off x="7298304" y="1362928"/>
          <a:ext cx="1326201" cy="13684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symbols that perform operations on variables and values </a:t>
          </a:r>
          <a:endParaRPr lang="en-IN" sz="1700" kern="1200" dirty="0"/>
        </a:p>
      </dsp:txBody>
      <dsp:txXfrm>
        <a:off x="7337147" y="1401771"/>
        <a:ext cx="1248515" cy="1290782"/>
      </dsp:txXfrm>
    </dsp:sp>
    <dsp:sp modelId="{89999897-17C1-41D5-87D6-642364BE8570}">
      <dsp:nvSpPr>
        <dsp:cNvPr id="0" name=""/>
        <dsp:cNvSpPr/>
      </dsp:nvSpPr>
      <dsp:spPr>
        <a:xfrm>
          <a:off x="7298304" y="2941931"/>
          <a:ext cx="1326201" cy="13684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+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&amp;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&lt;</a:t>
          </a:r>
        </a:p>
      </dsp:txBody>
      <dsp:txXfrm>
        <a:off x="7337147" y="2980774"/>
        <a:ext cx="1248515" cy="1290782"/>
      </dsp:txXfrm>
    </dsp:sp>
    <dsp:sp modelId="{92275581-4BE0-4991-BF54-E505EF37EE69}">
      <dsp:nvSpPr>
        <dsp:cNvPr id="0" name=""/>
        <dsp:cNvSpPr/>
      </dsp:nvSpPr>
      <dsp:spPr>
        <a:xfrm>
          <a:off x="8914612" y="0"/>
          <a:ext cx="1657751" cy="453866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300" kern="1200" dirty="0"/>
            <a:t>Punctuators</a:t>
          </a:r>
        </a:p>
      </dsp:txBody>
      <dsp:txXfrm>
        <a:off x="8914612" y="0"/>
        <a:ext cx="1657751" cy="1361598"/>
      </dsp:txXfrm>
    </dsp:sp>
    <dsp:sp modelId="{780ACE9D-9F16-47A5-87B2-9829512F00A9}">
      <dsp:nvSpPr>
        <dsp:cNvPr id="0" name=""/>
        <dsp:cNvSpPr/>
      </dsp:nvSpPr>
      <dsp:spPr>
        <a:xfrm>
          <a:off x="9080387" y="1362928"/>
          <a:ext cx="1326201" cy="13684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Characters with special meanings in C</a:t>
          </a:r>
          <a:endParaRPr lang="en-IN" sz="1700" kern="1200" dirty="0"/>
        </a:p>
      </dsp:txBody>
      <dsp:txXfrm>
        <a:off x="9119230" y="1401771"/>
        <a:ext cx="1248515" cy="1290782"/>
      </dsp:txXfrm>
    </dsp:sp>
    <dsp:sp modelId="{54683781-EBC6-4C63-A92E-8A22A03D9D80}">
      <dsp:nvSpPr>
        <dsp:cNvPr id="0" name=""/>
        <dsp:cNvSpPr/>
      </dsp:nvSpPr>
      <dsp:spPr>
        <a:xfrm>
          <a:off x="9080387" y="2941931"/>
          <a:ext cx="1326201" cy="136846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3180" tIns="32385" rIns="43180" bIns="3238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{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.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/>
            <a:t>;</a:t>
          </a:r>
        </a:p>
      </dsp:txBody>
      <dsp:txXfrm>
        <a:off x="9119230" y="2980774"/>
        <a:ext cx="1248515" cy="129078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13776D-1F82-4DF1-A5A2-19FEBDAEF715}">
      <dsp:nvSpPr>
        <dsp:cNvPr id="0" name=""/>
        <dsp:cNvSpPr/>
      </dsp:nvSpPr>
      <dsp:spPr>
        <a:xfrm rot="16200000">
          <a:off x="-1718288" y="2488894"/>
          <a:ext cx="3818763" cy="256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2583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General Rules</a:t>
          </a:r>
          <a:endParaRPr lang="en-IN" sz="1800" kern="1200" dirty="0"/>
        </a:p>
      </dsp:txBody>
      <dsp:txXfrm>
        <a:off x="-1718288" y="2488894"/>
        <a:ext cx="3818763" cy="256059"/>
      </dsp:txXfrm>
    </dsp:sp>
    <dsp:sp modelId="{C1DEE62E-5B5D-4CAA-94C6-9FC05B863EE6}">
      <dsp:nvSpPr>
        <dsp:cNvPr id="0" name=""/>
        <dsp:cNvSpPr/>
      </dsp:nvSpPr>
      <dsp:spPr>
        <a:xfrm>
          <a:off x="319122" y="707542"/>
          <a:ext cx="1275447" cy="38187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225830" rIns="99568" bIns="99568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Use </a:t>
          </a:r>
          <a:r>
            <a:rPr lang="en-US" sz="1100" b="1" kern="1200" dirty="0"/>
            <a:t>meaningful and descriptive</a:t>
          </a:r>
          <a:r>
            <a:rPr lang="en-US" sz="1100" kern="1200" dirty="0"/>
            <a:t> names.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Start with a </a:t>
          </a:r>
          <a:r>
            <a:rPr lang="en-US" sz="1100" b="1" kern="1200" dirty="0"/>
            <a:t>letter</a:t>
          </a:r>
          <a:r>
            <a:rPr lang="en-US" sz="1100" kern="1200" dirty="0"/>
            <a:t> or </a:t>
          </a:r>
          <a:r>
            <a:rPr lang="en-US" sz="1100" b="1" kern="1200" dirty="0"/>
            <a:t>underscore</a:t>
          </a:r>
          <a:r>
            <a:rPr lang="en-US" sz="1100" kern="1200" dirty="0"/>
            <a:t> ( _ ), not a number.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Avoid </a:t>
          </a:r>
          <a:r>
            <a:rPr lang="en-US" sz="1100" b="1" kern="1200" dirty="0"/>
            <a:t>reserved keywords</a:t>
          </a:r>
          <a:r>
            <a:rPr lang="en-US" sz="1100" kern="1200" dirty="0"/>
            <a:t> (e.g., int, return).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Use </a:t>
          </a:r>
          <a:r>
            <a:rPr lang="en-US" sz="1100" b="1" kern="1200" dirty="0"/>
            <a:t>lowercase</a:t>
          </a:r>
          <a:r>
            <a:rPr lang="en-US" sz="1100" kern="1200" dirty="0"/>
            <a:t> for variable names (except macros).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Use </a:t>
          </a:r>
          <a:r>
            <a:rPr lang="en-US" sz="1100" b="1" kern="1200" dirty="0"/>
            <a:t>camelCase</a:t>
          </a:r>
          <a:r>
            <a:rPr lang="en-US" sz="1100" kern="1200" dirty="0"/>
            <a:t> or </a:t>
          </a:r>
          <a:r>
            <a:rPr lang="en-US" sz="1100" b="1" kern="1200" dirty="0" err="1"/>
            <a:t>snake_case</a:t>
          </a:r>
          <a:r>
            <a:rPr lang="en-US" sz="1100" kern="1200" dirty="0"/>
            <a:t> as per team guidelines.</a:t>
          </a:r>
        </a:p>
      </dsp:txBody>
      <dsp:txXfrm>
        <a:off x="319122" y="707542"/>
        <a:ext cx="1275447" cy="3818763"/>
      </dsp:txXfrm>
    </dsp:sp>
    <dsp:sp modelId="{3C8EFE8D-825F-4786-BF76-3FEBA36460E9}">
      <dsp:nvSpPr>
        <dsp:cNvPr id="0" name=""/>
        <dsp:cNvSpPr/>
      </dsp:nvSpPr>
      <dsp:spPr>
        <a:xfrm>
          <a:off x="63063" y="369544"/>
          <a:ext cx="512118" cy="5121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A84051-3303-4A69-9109-D9ADAFA42833}">
      <dsp:nvSpPr>
        <dsp:cNvPr id="0" name=""/>
        <dsp:cNvSpPr/>
      </dsp:nvSpPr>
      <dsp:spPr>
        <a:xfrm rot="16200000">
          <a:off x="149316" y="2488894"/>
          <a:ext cx="3818763" cy="256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2583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Variable Naming</a:t>
          </a:r>
          <a:endParaRPr lang="en-IN" sz="1800" kern="1200" dirty="0"/>
        </a:p>
      </dsp:txBody>
      <dsp:txXfrm>
        <a:off x="149316" y="2488894"/>
        <a:ext cx="3818763" cy="256059"/>
      </dsp:txXfrm>
    </dsp:sp>
    <dsp:sp modelId="{B2FCB27D-FE56-4DB3-90D5-EE4340E342CC}">
      <dsp:nvSpPr>
        <dsp:cNvPr id="0" name=""/>
        <dsp:cNvSpPr/>
      </dsp:nvSpPr>
      <dsp:spPr>
        <a:xfrm>
          <a:off x="2186728" y="707542"/>
          <a:ext cx="1275447" cy="38187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225830" rIns="99568" bIns="99568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Use </a:t>
          </a:r>
          <a:r>
            <a:rPr lang="en-US" sz="1100" b="1" kern="1200" dirty="0"/>
            <a:t>lowercase</a:t>
          </a:r>
          <a:r>
            <a:rPr lang="en-US" sz="1100" kern="1200" dirty="0"/>
            <a:t> with underscores (</a:t>
          </a:r>
          <a:r>
            <a:rPr lang="en-US" sz="1100" kern="1200" dirty="0" err="1"/>
            <a:t>snake_case</a:t>
          </a:r>
          <a:r>
            <a:rPr lang="en-US" sz="1100" kern="1200" dirty="0"/>
            <a:t>).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Example: </a:t>
          </a:r>
          <a:r>
            <a:rPr lang="en-US" sz="1100" kern="1200" dirty="0" err="1"/>
            <a:t>total_sum</a:t>
          </a:r>
          <a:r>
            <a:rPr lang="en-US" sz="1100" kern="1200" dirty="0"/>
            <a:t>, </a:t>
          </a:r>
          <a:r>
            <a:rPr lang="en-US" sz="1100" kern="1200" dirty="0" err="1"/>
            <a:t>student_age</a:t>
          </a:r>
          <a:r>
            <a:rPr lang="en-US" sz="1100" kern="1200" dirty="0"/>
            <a:t>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Use </a:t>
          </a:r>
          <a:r>
            <a:rPr lang="en-US" sz="1100" b="1" kern="1200" dirty="0"/>
            <a:t>prefixes</a:t>
          </a:r>
          <a:r>
            <a:rPr lang="en-US" sz="1100" kern="1200" dirty="0"/>
            <a:t> for clarity (is_, num_, count_). 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Example: </a:t>
          </a:r>
          <a:r>
            <a:rPr lang="en-US" sz="1100" kern="1200" dirty="0" err="1"/>
            <a:t>is_valid</a:t>
          </a:r>
          <a:r>
            <a:rPr lang="en-US" sz="1100" kern="1200" dirty="0"/>
            <a:t>, </a:t>
          </a:r>
          <a:r>
            <a:rPr lang="en-US" sz="1100" kern="1200" dirty="0" err="1"/>
            <a:t>num_students</a:t>
          </a:r>
          <a:r>
            <a:rPr lang="en-US" sz="1100" kern="1200" dirty="0"/>
            <a:t>.</a:t>
          </a:r>
        </a:p>
      </dsp:txBody>
      <dsp:txXfrm>
        <a:off x="2186728" y="707542"/>
        <a:ext cx="1275447" cy="3818763"/>
      </dsp:txXfrm>
    </dsp:sp>
    <dsp:sp modelId="{BB8ACAC2-F5A4-4133-9F38-E7CF473840DA}">
      <dsp:nvSpPr>
        <dsp:cNvPr id="0" name=""/>
        <dsp:cNvSpPr/>
      </dsp:nvSpPr>
      <dsp:spPr>
        <a:xfrm>
          <a:off x="1930668" y="369544"/>
          <a:ext cx="512118" cy="512118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8655CF-9CB8-4A29-A7A6-0A92CB6BD09D}">
      <dsp:nvSpPr>
        <dsp:cNvPr id="0" name=""/>
        <dsp:cNvSpPr/>
      </dsp:nvSpPr>
      <dsp:spPr>
        <a:xfrm rot="16200000">
          <a:off x="2016921" y="2488894"/>
          <a:ext cx="3818763" cy="256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2583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Function Naming</a:t>
          </a:r>
          <a:endParaRPr lang="en-IN" sz="1800" kern="1200" dirty="0"/>
        </a:p>
      </dsp:txBody>
      <dsp:txXfrm>
        <a:off x="2016921" y="2488894"/>
        <a:ext cx="3818763" cy="256059"/>
      </dsp:txXfrm>
    </dsp:sp>
    <dsp:sp modelId="{D9B762F3-CA25-4E3B-94E3-C01DABDB2A52}">
      <dsp:nvSpPr>
        <dsp:cNvPr id="0" name=""/>
        <dsp:cNvSpPr/>
      </dsp:nvSpPr>
      <dsp:spPr>
        <a:xfrm>
          <a:off x="4054333" y="707542"/>
          <a:ext cx="1275447" cy="38187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225830" rIns="99568" bIns="99568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Use </a:t>
          </a:r>
          <a:r>
            <a:rPr lang="en-US" sz="1100" b="1" kern="1200" dirty="0"/>
            <a:t>verbs</a:t>
          </a:r>
          <a:r>
            <a:rPr lang="en-US" sz="1100" kern="1200" dirty="0"/>
            <a:t> to describe actions.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Prefer </a:t>
          </a:r>
          <a:r>
            <a:rPr lang="en-US" sz="1100" b="1" kern="1200" dirty="0"/>
            <a:t>camelCase</a:t>
          </a:r>
          <a:r>
            <a:rPr lang="en-US" sz="1100" kern="1200" dirty="0"/>
            <a:t> or </a:t>
          </a:r>
          <a:r>
            <a:rPr lang="en-US" sz="1100" kern="1200" dirty="0" err="1"/>
            <a:t>snake_case</a:t>
          </a:r>
          <a:r>
            <a:rPr lang="en-US" sz="1100" kern="1200" dirty="0"/>
            <a:t>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 dirty="0"/>
            <a:t>Example: </a:t>
          </a:r>
          <a:r>
            <a:rPr lang="en-IN" sz="1100" kern="1200" dirty="0" err="1"/>
            <a:t>calculateArea</a:t>
          </a:r>
          <a:r>
            <a:rPr lang="en-IN" sz="1100" kern="1200" dirty="0"/>
            <a:t>(), </a:t>
          </a:r>
          <a:r>
            <a:rPr lang="en-IN" sz="1100" kern="1200" dirty="0" err="1"/>
            <a:t>print_result</a:t>
          </a:r>
          <a:r>
            <a:rPr lang="en-IN" sz="1100" kern="1200" dirty="0"/>
            <a:t>()</a:t>
          </a:r>
        </a:p>
      </dsp:txBody>
      <dsp:txXfrm>
        <a:off x="4054333" y="707542"/>
        <a:ext cx="1275447" cy="3818763"/>
      </dsp:txXfrm>
    </dsp:sp>
    <dsp:sp modelId="{B2F5A777-849E-4014-91DE-C3E0E6B3C53F}">
      <dsp:nvSpPr>
        <dsp:cNvPr id="0" name=""/>
        <dsp:cNvSpPr/>
      </dsp:nvSpPr>
      <dsp:spPr>
        <a:xfrm>
          <a:off x="3798273" y="369544"/>
          <a:ext cx="512118" cy="512118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2A9C16-4B98-416B-A6E6-FD0796428D9B}">
      <dsp:nvSpPr>
        <dsp:cNvPr id="0" name=""/>
        <dsp:cNvSpPr/>
      </dsp:nvSpPr>
      <dsp:spPr>
        <a:xfrm rot="16200000">
          <a:off x="3884527" y="2488894"/>
          <a:ext cx="3818763" cy="256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2583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Constant Naming</a:t>
          </a:r>
          <a:endParaRPr lang="en-IN" sz="1800" kern="1200" dirty="0"/>
        </a:p>
      </dsp:txBody>
      <dsp:txXfrm>
        <a:off x="3884527" y="2488894"/>
        <a:ext cx="3818763" cy="256059"/>
      </dsp:txXfrm>
    </dsp:sp>
    <dsp:sp modelId="{82B32581-06F5-4546-8156-49785798EF81}">
      <dsp:nvSpPr>
        <dsp:cNvPr id="0" name=""/>
        <dsp:cNvSpPr/>
      </dsp:nvSpPr>
      <dsp:spPr>
        <a:xfrm>
          <a:off x="5921938" y="707542"/>
          <a:ext cx="1275447" cy="38187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225830" rIns="99568" bIns="99568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 dirty="0"/>
            <a:t>Use </a:t>
          </a:r>
          <a:r>
            <a:rPr lang="en-IN" sz="1100" b="1" kern="1200" dirty="0"/>
            <a:t>uppercase with underscores</a:t>
          </a:r>
          <a:r>
            <a:rPr lang="en-IN" sz="1100" kern="1200" dirty="0"/>
            <a:t>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/>
            <a:t>Example: MAX_VALUE, PI_VALUE.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 dirty="0"/>
            <a:t>Use #define or const.</a:t>
          </a:r>
        </a:p>
      </dsp:txBody>
      <dsp:txXfrm>
        <a:off x="5921938" y="707542"/>
        <a:ext cx="1275447" cy="3818763"/>
      </dsp:txXfrm>
    </dsp:sp>
    <dsp:sp modelId="{6D8D7D6C-6E09-42CB-B108-952531786AFD}">
      <dsp:nvSpPr>
        <dsp:cNvPr id="0" name=""/>
        <dsp:cNvSpPr/>
      </dsp:nvSpPr>
      <dsp:spPr>
        <a:xfrm>
          <a:off x="5665878" y="369544"/>
          <a:ext cx="512118" cy="512118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71CE975-BA7E-4FEB-8704-5242F97CD181}">
      <dsp:nvSpPr>
        <dsp:cNvPr id="0" name=""/>
        <dsp:cNvSpPr/>
      </dsp:nvSpPr>
      <dsp:spPr>
        <a:xfrm rot="16200000">
          <a:off x="5752132" y="2488894"/>
          <a:ext cx="3818763" cy="256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2583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Macro Naming (#define)</a:t>
          </a:r>
          <a:endParaRPr lang="en-IN" sz="1800" kern="1200" dirty="0"/>
        </a:p>
      </dsp:txBody>
      <dsp:txXfrm>
        <a:off x="5752132" y="2488894"/>
        <a:ext cx="3818763" cy="256059"/>
      </dsp:txXfrm>
    </dsp:sp>
    <dsp:sp modelId="{1BF0B59D-1B8A-47BB-A15D-9E77F0E08349}">
      <dsp:nvSpPr>
        <dsp:cNvPr id="0" name=""/>
        <dsp:cNvSpPr/>
      </dsp:nvSpPr>
      <dsp:spPr>
        <a:xfrm>
          <a:off x="7789543" y="707542"/>
          <a:ext cx="1275447" cy="38187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225830" rIns="99568" bIns="99568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/>
            <a:t>Use </a:t>
          </a:r>
          <a:r>
            <a:rPr lang="en-IN" sz="1100" b="1" kern="1200"/>
            <a:t>UPPERCASE</a:t>
          </a:r>
          <a:r>
            <a:rPr lang="en-IN" sz="1100" kern="1200"/>
            <a:t> for macros.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/>
            <a:t>Example: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/>
            <a:t>#define MAX_LENGTH 100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100" kern="1200" dirty="0"/>
            <a:t>#define MIN_VALUE 0</a:t>
          </a:r>
        </a:p>
      </dsp:txBody>
      <dsp:txXfrm>
        <a:off x="7789543" y="707542"/>
        <a:ext cx="1275447" cy="3818763"/>
      </dsp:txXfrm>
    </dsp:sp>
    <dsp:sp modelId="{9871C8F2-4C8A-4C1F-BF97-1CEA321985CE}">
      <dsp:nvSpPr>
        <dsp:cNvPr id="0" name=""/>
        <dsp:cNvSpPr/>
      </dsp:nvSpPr>
      <dsp:spPr>
        <a:xfrm>
          <a:off x="7533484" y="369544"/>
          <a:ext cx="512118" cy="512118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AA0249-3A64-4E75-A471-E7A8F3A7ECC4}">
      <dsp:nvSpPr>
        <dsp:cNvPr id="0" name=""/>
        <dsp:cNvSpPr/>
      </dsp:nvSpPr>
      <dsp:spPr>
        <a:xfrm rot="16200000">
          <a:off x="7619737" y="2488894"/>
          <a:ext cx="3818763" cy="2560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225830" bIns="0" numCol="1" spcCol="1270" anchor="t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Structure &amp; Enum Naming</a:t>
          </a:r>
          <a:endParaRPr lang="en-IN" sz="1800" kern="1200" dirty="0"/>
        </a:p>
      </dsp:txBody>
      <dsp:txXfrm>
        <a:off x="7619737" y="2488894"/>
        <a:ext cx="3818763" cy="256059"/>
      </dsp:txXfrm>
    </dsp:sp>
    <dsp:sp modelId="{263BF1CF-DA7F-4AE7-8DDF-67636504EF3A}">
      <dsp:nvSpPr>
        <dsp:cNvPr id="0" name=""/>
        <dsp:cNvSpPr/>
      </dsp:nvSpPr>
      <dsp:spPr>
        <a:xfrm>
          <a:off x="9657148" y="707542"/>
          <a:ext cx="1275447" cy="381876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225830" rIns="99568" bIns="99568" numCol="1" spcCol="1270" anchor="t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 dirty="0"/>
            <a:t>Use </a:t>
          </a:r>
          <a:r>
            <a:rPr lang="en-IN" sz="1100" b="1" kern="1200" dirty="0" err="1"/>
            <a:t>PascalCase</a:t>
          </a:r>
          <a:r>
            <a:rPr lang="en-IN" sz="1100" kern="1200" dirty="0"/>
            <a:t> for types.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100" kern="1200" dirty="0" err="1"/>
            <a:t>enum</a:t>
          </a:r>
          <a:r>
            <a:rPr lang="en-US" sz="1100" kern="1200" dirty="0"/>
            <a:t> Color { RED, GREEN, BLUE }; </a:t>
          </a:r>
          <a:endParaRPr lang="en-IN" sz="1100" kern="1200" dirty="0"/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100" kern="1200" dirty="0"/>
            <a:t>typedef struct </a:t>
          </a:r>
          <a:r>
            <a:rPr lang="en-IN" sz="1100" kern="1200" dirty="0" err="1"/>
            <a:t>StudentData</a:t>
          </a:r>
          <a:r>
            <a:rPr lang="en-IN" sz="1100" kern="1200" dirty="0"/>
            <a:t>;</a:t>
          </a:r>
        </a:p>
      </dsp:txBody>
      <dsp:txXfrm>
        <a:off x="9657148" y="707542"/>
        <a:ext cx="1275447" cy="3818763"/>
      </dsp:txXfrm>
    </dsp:sp>
    <dsp:sp modelId="{55545FC2-A8C3-45AF-B688-5F1F1BC0521A}">
      <dsp:nvSpPr>
        <dsp:cNvPr id="0" name=""/>
        <dsp:cNvSpPr/>
      </dsp:nvSpPr>
      <dsp:spPr>
        <a:xfrm>
          <a:off x="9401089" y="369544"/>
          <a:ext cx="512118" cy="512118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chilly" dir="t"/>
        </a:scene3d>
        <a:sp3d z="12700" extrusionH="12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A5DC5A-D353-45B1-A212-C056DE60007F}">
      <dsp:nvSpPr>
        <dsp:cNvPr id="0" name=""/>
        <dsp:cNvSpPr/>
      </dsp:nvSpPr>
      <dsp:spPr>
        <a:xfrm>
          <a:off x="-46413" y="287999"/>
          <a:ext cx="643142" cy="643142"/>
        </a:xfrm>
        <a:prstGeom prst="chord">
          <a:avLst>
            <a:gd name="adj1" fmla="val 4800000"/>
            <a:gd name="adj2" fmla="val 1680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C799D4-F8C4-422E-94D3-B4E94001D67A}">
      <dsp:nvSpPr>
        <dsp:cNvPr id="0" name=""/>
        <dsp:cNvSpPr/>
      </dsp:nvSpPr>
      <dsp:spPr>
        <a:xfrm>
          <a:off x="10283" y="344434"/>
          <a:ext cx="514514" cy="514514"/>
        </a:xfrm>
        <a:prstGeom prst="pie">
          <a:avLst>
            <a:gd name="adj1" fmla="val 1440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66AACA-5057-4113-982B-140A16AF0525}">
      <dsp:nvSpPr>
        <dsp:cNvPr id="0" name=""/>
        <dsp:cNvSpPr/>
      </dsp:nvSpPr>
      <dsp:spPr>
        <a:xfrm rot="16200000">
          <a:off x="-1171127" y="2367267"/>
          <a:ext cx="2741997" cy="385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u="none" kern="1200" dirty="0"/>
            <a:t>Integer Literals</a:t>
          </a:r>
          <a:endParaRPr lang="en-IN" sz="1600" u="none" kern="1200" dirty="0"/>
        </a:p>
      </dsp:txBody>
      <dsp:txXfrm>
        <a:off x="-1171127" y="2367267"/>
        <a:ext cx="2741997" cy="385885"/>
      </dsp:txXfrm>
    </dsp:sp>
    <dsp:sp modelId="{91068B55-92AE-4310-AE3A-C483B516AF71}">
      <dsp:nvSpPr>
        <dsp:cNvPr id="0" name=""/>
        <dsp:cNvSpPr/>
      </dsp:nvSpPr>
      <dsp:spPr>
        <a:xfrm>
          <a:off x="457128" y="316232"/>
          <a:ext cx="1286285" cy="4218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Whole numbers (positive, negative, or zero).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kern="1200" dirty="0"/>
            <a:t>Can be </a:t>
          </a:r>
          <a:r>
            <a:rPr lang="en-IN" sz="1200" b="1" kern="1200" dirty="0"/>
            <a:t>decimal (base 10), octal (base 8), or hexadecimal (base 16)</a:t>
          </a:r>
          <a:r>
            <a:rPr lang="en-IN" sz="1200" kern="1200" dirty="0"/>
            <a:t>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IN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kern="1200" dirty="0"/>
            <a:t>EG: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int decimal = 100;     // Decimal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int octal = 012;       // Octal (starts with 0)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int hex = 0xA1;        // Hexadecimal (starts with 0x)</a:t>
          </a:r>
          <a:endParaRPr lang="en-IN" sz="1200" kern="1200" dirty="0"/>
        </a:p>
      </dsp:txBody>
      <dsp:txXfrm>
        <a:off x="457128" y="316232"/>
        <a:ext cx="1286285" cy="4218939"/>
      </dsp:txXfrm>
    </dsp:sp>
    <dsp:sp modelId="{684080ED-4C3E-449F-A58E-1585D786EAE2}">
      <dsp:nvSpPr>
        <dsp:cNvPr id="0" name=""/>
        <dsp:cNvSpPr/>
      </dsp:nvSpPr>
      <dsp:spPr>
        <a:xfrm>
          <a:off x="1955049" y="287999"/>
          <a:ext cx="643142" cy="643142"/>
        </a:xfrm>
        <a:prstGeom prst="chord">
          <a:avLst>
            <a:gd name="adj1" fmla="val 4800000"/>
            <a:gd name="adj2" fmla="val 1680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4C3DF8-DDC3-4DA9-989A-B5E96DF2709F}">
      <dsp:nvSpPr>
        <dsp:cNvPr id="0" name=""/>
        <dsp:cNvSpPr/>
      </dsp:nvSpPr>
      <dsp:spPr>
        <a:xfrm>
          <a:off x="2011746" y="344434"/>
          <a:ext cx="514514" cy="514514"/>
        </a:xfrm>
        <a:prstGeom prst="pie">
          <a:avLst>
            <a:gd name="adj1" fmla="val 1260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3CAF8-31AA-4388-A054-A1557CF07E66}">
      <dsp:nvSpPr>
        <dsp:cNvPr id="0" name=""/>
        <dsp:cNvSpPr/>
      </dsp:nvSpPr>
      <dsp:spPr>
        <a:xfrm rot="16200000">
          <a:off x="830336" y="2367267"/>
          <a:ext cx="2741997" cy="385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u="none" kern="1200" dirty="0"/>
            <a:t>Floating-Point (Real) Literals</a:t>
          </a:r>
          <a:endParaRPr lang="en-IN" sz="1600" u="none" kern="1200" dirty="0"/>
        </a:p>
      </dsp:txBody>
      <dsp:txXfrm>
        <a:off x="830336" y="2367267"/>
        <a:ext cx="2741997" cy="385885"/>
      </dsp:txXfrm>
    </dsp:sp>
    <dsp:sp modelId="{DE524ABC-DB40-4157-8DA5-E83E0D91F6FB}">
      <dsp:nvSpPr>
        <dsp:cNvPr id="0" name=""/>
        <dsp:cNvSpPr/>
      </dsp:nvSpPr>
      <dsp:spPr>
        <a:xfrm>
          <a:off x="2458591" y="316232"/>
          <a:ext cx="1286285" cy="4218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Numbers with a </a:t>
          </a:r>
          <a:r>
            <a:rPr lang="en-US" sz="1200" b="1" kern="1200" dirty="0"/>
            <a:t>decimal point</a:t>
          </a:r>
          <a:r>
            <a:rPr lang="en-US" sz="1200" kern="1200" dirty="0"/>
            <a:t> or </a:t>
          </a:r>
          <a:r>
            <a:rPr lang="en-US" sz="1200" b="1" kern="1200" dirty="0"/>
            <a:t>exponential notation</a:t>
          </a:r>
          <a:r>
            <a:rPr lang="en-US" sz="1200" kern="1200" dirty="0"/>
            <a:t>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1" kern="1200" dirty="0"/>
            <a:t>Example: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pt-BR" sz="1200" kern="1200" dirty="0"/>
            <a:t>float num1 = 3.14;      // Decimal notation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200" kern="1200" dirty="0"/>
            <a:t>double num2 = 2.5e3;    // Exponential notation (2.5 × 10³)</a:t>
          </a:r>
        </a:p>
      </dsp:txBody>
      <dsp:txXfrm>
        <a:off x="2458591" y="316232"/>
        <a:ext cx="1286285" cy="4218939"/>
      </dsp:txXfrm>
    </dsp:sp>
    <dsp:sp modelId="{A0894E6B-E8CF-45F5-9F48-C6B570E73C99}">
      <dsp:nvSpPr>
        <dsp:cNvPr id="0" name=""/>
        <dsp:cNvSpPr/>
      </dsp:nvSpPr>
      <dsp:spPr>
        <a:xfrm>
          <a:off x="3956513" y="287999"/>
          <a:ext cx="643142" cy="643142"/>
        </a:xfrm>
        <a:prstGeom prst="chord">
          <a:avLst>
            <a:gd name="adj1" fmla="val 4800000"/>
            <a:gd name="adj2" fmla="val 1680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13EB16-FAD6-4EE2-93BE-BF6BDB7F2072}">
      <dsp:nvSpPr>
        <dsp:cNvPr id="0" name=""/>
        <dsp:cNvSpPr/>
      </dsp:nvSpPr>
      <dsp:spPr>
        <a:xfrm>
          <a:off x="4013210" y="344434"/>
          <a:ext cx="514514" cy="514514"/>
        </a:xfrm>
        <a:prstGeom prst="pie">
          <a:avLst>
            <a:gd name="adj1" fmla="val 1080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AEC040-8157-4F82-96A7-AB20F8D9E7FA}">
      <dsp:nvSpPr>
        <dsp:cNvPr id="0" name=""/>
        <dsp:cNvSpPr/>
      </dsp:nvSpPr>
      <dsp:spPr>
        <a:xfrm rot="16200000">
          <a:off x="2831799" y="2367267"/>
          <a:ext cx="2741997" cy="385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u="none" kern="1200" dirty="0"/>
            <a:t>Character Literals</a:t>
          </a:r>
          <a:endParaRPr lang="en-IN" sz="1600" u="none" kern="1200" dirty="0"/>
        </a:p>
      </dsp:txBody>
      <dsp:txXfrm>
        <a:off x="2831799" y="2367267"/>
        <a:ext cx="2741997" cy="385885"/>
      </dsp:txXfrm>
    </dsp:sp>
    <dsp:sp modelId="{957AE978-421C-4DF9-8D64-9448F7C2EEE3}">
      <dsp:nvSpPr>
        <dsp:cNvPr id="0" name=""/>
        <dsp:cNvSpPr/>
      </dsp:nvSpPr>
      <dsp:spPr>
        <a:xfrm>
          <a:off x="4460055" y="293375"/>
          <a:ext cx="1286285" cy="42646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A </a:t>
          </a:r>
          <a:r>
            <a:rPr lang="en-US" sz="1200" b="1" kern="1200" dirty="0"/>
            <a:t>single</a:t>
          </a:r>
          <a:r>
            <a:rPr lang="en-US" sz="1200" kern="1200" dirty="0"/>
            <a:t> character enclosed in </a:t>
          </a:r>
          <a:r>
            <a:rPr lang="en-US" sz="1200" b="1" kern="1200" dirty="0"/>
            <a:t>single quotes (‘’)</a:t>
          </a:r>
          <a:r>
            <a:rPr lang="en-US" sz="1200" kern="1200" dirty="0"/>
            <a:t>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1" kern="1200" dirty="0"/>
            <a:t>Example:</a:t>
          </a:r>
          <a:r>
            <a:rPr lang="en-IN" sz="1200" kern="1200" dirty="0"/>
            <a:t>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200" kern="1200" dirty="0"/>
            <a:t>char letter = 'A'; 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200" kern="1200" dirty="0"/>
            <a:t>char symbol = '#'; </a:t>
          </a:r>
        </a:p>
      </dsp:txBody>
      <dsp:txXfrm>
        <a:off x="4460055" y="293375"/>
        <a:ext cx="1286285" cy="4264654"/>
      </dsp:txXfrm>
    </dsp:sp>
    <dsp:sp modelId="{ED37F1BF-E239-47BE-B53F-41E9A1377F96}">
      <dsp:nvSpPr>
        <dsp:cNvPr id="0" name=""/>
        <dsp:cNvSpPr/>
      </dsp:nvSpPr>
      <dsp:spPr>
        <a:xfrm>
          <a:off x="5957976" y="287999"/>
          <a:ext cx="643142" cy="643142"/>
        </a:xfrm>
        <a:prstGeom prst="chord">
          <a:avLst>
            <a:gd name="adj1" fmla="val 4800000"/>
            <a:gd name="adj2" fmla="val 1680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DB80BA-4F90-492C-81CA-AF9386440137}">
      <dsp:nvSpPr>
        <dsp:cNvPr id="0" name=""/>
        <dsp:cNvSpPr/>
      </dsp:nvSpPr>
      <dsp:spPr>
        <a:xfrm>
          <a:off x="6014673" y="344434"/>
          <a:ext cx="514514" cy="514514"/>
        </a:xfrm>
        <a:prstGeom prst="pie">
          <a:avLst>
            <a:gd name="adj1" fmla="val 900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31FBBC-6975-4C14-A4B5-A3637AF607C5}">
      <dsp:nvSpPr>
        <dsp:cNvPr id="0" name=""/>
        <dsp:cNvSpPr/>
      </dsp:nvSpPr>
      <dsp:spPr>
        <a:xfrm rot="16200000">
          <a:off x="4833263" y="2367267"/>
          <a:ext cx="2741997" cy="385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u="none" kern="1200" dirty="0"/>
            <a:t>String Literals</a:t>
          </a:r>
          <a:endParaRPr lang="en-IN" sz="1600" u="none" kern="1200" dirty="0"/>
        </a:p>
      </dsp:txBody>
      <dsp:txXfrm>
        <a:off x="4833263" y="2367267"/>
        <a:ext cx="2741997" cy="385885"/>
      </dsp:txXfrm>
    </dsp:sp>
    <dsp:sp modelId="{1EFEFF54-8470-4C7B-80EA-86B32B9F27C4}">
      <dsp:nvSpPr>
        <dsp:cNvPr id="0" name=""/>
        <dsp:cNvSpPr/>
      </dsp:nvSpPr>
      <dsp:spPr>
        <a:xfrm>
          <a:off x="6461518" y="316232"/>
          <a:ext cx="1286285" cy="42189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A </a:t>
          </a:r>
          <a:r>
            <a:rPr lang="en-US" sz="1200" b="1" kern="1200" dirty="0"/>
            <a:t>sequence of characters</a:t>
          </a:r>
          <a:r>
            <a:rPr lang="en-US" sz="1200" kern="1200" dirty="0"/>
            <a:t> enclosed in </a:t>
          </a:r>
          <a:r>
            <a:rPr lang="en-US" sz="1200" b="1" kern="1200" dirty="0"/>
            <a:t>double quotes ("")</a:t>
          </a:r>
          <a:r>
            <a:rPr lang="en-US" sz="1200" kern="1200" dirty="0"/>
            <a:t>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1" kern="1200" dirty="0"/>
            <a:t>Example: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200" kern="1200" dirty="0"/>
            <a:t>char name[] = "Hello"; </a:t>
          </a:r>
        </a:p>
      </dsp:txBody>
      <dsp:txXfrm>
        <a:off x="6461518" y="316232"/>
        <a:ext cx="1286285" cy="4218939"/>
      </dsp:txXfrm>
    </dsp:sp>
    <dsp:sp modelId="{66072735-333C-418A-8775-7ECAB4C928F1}">
      <dsp:nvSpPr>
        <dsp:cNvPr id="0" name=""/>
        <dsp:cNvSpPr/>
      </dsp:nvSpPr>
      <dsp:spPr>
        <a:xfrm>
          <a:off x="7959440" y="287999"/>
          <a:ext cx="643142" cy="643142"/>
        </a:xfrm>
        <a:prstGeom prst="chord">
          <a:avLst>
            <a:gd name="adj1" fmla="val 4800000"/>
            <a:gd name="adj2" fmla="val 1680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0D8363-BA7B-4104-B6B2-2E7800491AAB}">
      <dsp:nvSpPr>
        <dsp:cNvPr id="0" name=""/>
        <dsp:cNvSpPr/>
      </dsp:nvSpPr>
      <dsp:spPr>
        <a:xfrm>
          <a:off x="8016137" y="344434"/>
          <a:ext cx="514514" cy="514514"/>
        </a:xfrm>
        <a:prstGeom prst="pie">
          <a:avLst>
            <a:gd name="adj1" fmla="val 720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F1182E-F1CE-427E-AA0C-D0D8946CB69A}">
      <dsp:nvSpPr>
        <dsp:cNvPr id="0" name=""/>
        <dsp:cNvSpPr/>
      </dsp:nvSpPr>
      <dsp:spPr>
        <a:xfrm rot="16200000">
          <a:off x="6834726" y="2367267"/>
          <a:ext cx="2741997" cy="385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u="none" kern="1200" dirty="0"/>
            <a:t>Boolean Literals (C99 &amp; Later)</a:t>
          </a:r>
          <a:endParaRPr lang="en-IN" sz="1600" u="none" kern="1200" dirty="0"/>
        </a:p>
      </dsp:txBody>
      <dsp:txXfrm>
        <a:off x="6834726" y="2367267"/>
        <a:ext cx="2741997" cy="385885"/>
      </dsp:txXfrm>
    </dsp:sp>
    <dsp:sp modelId="{6DDB4ECB-BAF8-486F-854A-AD8ABF3E36FA}">
      <dsp:nvSpPr>
        <dsp:cNvPr id="0" name=""/>
        <dsp:cNvSpPr/>
      </dsp:nvSpPr>
      <dsp:spPr>
        <a:xfrm>
          <a:off x="8462982" y="301003"/>
          <a:ext cx="1286285" cy="4249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 dirty="0"/>
            <a:t>Represents </a:t>
          </a:r>
          <a:r>
            <a:rPr lang="en-US" sz="1200" b="1" kern="1200" dirty="0"/>
            <a:t>true (1) or false (0)</a:t>
          </a:r>
          <a:r>
            <a:rPr lang="en-US" sz="1200" kern="1200" dirty="0"/>
            <a:t>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US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kern="1200" dirty="0"/>
            <a:t>Requires &lt;</a:t>
          </a:r>
          <a:r>
            <a:rPr lang="en-IN" sz="1200" kern="1200" dirty="0" err="1"/>
            <a:t>stdbool.h</a:t>
          </a:r>
          <a:r>
            <a:rPr lang="en-IN" sz="1200" kern="1200" dirty="0"/>
            <a:t>&gt;.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n-IN" sz="1200" kern="1200" dirty="0"/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IN" sz="1200" b="1" kern="1200" dirty="0"/>
            <a:t>Example:</a:t>
          </a:r>
          <a:endParaRPr lang="en-IN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/>
            <a:t>#include &lt;</a:t>
          </a:r>
          <a:r>
            <a:rPr lang="en-IN" sz="1200" kern="1200" dirty="0" err="1"/>
            <a:t>stdbool.h</a:t>
          </a:r>
          <a:r>
            <a:rPr lang="en-IN" sz="1200" kern="1200" dirty="0"/>
            <a:t>&gt;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 err="1"/>
            <a:t>bool isValid = true;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200" kern="1200" dirty="0" err="1"/>
            <a:t>bool isComplete = false;</a:t>
          </a:r>
        </a:p>
      </dsp:txBody>
      <dsp:txXfrm>
        <a:off x="8462982" y="301003"/>
        <a:ext cx="1286285" cy="4249398"/>
      </dsp:txXfrm>
    </dsp:sp>
    <dsp:sp modelId="{E254C783-CFE5-4CB5-BE7A-71A2368D5FA9}">
      <dsp:nvSpPr>
        <dsp:cNvPr id="0" name=""/>
        <dsp:cNvSpPr/>
      </dsp:nvSpPr>
      <dsp:spPr>
        <a:xfrm>
          <a:off x="9960903" y="287999"/>
          <a:ext cx="643142" cy="643142"/>
        </a:xfrm>
        <a:prstGeom prst="chord">
          <a:avLst>
            <a:gd name="adj1" fmla="val 4800000"/>
            <a:gd name="adj2" fmla="val 1680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z="-12700" extrusionH="1700" prstMaterial="translucentPowder">
          <a:bevelT w="25400" h="6350" prst="softRound"/>
          <a:bevelB w="0" h="0" prst="convex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A4F34B-3763-4C57-9B81-2E3C56752D9E}">
      <dsp:nvSpPr>
        <dsp:cNvPr id="0" name=""/>
        <dsp:cNvSpPr/>
      </dsp:nvSpPr>
      <dsp:spPr>
        <a:xfrm>
          <a:off x="10017600" y="344434"/>
          <a:ext cx="514514" cy="514514"/>
        </a:xfrm>
        <a:prstGeom prst="pie">
          <a:avLst>
            <a:gd name="adj1" fmla="val 540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1429F9-D823-4CE1-9B33-E2DDF61F8821}">
      <dsp:nvSpPr>
        <dsp:cNvPr id="0" name=""/>
        <dsp:cNvSpPr/>
      </dsp:nvSpPr>
      <dsp:spPr>
        <a:xfrm rot="16200000">
          <a:off x="8836190" y="2367267"/>
          <a:ext cx="2741997" cy="385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u="none" kern="1200" dirty="0"/>
            <a:t>Escape Sequence Literals</a:t>
          </a:r>
        </a:p>
      </dsp:txBody>
      <dsp:txXfrm>
        <a:off x="8836190" y="2367267"/>
        <a:ext cx="2741997" cy="385885"/>
      </dsp:txXfrm>
    </dsp:sp>
    <dsp:sp modelId="{330CFE63-AFB8-4663-82D7-CD1E218B8583}">
      <dsp:nvSpPr>
        <dsp:cNvPr id="0" name=""/>
        <dsp:cNvSpPr/>
      </dsp:nvSpPr>
      <dsp:spPr>
        <a:xfrm>
          <a:off x="10464445" y="339102"/>
          <a:ext cx="1286285" cy="41731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Special characters represented using backslash (\) notation.</a:t>
          </a: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
</a:t>
          </a:r>
          <a:r>
            <a:rPr lang="en-US" sz="1200" b="1" kern="1200" dirty="0"/>
            <a:t>Example</a:t>
          </a:r>
          <a:endParaRPr lang="en-IN" sz="1200" b="1" kern="1200" dirty="0" err="1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printf</a:t>
          </a:r>
          <a:r>
            <a:rPr lang="en-US" sz="1200" kern="1200" dirty="0"/>
            <a:t>("Hello\</a:t>
          </a:r>
          <a:r>
            <a:rPr lang="en-US" sz="1200" kern="1200" dirty="0" err="1"/>
            <a:t>tWorld</a:t>
          </a:r>
          <a:r>
            <a:rPr lang="en-US" sz="1200" kern="1200" dirty="0"/>
            <a:t>!\n");  // \t (Tab), \n (Newline)</a:t>
          </a:r>
          <a:endParaRPr lang="en-IN" sz="1200" kern="1200" dirty="0" err="1"/>
        </a:p>
      </dsp:txBody>
      <dsp:txXfrm>
        <a:off x="10464445" y="339102"/>
        <a:ext cx="1286285" cy="4173199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BBA6E7-EAA6-44D9-A43E-DD17019CEE86}">
      <dsp:nvSpPr>
        <dsp:cNvPr id="0" name=""/>
        <dsp:cNvSpPr/>
      </dsp:nvSpPr>
      <dsp:spPr>
        <a:xfrm>
          <a:off x="1191" y="0"/>
          <a:ext cx="379340" cy="379340"/>
        </a:xfrm>
        <a:prstGeom prst="ellipse">
          <a:avLst/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BE905BAB-67C9-4F7B-A0CF-1DC96D22BA4A}">
      <dsp:nvSpPr>
        <dsp:cNvPr id="0" name=""/>
        <dsp:cNvSpPr/>
      </dsp:nvSpPr>
      <dsp:spPr>
        <a:xfrm>
          <a:off x="39125" y="37934"/>
          <a:ext cx="303472" cy="303472"/>
        </a:xfrm>
        <a:prstGeom prst="chord">
          <a:avLst>
            <a:gd name="adj1" fmla="val 1168272"/>
            <a:gd name="adj2" fmla="val 9631728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39F6F5-1E2C-433A-9A6E-65513E90F4FC}">
      <dsp:nvSpPr>
        <dsp:cNvPr id="0" name=""/>
        <dsp:cNvSpPr/>
      </dsp:nvSpPr>
      <dsp:spPr>
        <a:xfrm>
          <a:off x="460751" y="1057950"/>
          <a:ext cx="1122216" cy="15963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char str[] = "Hello";  // Automatically adds '\0' at the end</a:t>
          </a:r>
          <a:endParaRPr lang="en-IN" sz="1400" kern="1200" dirty="0"/>
        </a:p>
      </dsp:txBody>
      <dsp:txXfrm>
        <a:off x="460751" y="1057950"/>
        <a:ext cx="1122216" cy="1596391"/>
      </dsp:txXfrm>
    </dsp:sp>
    <dsp:sp modelId="{CA0FDD20-2E1D-4AA1-BE21-0115A2C53DCC}">
      <dsp:nvSpPr>
        <dsp:cNvPr id="0" name=""/>
        <dsp:cNvSpPr/>
      </dsp:nvSpPr>
      <dsp:spPr>
        <a:xfrm>
          <a:off x="460751" y="267063"/>
          <a:ext cx="1122216" cy="379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Using Character Array</a:t>
          </a:r>
        </a:p>
      </dsp:txBody>
      <dsp:txXfrm>
        <a:off x="460751" y="267063"/>
        <a:ext cx="1122216" cy="379340"/>
      </dsp:txXfrm>
    </dsp:sp>
    <dsp:sp modelId="{8A923F50-11F7-45ED-855A-F7D1C2A1D074}">
      <dsp:nvSpPr>
        <dsp:cNvPr id="0" name=""/>
        <dsp:cNvSpPr/>
      </dsp:nvSpPr>
      <dsp:spPr>
        <a:xfrm>
          <a:off x="1660807" y="0"/>
          <a:ext cx="379340" cy="379340"/>
        </a:xfrm>
        <a:prstGeom prst="ellipse">
          <a:avLst/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93ACE83C-50C9-4F68-8AAE-21D39F29C446}">
      <dsp:nvSpPr>
        <dsp:cNvPr id="0" name=""/>
        <dsp:cNvSpPr/>
      </dsp:nvSpPr>
      <dsp:spPr>
        <a:xfrm>
          <a:off x="1698741" y="37934"/>
          <a:ext cx="303472" cy="303472"/>
        </a:xfrm>
        <a:prstGeom prst="chord">
          <a:avLst>
            <a:gd name="adj1" fmla="val 20431728"/>
            <a:gd name="adj2" fmla="val 11968272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778CA09-4AD5-4848-A4B7-D8346B37E00D}">
      <dsp:nvSpPr>
        <dsp:cNvPr id="0" name=""/>
        <dsp:cNvSpPr/>
      </dsp:nvSpPr>
      <dsp:spPr>
        <a:xfrm>
          <a:off x="2120366" y="1057950"/>
          <a:ext cx="1122216" cy="15963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char *str = "Hello";  // Stored in read-only memory</a:t>
          </a:r>
          <a:endParaRPr lang="en-IN" sz="1400" kern="1200" dirty="0"/>
        </a:p>
      </dsp:txBody>
      <dsp:txXfrm>
        <a:off x="2120366" y="1057950"/>
        <a:ext cx="1122216" cy="1596391"/>
      </dsp:txXfrm>
    </dsp:sp>
    <dsp:sp modelId="{63E08837-F34E-4011-98D0-D9AE5DFF851B}">
      <dsp:nvSpPr>
        <dsp:cNvPr id="0" name=""/>
        <dsp:cNvSpPr/>
      </dsp:nvSpPr>
      <dsp:spPr>
        <a:xfrm>
          <a:off x="2120366" y="267063"/>
          <a:ext cx="1122216" cy="379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Using Character Pointer</a:t>
          </a:r>
        </a:p>
      </dsp:txBody>
      <dsp:txXfrm>
        <a:off x="2120366" y="267063"/>
        <a:ext cx="1122216" cy="379340"/>
      </dsp:txXfrm>
    </dsp:sp>
    <dsp:sp modelId="{465F2667-C7D3-4F4B-9F98-5FC8DF979228}">
      <dsp:nvSpPr>
        <dsp:cNvPr id="0" name=""/>
        <dsp:cNvSpPr/>
      </dsp:nvSpPr>
      <dsp:spPr>
        <a:xfrm>
          <a:off x="3320422" y="0"/>
          <a:ext cx="379340" cy="379340"/>
        </a:xfrm>
        <a:prstGeom prst="ellipse">
          <a:avLst/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11E5A045-D330-4E87-9FF6-875CCA15CE57}">
      <dsp:nvSpPr>
        <dsp:cNvPr id="0" name=""/>
        <dsp:cNvSpPr/>
      </dsp:nvSpPr>
      <dsp:spPr>
        <a:xfrm>
          <a:off x="3358356" y="37934"/>
          <a:ext cx="303472" cy="303472"/>
        </a:xfrm>
        <a:prstGeom prst="chord">
          <a:avLst>
            <a:gd name="adj1" fmla="val 16200000"/>
            <a:gd name="adj2" fmla="val 1620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9468C85-5E10-4104-8CDA-49C34C888169}">
      <dsp:nvSpPr>
        <dsp:cNvPr id="0" name=""/>
        <dsp:cNvSpPr/>
      </dsp:nvSpPr>
      <dsp:spPr>
        <a:xfrm>
          <a:off x="3779981" y="1057950"/>
          <a:ext cx="1122216" cy="15963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char str[] = {'H', 'e', 'l', 'l', 'o', '\0'}; </a:t>
          </a:r>
          <a:endParaRPr lang="en-IN" sz="1400" kern="1200" dirty="0"/>
        </a:p>
      </dsp:txBody>
      <dsp:txXfrm>
        <a:off x="3779981" y="1057950"/>
        <a:ext cx="1122216" cy="1596391"/>
      </dsp:txXfrm>
    </dsp:sp>
    <dsp:sp modelId="{9AE2F0AE-A88D-455B-B09F-7332DC79B12D}">
      <dsp:nvSpPr>
        <dsp:cNvPr id="0" name=""/>
        <dsp:cNvSpPr/>
      </dsp:nvSpPr>
      <dsp:spPr>
        <a:xfrm>
          <a:off x="3779981" y="59567"/>
          <a:ext cx="1122216" cy="379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b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Explicit Null-Termination</a:t>
          </a:r>
        </a:p>
      </dsp:txBody>
      <dsp:txXfrm>
        <a:off x="3779981" y="59567"/>
        <a:ext cx="1122216" cy="37934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EDE0A6-9F77-4266-ABD9-A08D4AB6FD8F}">
      <dsp:nvSpPr>
        <dsp:cNvPr id="0" name=""/>
        <dsp:cNvSpPr/>
      </dsp:nvSpPr>
      <dsp:spPr>
        <a:xfrm>
          <a:off x="-3456905" y="-522520"/>
          <a:ext cx="4169536" cy="4051554"/>
        </a:xfrm>
        <a:prstGeom prst="blockArc">
          <a:avLst>
            <a:gd name="adj1" fmla="val 18900000"/>
            <a:gd name="adj2" fmla="val 2700000"/>
            <a:gd name="adj3" fmla="val 533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E62AA9-DFEF-41A9-A200-A7E12F35F890}">
      <dsp:nvSpPr>
        <dsp:cNvPr id="0" name=""/>
        <dsp:cNvSpPr/>
      </dsp:nvSpPr>
      <dsp:spPr>
        <a:xfrm>
          <a:off x="420309" y="300651"/>
          <a:ext cx="4694865" cy="60130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7284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Strings </a:t>
          </a:r>
          <a:r>
            <a:rPr lang="en-US" sz="1200" b="1" kern="1200"/>
            <a:t>must</a:t>
          </a:r>
          <a:r>
            <a:rPr lang="en-US" sz="1200" kern="1200"/>
            <a:t> have a </a:t>
          </a:r>
          <a:r>
            <a:rPr lang="en-US" sz="1200" b="1" kern="1200"/>
            <a:t>null character (\0)</a:t>
          </a:r>
          <a:r>
            <a:rPr lang="en-US" sz="1200" kern="1200"/>
            <a:t> at the end.</a:t>
          </a:r>
        </a:p>
      </dsp:txBody>
      <dsp:txXfrm>
        <a:off x="420309" y="300651"/>
        <a:ext cx="4694865" cy="601302"/>
      </dsp:txXfrm>
    </dsp:sp>
    <dsp:sp modelId="{42F10AF3-73F0-4F67-A869-8A2055FE0C75}">
      <dsp:nvSpPr>
        <dsp:cNvPr id="0" name=""/>
        <dsp:cNvSpPr/>
      </dsp:nvSpPr>
      <dsp:spPr>
        <a:xfrm>
          <a:off x="44495" y="225488"/>
          <a:ext cx="751628" cy="7516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FAD5C32-4564-4E18-A04E-48CF9EB11660}">
      <dsp:nvSpPr>
        <dsp:cNvPr id="0" name=""/>
        <dsp:cNvSpPr/>
      </dsp:nvSpPr>
      <dsp:spPr>
        <a:xfrm>
          <a:off x="638882" y="1202605"/>
          <a:ext cx="4476292" cy="60130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7284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Cannot be assigned directly like str1 = str2;, use strcpy().</a:t>
          </a:r>
        </a:p>
      </dsp:txBody>
      <dsp:txXfrm>
        <a:off x="638882" y="1202605"/>
        <a:ext cx="4476292" cy="601302"/>
      </dsp:txXfrm>
    </dsp:sp>
    <dsp:sp modelId="{8C1F5028-BE41-4BEF-AA23-7F9BB69AB23A}">
      <dsp:nvSpPr>
        <dsp:cNvPr id="0" name=""/>
        <dsp:cNvSpPr/>
      </dsp:nvSpPr>
      <dsp:spPr>
        <a:xfrm>
          <a:off x="263068" y="1127442"/>
          <a:ext cx="751628" cy="7516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EA8C94CF-1053-4D7B-9156-0674BAAA1957}">
      <dsp:nvSpPr>
        <dsp:cNvPr id="0" name=""/>
        <dsp:cNvSpPr/>
      </dsp:nvSpPr>
      <dsp:spPr>
        <a:xfrm>
          <a:off x="420309" y="2104559"/>
          <a:ext cx="4694865" cy="601302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77284" tIns="30480" rIns="30480" bIns="3048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200" kern="1200"/>
            <a:t>String manipulation requires </a:t>
          </a:r>
          <a:r>
            <a:rPr lang="en-US" sz="1200" b="1" kern="1200"/>
            <a:t>&lt;string.h&gt;</a:t>
          </a:r>
          <a:r>
            <a:rPr lang="en-US" sz="1200" kern="1200"/>
            <a:t> library.</a:t>
          </a:r>
        </a:p>
      </dsp:txBody>
      <dsp:txXfrm>
        <a:off x="420309" y="2104559"/>
        <a:ext cx="4694865" cy="601302"/>
      </dsp:txXfrm>
    </dsp:sp>
    <dsp:sp modelId="{A8523BD9-1C3A-4372-9E68-AA6AD763154C}">
      <dsp:nvSpPr>
        <dsp:cNvPr id="0" name=""/>
        <dsp:cNvSpPr/>
      </dsp:nvSpPr>
      <dsp:spPr>
        <a:xfrm>
          <a:off x="44495" y="2029396"/>
          <a:ext cx="751628" cy="75162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B11C02-24B2-4338-8B19-C5994D3D35B1}">
      <dsp:nvSpPr>
        <dsp:cNvPr id="0" name=""/>
        <dsp:cNvSpPr/>
      </dsp:nvSpPr>
      <dsp:spPr>
        <a:xfrm rot="16200000">
          <a:off x="-1440368" y="1440368"/>
          <a:ext cx="4224655" cy="1343917"/>
        </a:xfrm>
        <a:prstGeom prst="flowChartManualOperati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Arithmetic Operators (Perform mathematical operations)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+ (Addition) → a + b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- (Subtraction) → a - b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* (Multiplication) → a * b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/ (Division) → a / b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% (Modulus) → a % b (Remainder)</a:t>
          </a:r>
        </a:p>
      </dsp:txBody>
      <dsp:txXfrm rot="5400000">
        <a:off x="1" y="844930"/>
        <a:ext cx="1343917" cy="2534793"/>
      </dsp:txXfrm>
    </dsp:sp>
    <dsp:sp modelId="{D9FD626B-15A8-4AFC-8F10-CC3B604D2E08}">
      <dsp:nvSpPr>
        <dsp:cNvPr id="0" name=""/>
        <dsp:cNvSpPr/>
      </dsp:nvSpPr>
      <dsp:spPr>
        <a:xfrm rot="16200000">
          <a:off x="9942" y="1440368"/>
          <a:ext cx="4224655" cy="1343917"/>
        </a:xfrm>
        <a:prstGeom prst="flowChartManualOperati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Relational (Comparison) Operators (Compare values)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== (Equal to) → a == b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!= (Not equal to) → a != b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&gt; (Greater than) → a &gt; b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&lt; (Less than) → a &lt; b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&gt;= (Greater than or equal to) → a &gt;= b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&lt;= (Less than or equal to) → a &lt;= b</a:t>
          </a:r>
        </a:p>
      </dsp:txBody>
      <dsp:txXfrm rot="5400000">
        <a:off x="1450311" y="844930"/>
        <a:ext cx="1343917" cy="2534793"/>
      </dsp:txXfrm>
    </dsp:sp>
    <dsp:sp modelId="{D5D236D0-A297-4AD5-A113-63A1E608C778}">
      <dsp:nvSpPr>
        <dsp:cNvPr id="0" name=""/>
        <dsp:cNvSpPr/>
      </dsp:nvSpPr>
      <dsp:spPr>
        <a:xfrm rot="16200000">
          <a:off x="1454654" y="1440368"/>
          <a:ext cx="4224655" cy="1343917"/>
        </a:xfrm>
        <a:prstGeom prst="flowChartManualOperati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Logical Operators (Used for Boolean logic)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&amp;&amp; (Logical AND) → (a &gt; 0 &amp;&amp; b &gt; 0)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|| (Logical OR) → (a &gt; 0 || b &gt; 0)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! (Logical NOT) → !(a &gt; b)</a:t>
          </a:r>
        </a:p>
      </dsp:txBody>
      <dsp:txXfrm rot="5400000">
        <a:off x="2895023" y="844930"/>
        <a:ext cx="1343917" cy="2534793"/>
      </dsp:txXfrm>
    </dsp:sp>
    <dsp:sp modelId="{97F7C108-CC51-4952-9339-E7DA3C45ACE2}">
      <dsp:nvSpPr>
        <dsp:cNvPr id="0" name=""/>
        <dsp:cNvSpPr/>
      </dsp:nvSpPr>
      <dsp:spPr>
        <a:xfrm rot="16200000">
          <a:off x="2899366" y="1440368"/>
          <a:ext cx="4224655" cy="1343917"/>
        </a:xfrm>
        <a:prstGeom prst="flowChartManualOperati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Bitwise Operators (Operate on binary values)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&amp; (Bitwise AND) → a &amp; b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| (Bitwise OR) → a | b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^ (Bitwise XOR) → a ^ b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/>
            <a:t>~ (Bitwise NOT) → ~a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&lt;&lt; (Left shift) → a &lt;&lt; 2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&gt;&gt; (Right shift) → a &gt;&gt; 2</a:t>
          </a:r>
        </a:p>
      </dsp:txBody>
      <dsp:txXfrm rot="5400000">
        <a:off x="4339735" y="844930"/>
        <a:ext cx="1343917" cy="2534793"/>
      </dsp:txXfrm>
    </dsp:sp>
    <dsp:sp modelId="{6B48F9CA-14E4-48A7-A505-4B688A8D367C}">
      <dsp:nvSpPr>
        <dsp:cNvPr id="0" name=""/>
        <dsp:cNvSpPr/>
      </dsp:nvSpPr>
      <dsp:spPr>
        <a:xfrm rot="16200000">
          <a:off x="4344078" y="1440368"/>
          <a:ext cx="4224655" cy="1343917"/>
        </a:xfrm>
        <a:prstGeom prst="flowChartManualOperati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Assignment Operators (Assign values to variables)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= (Assign) → a = 5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+= (Add &amp; assign) → a += 2 (a = a + 2)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-= (Subtract &amp; assign) → a -= 2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*= (Multiply &amp; assign) → a *= 2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/= (Divide &amp; assign) → a /= 2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%= (Modulus &amp; assign) → a %= 2</a:t>
          </a:r>
        </a:p>
      </dsp:txBody>
      <dsp:txXfrm rot="5400000">
        <a:off x="5784447" y="844930"/>
        <a:ext cx="1343917" cy="2534793"/>
      </dsp:txXfrm>
    </dsp:sp>
    <dsp:sp modelId="{0E6395B8-8E63-4241-8BF0-046B8AD81D03}">
      <dsp:nvSpPr>
        <dsp:cNvPr id="0" name=""/>
        <dsp:cNvSpPr/>
      </dsp:nvSpPr>
      <dsp:spPr>
        <a:xfrm rot="16200000">
          <a:off x="5788790" y="1440368"/>
          <a:ext cx="4224655" cy="1343917"/>
        </a:xfrm>
        <a:prstGeom prst="flowChartManualOperati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Increment &amp; Decrement Operators (Increase or decrease values)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++ (Increment) → a++ or ++a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-- (Decrement) → a-- or –a</a:t>
          </a:r>
        </a:p>
      </dsp:txBody>
      <dsp:txXfrm rot="5400000">
        <a:off x="7229159" y="844930"/>
        <a:ext cx="1343917" cy="2534793"/>
      </dsp:txXfrm>
    </dsp:sp>
    <dsp:sp modelId="{BE087F6F-6ED5-417A-BD85-CF59B2C75876}">
      <dsp:nvSpPr>
        <dsp:cNvPr id="0" name=""/>
        <dsp:cNvSpPr/>
      </dsp:nvSpPr>
      <dsp:spPr>
        <a:xfrm rot="16200000">
          <a:off x="7233502" y="1440368"/>
          <a:ext cx="4224655" cy="1343917"/>
        </a:xfrm>
        <a:prstGeom prst="flowChartManualOperati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Ternary Operator (Conditional Operator)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condition ? expr1 : expr2</a:t>
          </a:r>
        </a:p>
      </dsp:txBody>
      <dsp:txXfrm rot="5400000">
        <a:off x="8673871" y="844930"/>
        <a:ext cx="1343917" cy="2534793"/>
      </dsp:txXfrm>
    </dsp:sp>
    <dsp:sp modelId="{6491F434-8859-4ADE-9D6F-02A8213462F2}">
      <dsp:nvSpPr>
        <dsp:cNvPr id="0" name=""/>
        <dsp:cNvSpPr/>
      </dsp:nvSpPr>
      <dsp:spPr>
        <a:xfrm rot="16200000">
          <a:off x="8678213" y="1440368"/>
          <a:ext cx="4224655" cy="1343917"/>
        </a:xfrm>
        <a:prstGeom prst="flowChartManualOperation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88900" tIns="0" rIns="8890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kern="1200" dirty="0"/>
            <a:t>Special Operators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4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 err="1"/>
            <a:t>sizeof</a:t>
          </a:r>
          <a:r>
            <a:rPr lang="en-US" sz="1000" kern="1200" dirty="0"/>
            <a:t> (Finds size of variable/type) → </a:t>
          </a:r>
          <a:r>
            <a:rPr lang="en-US" sz="1000" kern="1200" dirty="0" err="1"/>
            <a:t>sizeof</a:t>
          </a:r>
          <a:r>
            <a:rPr lang="en-US" sz="1000" kern="1200" dirty="0"/>
            <a:t>(int)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&amp; (Address-of) → &amp;var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000" kern="1200" dirty="0"/>
            <a:t>* (Pointer dereference) → *</a:t>
          </a:r>
          <a:r>
            <a:rPr lang="en-IN" sz="1000" kern="1200" dirty="0" err="1"/>
            <a:t>ptr</a:t>
          </a:r>
          <a:endParaRPr lang="en-IN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it-IT" sz="1000" kern="1200" dirty="0"/>
            <a:t>, (Comma operator) → a = (b = 2, b + 3);</a:t>
          </a:r>
        </a:p>
      </dsp:txBody>
      <dsp:txXfrm rot="5400000">
        <a:off x="10118582" y="844930"/>
        <a:ext cx="1343917" cy="2534793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BF934A-C40A-432B-A3BE-27ED4AD66B77}">
      <dsp:nvSpPr>
        <dsp:cNvPr id="0" name=""/>
        <dsp:cNvSpPr/>
      </dsp:nvSpPr>
      <dsp:spPr>
        <a:xfrm rot="16200000">
          <a:off x="-1490510" y="2331693"/>
          <a:ext cx="3533965" cy="414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65626" bIns="0" numCol="1" spcCol="1270" anchor="t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Automatic</a:t>
          </a:r>
          <a:endParaRPr lang="en-IN" sz="2900" kern="1200" dirty="0"/>
        </a:p>
      </dsp:txBody>
      <dsp:txXfrm>
        <a:off x="-1490510" y="2331693"/>
        <a:ext cx="3533965" cy="414568"/>
      </dsp:txXfrm>
    </dsp:sp>
    <dsp:sp modelId="{D82C18A9-E16B-4A6E-B9BB-D91970906806}">
      <dsp:nvSpPr>
        <dsp:cNvPr id="0" name=""/>
        <dsp:cNvSpPr/>
      </dsp:nvSpPr>
      <dsp:spPr>
        <a:xfrm>
          <a:off x="483756" y="771994"/>
          <a:ext cx="2064989" cy="35339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365626" rIns="156464" bIns="15646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700" kern="1200" dirty="0"/>
            <a:t>Default storage class for local variables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b="1" i="0" kern="1200" dirty="0"/>
            <a:t>Scope:</a:t>
          </a:r>
          <a:r>
            <a:rPr lang="en-IN" sz="1700" b="0" i="0" kern="1200" dirty="0"/>
            <a:t> Local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700" b="1" i="0" kern="1200"/>
            <a:t>Default Value: </a:t>
          </a:r>
          <a:r>
            <a:rPr lang="en-IN" sz="1700" b="0" i="0" kern="1200"/>
            <a:t>Garbage Value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700" b="1" i="0" kern="1200"/>
            <a:t>Memory Location:</a:t>
          </a:r>
          <a:r>
            <a:rPr lang="en-IN" sz="1700" b="0" i="0" kern="1200"/>
            <a:t> RAM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1" i="0" kern="1200"/>
            <a:t>Lifetime: </a:t>
          </a:r>
          <a:r>
            <a:rPr lang="en-US" sz="1700" b="0" i="0" kern="1200"/>
            <a:t>Till the end of its scope</a:t>
          </a:r>
        </a:p>
      </dsp:txBody>
      <dsp:txXfrm>
        <a:off x="483756" y="771994"/>
        <a:ext cx="2064989" cy="3533965"/>
      </dsp:txXfrm>
    </dsp:sp>
    <dsp:sp modelId="{E90ABAC8-C284-4F5C-ACE1-8BD6EA6BD4C5}">
      <dsp:nvSpPr>
        <dsp:cNvPr id="0" name=""/>
        <dsp:cNvSpPr/>
      </dsp:nvSpPr>
      <dsp:spPr>
        <a:xfrm>
          <a:off x="69188" y="224764"/>
          <a:ext cx="829136" cy="829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7BFF16F6-25B5-45C7-8CCC-928C7585BB55}">
      <dsp:nvSpPr>
        <dsp:cNvPr id="0" name=""/>
        <dsp:cNvSpPr/>
      </dsp:nvSpPr>
      <dsp:spPr>
        <a:xfrm rot="16200000">
          <a:off x="1538919" y="2331693"/>
          <a:ext cx="3533965" cy="414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65626" bIns="0" numCol="1" spcCol="1270" anchor="t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Static</a:t>
          </a:r>
          <a:endParaRPr lang="en-IN" sz="2900" kern="1200" dirty="0"/>
        </a:p>
      </dsp:txBody>
      <dsp:txXfrm>
        <a:off x="1538919" y="2331693"/>
        <a:ext cx="3533965" cy="414568"/>
      </dsp:txXfrm>
    </dsp:sp>
    <dsp:sp modelId="{744EC1A4-3090-4C33-9A44-37390E8ED43A}">
      <dsp:nvSpPr>
        <dsp:cNvPr id="0" name=""/>
        <dsp:cNvSpPr/>
      </dsp:nvSpPr>
      <dsp:spPr>
        <a:xfrm>
          <a:off x="3513186" y="771994"/>
          <a:ext cx="2064989" cy="35339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365626" rIns="156464" bIns="15646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b="1" i="0" kern="1200"/>
            <a:t>Scope:</a:t>
          </a:r>
          <a:r>
            <a:rPr lang="en-IN" sz="1700" b="0" i="0" kern="1200"/>
            <a:t> Local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700" b="1" i="0" kern="1200"/>
            <a:t>Default Value: </a:t>
          </a:r>
          <a:r>
            <a:rPr lang="en-IN" sz="1700" b="0" i="0" kern="1200"/>
            <a:t>Zero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700" b="1" i="0" kern="1200"/>
            <a:t>Memory Location:</a:t>
          </a:r>
          <a:r>
            <a:rPr lang="en-IN" sz="1700" b="0" i="0" kern="1200"/>
            <a:t> RAM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1" i="0" kern="1200"/>
            <a:t>Lifetime: </a:t>
          </a:r>
          <a:r>
            <a:rPr lang="en-US" sz="1700" b="0" i="0" kern="1200"/>
            <a:t>Till the end of the program</a:t>
          </a:r>
        </a:p>
      </dsp:txBody>
      <dsp:txXfrm>
        <a:off x="3513186" y="771994"/>
        <a:ext cx="2064989" cy="3533965"/>
      </dsp:txXfrm>
    </dsp:sp>
    <dsp:sp modelId="{6EB8079F-FB44-420D-94C0-E5996E0CD95B}">
      <dsp:nvSpPr>
        <dsp:cNvPr id="0" name=""/>
        <dsp:cNvSpPr/>
      </dsp:nvSpPr>
      <dsp:spPr>
        <a:xfrm>
          <a:off x="3098618" y="224764"/>
          <a:ext cx="829136" cy="829136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DAE353C8-541E-487B-8870-A50C28258A21}">
      <dsp:nvSpPr>
        <dsp:cNvPr id="0" name=""/>
        <dsp:cNvSpPr/>
      </dsp:nvSpPr>
      <dsp:spPr>
        <a:xfrm rot="16200000">
          <a:off x="4568349" y="2331693"/>
          <a:ext cx="3533965" cy="414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65626" bIns="0" numCol="1" spcCol="1270" anchor="t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Extern</a:t>
          </a:r>
          <a:endParaRPr lang="en-IN" sz="2900" kern="1200" dirty="0"/>
        </a:p>
      </dsp:txBody>
      <dsp:txXfrm>
        <a:off x="4568349" y="2331693"/>
        <a:ext cx="3533965" cy="414568"/>
      </dsp:txXfrm>
    </dsp:sp>
    <dsp:sp modelId="{8B117C53-E743-4717-A0E2-8CB5BE891168}">
      <dsp:nvSpPr>
        <dsp:cNvPr id="0" name=""/>
        <dsp:cNvSpPr/>
      </dsp:nvSpPr>
      <dsp:spPr>
        <a:xfrm>
          <a:off x="6542616" y="771994"/>
          <a:ext cx="2064989" cy="35339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365626" rIns="156464" bIns="15646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b="1" i="0" kern="1200"/>
            <a:t>Scope:</a:t>
          </a:r>
          <a:r>
            <a:rPr lang="en-IN" sz="1700" b="0" i="0" kern="1200"/>
            <a:t> Global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700" b="1" i="0" kern="1200"/>
            <a:t>Default Value: </a:t>
          </a:r>
          <a:r>
            <a:rPr lang="en-IN" sz="1700" b="0" i="0" kern="1200"/>
            <a:t>Zero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700" b="1" i="0" kern="1200"/>
            <a:t>Memory Location:</a:t>
          </a:r>
          <a:r>
            <a:rPr lang="en-IN" sz="1700" b="0" i="0" kern="1200"/>
            <a:t> RAM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1" i="0" kern="1200"/>
            <a:t>Lifetime: </a:t>
          </a:r>
          <a:r>
            <a:rPr lang="en-US" sz="1700" b="0" i="0" kern="1200"/>
            <a:t>Till the end of the program.</a:t>
          </a:r>
        </a:p>
      </dsp:txBody>
      <dsp:txXfrm>
        <a:off x="6542616" y="771994"/>
        <a:ext cx="2064989" cy="3533965"/>
      </dsp:txXfrm>
    </dsp:sp>
    <dsp:sp modelId="{D1C8051F-8B60-4C82-B951-247FF0EF82CC}">
      <dsp:nvSpPr>
        <dsp:cNvPr id="0" name=""/>
        <dsp:cNvSpPr/>
      </dsp:nvSpPr>
      <dsp:spPr>
        <a:xfrm>
          <a:off x="6128048" y="224764"/>
          <a:ext cx="829136" cy="829136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3A6F9DA4-5D81-434F-B189-64FAAA8FE89E}">
      <dsp:nvSpPr>
        <dsp:cNvPr id="0" name=""/>
        <dsp:cNvSpPr/>
      </dsp:nvSpPr>
      <dsp:spPr>
        <a:xfrm rot="16200000">
          <a:off x="7597779" y="2331693"/>
          <a:ext cx="3533965" cy="4145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365626" bIns="0" numCol="1" spcCol="1270" anchor="t" anchorCtr="0">
          <a:noAutofit/>
        </a:bodyPr>
        <a:lstStyle/>
        <a:p>
          <a:pPr marL="0" lvl="0" indent="0" algn="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Register</a:t>
          </a:r>
          <a:endParaRPr lang="en-IN" sz="2900" kern="1200" dirty="0"/>
        </a:p>
      </dsp:txBody>
      <dsp:txXfrm>
        <a:off x="7597779" y="2331693"/>
        <a:ext cx="3533965" cy="414568"/>
      </dsp:txXfrm>
    </dsp:sp>
    <dsp:sp modelId="{B15854AD-10CB-4F53-B4C5-74375F9709BD}">
      <dsp:nvSpPr>
        <dsp:cNvPr id="0" name=""/>
        <dsp:cNvSpPr/>
      </dsp:nvSpPr>
      <dsp:spPr>
        <a:xfrm>
          <a:off x="9572046" y="771994"/>
          <a:ext cx="2064989" cy="3533965"/>
        </a:xfrm>
        <a:prstGeom prst="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365626" rIns="156464" bIns="156464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700" b="1" i="0" kern="1200"/>
            <a:t>Scope:</a:t>
          </a:r>
          <a:r>
            <a:rPr lang="en-IN" sz="1700" b="0" i="0" kern="1200"/>
            <a:t> Local</a:t>
          </a:r>
          <a:endParaRPr lang="en-IN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IN" sz="1700" b="1" i="0" kern="1200"/>
            <a:t>Default Value: </a:t>
          </a:r>
          <a:r>
            <a:rPr lang="en-IN" sz="1700" b="0" i="0" kern="1200"/>
            <a:t>Garbage Value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1" i="0" kern="1200"/>
            <a:t>Memory Location:</a:t>
          </a:r>
          <a:r>
            <a:rPr lang="en-US" sz="1700" b="0" i="0" kern="1200"/>
            <a:t> Register in CPU or RAM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700" b="1" i="0" kern="1200"/>
            <a:t>Lifetime: </a:t>
          </a:r>
          <a:r>
            <a:rPr lang="en-US" sz="1700" b="0" i="0" kern="1200"/>
            <a:t>Till the end of its scope</a:t>
          </a:r>
        </a:p>
      </dsp:txBody>
      <dsp:txXfrm>
        <a:off x="9572046" y="771994"/>
        <a:ext cx="2064989" cy="3533965"/>
      </dsp:txXfrm>
    </dsp:sp>
    <dsp:sp modelId="{8F940F62-A171-4BBB-8079-1024C156A715}">
      <dsp:nvSpPr>
        <dsp:cNvPr id="0" name=""/>
        <dsp:cNvSpPr/>
      </dsp:nvSpPr>
      <dsp:spPr>
        <a:xfrm>
          <a:off x="9157478" y="224764"/>
          <a:ext cx="829136" cy="829136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  <a:effectLst/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266B81-2DEC-4875-8AE4-4408856CE652}">
      <dsp:nvSpPr>
        <dsp:cNvPr id="0" name=""/>
        <dsp:cNvSpPr/>
      </dsp:nvSpPr>
      <dsp:spPr>
        <a:xfrm>
          <a:off x="7854801" y="2164360"/>
          <a:ext cx="1993047" cy="316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5460"/>
              </a:lnTo>
              <a:lnTo>
                <a:pt x="1993047" y="215460"/>
              </a:lnTo>
              <a:lnTo>
                <a:pt x="1993047" y="316169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9B1D85-0D5C-4A02-82EB-9D9B59F3BEDA}">
      <dsp:nvSpPr>
        <dsp:cNvPr id="0" name=""/>
        <dsp:cNvSpPr/>
      </dsp:nvSpPr>
      <dsp:spPr>
        <a:xfrm>
          <a:off x="7854801" y="2164360"/>
          <a:ext cx="664349" cy="316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5460"/>
              </a:lnTo>
              <a:lnTo>
                <a:pt x="664349" y="215460"/>
              </a:lnTo>
              <a:lnTo>
                <a:pt x="664349" y="316169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75D145-E654-4B16-84FB-6682F2A2970C}">
      <dsp:nvSpPr>
        <dsp:cNvPr id="0" name=""/>
        <dsp:cNvSpPr/>
      </dsp:nvSpPr>
      <dsp:spPr>
        <a:xfrm>
          <a:off x="7190452" y="2164360"/>
          <a:ext cx="664349" cy="316169"/>
        </a:xfrm>
        <a:custGeom>
          <a:avLst/>
          <a:gdLst/>
          <a:ahLst/>
          <a:cxnLst/>
          <a:rect l="0" t="0" r="0" b="0"/>
          <a:pathLst>
            <a:path>
              <a:moveTo>
                <a:pt x="664349" y="0"/>
              </a:moveTo>
              <a:lnTo>
                <a:pt x="664349" y="215460"/>
              </a:lnTo>
              <a:lnTo>
                <a:pt x="0" y="215460"/>
              </a:lnTo>
              <a:lnTo>
                <a:pt x="0" y="316169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DCE007-F745-4A6C-91B1-C0A1B1FC4A74}">
      <dsp:nvSpPr>
        <dsp:cNvPr id="0" name=""/>
        <dsp:cNvSpPr/>
      </dsp:nvSpPr>
      <dsp:spPr>
        <a:xfrm>
          <a:off x="5861753" y="2164360"/>
          <a:ext cx="1993047" cy="316169"/>
        </a:xfrm>
        <a:custGeom>
          <a:avLst/>
          <a:gdLst/>
          <a:ahLst/>
          <a:cxnLst/>
          <a:rect l="0" t="0" r="0" b="0"/>
          <a:pathLst>
            <a:path>
              <a:moveTo>
                <a:pt x="1993047" y="0"/>
              </a:moveTo>
              <a:lnTo>
                <a:pt x="1993047" y="215460"/>
              </a:lnTo>
              <a:lnTo>
                <a:pt x="0" y="215460"/>
              </a:lnTo>
              <a:lnTo>
                <a:pt x="0" y="316169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2924F8-1C65-4577-8F44-18449577C25E}">
      <dsp:nvSpPr>
        <dsp:cNvPr id="0" name=""/>
        <dsp:cNvSpPr/>
      </dsp:nvSpPr>
      <dsp:spPr>
        <a:xfrm>
          <a:off x="4200880" y="1157871"/>
          <a:ext cx="3653920" cy="316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5460"/>
              </a:lnTo>
              <a:lnTo>
                <a:pt x="3653920" y="215460"/>
              </a:lnTo>
              <a:lnTo>
                <a:pt x="3653920" y="316169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A545A6-0DC0-41AC-B819-2E772F0829C7}">
      <dsp:nvSpPr>
        <dsp:cNvPr id="0" name=""/>
        <dsp:cNvSpPr/>
      </dsp:nvSpPr>
      <dsp:spPr>
        <a:xfrm>
          <a:off x="4487335" y="3170850"/>
          <a:ext cx="91440" cy="316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169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A4175B-4B23-4E45-AF65-0B94933CF93F}">
      <dsp:nvSpPr>
        <dsp:cNvPr id="0" name=""/>
        <dsp:cNvSpPr/>
      </dsp:nvSpPr>
      <dsp:spPr>
        <a:xfrm>
          <a:off x="3868706" y="2164360"/>
          <a:ext cx="664349" cy="3161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5460"/>
              </a:lnTo>
              <a:lnTo>
                <a:pt x="664349" y="215460"/>
              </a:lnTo>
              <a:lnTo>
                <a:pt x="664349" y="316169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779227-6EB9-49E3-8A47-37A136EC70CB}">
      <dsp:nvSpPr>
        <dsp:cNvPr id="0" name=""/>
        <dsp:cNvSpPr/>
      </dsp:nvSpPr>
      <dsp:spPr>
        <a:xfrm>
          <a:off x="3158636" y="3170850"/>
          <a:ext cx="91440" cy="316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169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AC3AE6-2D55-40DC-9F44-1DA6E19CCFA8}">
      <dsp:nvSpPr>
        <dsp:cNvPr id="0" name=""/>
        <dsp:cNvSpPr/>
      </dsp:nvSpPr>
      <dsp:spPr>
        <a:xfrm>
          <a:off x="3204356" y="2164360"/>
          <a:ext cx="664349" cy="316169"/>
        </a:xfrm>
        <a:custGeom>
          <a:avLst/>
          <a:gdLst/>
          <a:ahLst/>
          <a:cxnLst/>
          <a:rect l="0" t="0" r="0" b="0"/>
          <a:pathLst>
            <a:path>
              <a:moveTo>
                <a:pt x="664349" y="0"/>
              </a:moveTo>
              <a:lnTo>
                <a:pt x="664349" y="215460"/>
              </a:lnTo>
              <a:lnTo>
                <a:pt x="0" y="215460"/>
              </a:lnTo>
              <a:lnTo>
                <a:pt x="0" y="316169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0AF62D-1012-423B-8873-F50A289D710C}">
      <dsp:nvSpPr>
        <dsp:cNvPr id="0" name=""/>
        <dsp:cNvSpPr/>
      </dsp:nvSpPr>
      <dsp:spPr>
        <a:xfrm>
          <a:off x="3868706" y="1157871"/>
          <a:ext cx="332174" cy="316169"/>
        </a:xfrm>
        <a:custGeom>
          <a:avLst/>
          <a:gdLst/>
          <a:ahLst/>
          <a:cxnLst/>
          <a:rect l="0" t="0" r="0" b="0"/>
          <a:pathLst>
            <a:path>
              <a:moveTo>
                <a:pt x="332174" y="0"/>
              </a:moveTo>
              <a:lnTo>
                <a:pt x="332174" y="215460"/>
              </a:lnTo>
              <a:lnTo>
                <a:pt x="0" y="215460"/>
              </a:lnTo>
              <a:lnTo>
                <a:pt x="0" y="316169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7C8D2E-7F4F-4330-9B48-AE8E6BCF9C2C}">
      <dsp:nvSpPr>
        <dsp:cNvPr id="0" name=""/>
        <dsp:cNvSpPr/>
      </dsp:nvSpPr>
      <dsp:spPr>
        <a:xfrm>
          <a:off x="1829938" y="2164360"/>
          <a:ext cx="91440" cy="316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169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01C024B-012C-4352-818B-F3BCB8F24B23}">
      <dsp:nvSpPr>
        <dsp:cNvPr id="0" name=""/>
        <dsp:cNvSpPr/>
      </dsp:nvSpPr>
      <dsp:spPr>
        <a:xfrm>
          <a:off x="1875658" y="1157871"/>
          <a:ext cx="2325222" cy="316169"/>
        </a:xfrm>
        <a:custGeom>
          <a:avLst/>
          <a:gdLst/>
          <a:ahLst/>
          <a:cxnLst/>
          <a:rect l="0" t="0" r="0" b="0"/>
          <a:pathLst>
            <a:path>
              <a:moveTo>
                <a:pt x="2325222" y="0"/>
              </a:moveTo>
              <a:lnTo>
                <a:pt x="2325222" y="215460"/>
              </a:lnTo>
              <a:lnTo>
                <a:pt x="0" y="215460"/>
              </a:lnTo>
              <a:lnTo>
                <a:pt x="0" y="316169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6021CE-B6C0-43A1-AE10-EF9EDFF35FB5}">
      <dsp:nvSpPr>
        <dsp:cNvPr id="0" name=""/>
        <dsp:cNvSpPr/>
      </dsp:nvSpPr>
      <dsp:spPr>
        <a:xfrm>
          <a:off x="501240" y="2164360"/>
          <a:ext cx="91440" cy="3161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16169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F7FA92-2AE9-4B4C-92A1-6790C8D14BC0}">
      <dsp:nvSpPr>
        <dsp:cNvPr id="0" name=""/>
        <dsp:cNvSpPr/>
      </dsp:nvSpPr>
      <dsp:spPr>
        <a:xfrm>
          <a:off x="546960" y="1157871"/>
          <a:ext cx="3653920" cy="316169"/>
        </a:xfrm>
        <a:custGeom>
          <a:avLst/>
          <a:gdLst/>
          <a:ahLst/>
          <a:cxnLst/>
          <a:rect l="0" t="0" r="0" b="0"/>
          <a:pathLst>
            <a:path>
              <a:moveTo>
                <a:pt x="3653920" y="0"/>
              </a:moveTo>
              <a:lnTo>
                <a:pt x="3653920" y="215460"/>
              </a:lnTo>
              <a:lnTo>
                <a:pt x="0" y="215460"/>
              </a:lnTo>
              <a:lnTo>
                <a:pt x="0" y="316169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C7DAA1-64A0-40BE-AE1D-C6FF32497C3D}">
      <dsp:nvSpPr>
        <dsp:cNvPr id="0" name=""/>
        <dsp:cNvSpPr/>
      </dsp:nvSpPr>
      <dsp:spPr>
        <a:xfrm>
          <a:off x="3657322" y="467552"/>
          <a:ext cx="1087116" cy="690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000593D-25F8-405E-A0AD-38480804F52F}">
      <dsp:nvSpPr>
        <dsp:cNvPr id="0" name=""/>
        <dsp:cNvSpPr/>
      </dsp:nvSpPr>
      <dsp:spPr>
        <a:xfrm>
          <a:off x="3778113" y="582303"/>
          <a:ext cx="1087116" cy="69031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Statements</a:t>
          </a:r>
        </a:p>
      </dsp:txBody>
      <dsp:txXfrm>
        <a:off x="3798332" y="602522"/>
        <a:ext cx="1046678" cy="649881"/>
      </dsp:txXfrm>
    </dsp:sp>
    <dsp:sp modelId="{D9BC6BDC-21BD-4647-BAE5-826841E7333C}">
      <dsp:nvSpPr>
        <dsp:cNvPr id="0" name=""/>
        <dsp:cNvSpPr/>
      </dsp:nvSpPr>
      <dsp:spPr>
        <a:xfrm>
          <a:off x="3401" y="1474041"/>
          <a:ext cx="1087116" cy="690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ACCC9CB-93F9-4B97-AA76-CC879EAB5298}">
      <dsp:nvSpPr>
        <dsp:cNvPr id="0" name=""/>
        <dsp:cNvSpPr/>
      </dsp:nvSpPr>
      <dsp:spPr>
        <a:xfrm>
          <a:off x="124192" y="1588792"/>
          <a:ext cx="1087116" cy="69031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Expression Statement</a:t>
          </a:r>
        </a:p>
      </dsp:txBody>
      <dsp:txXfrm>
        <a:off x="144411" y="1609011"/>
        <a:ext cx="1046678" cy="649881"/>
      </dsp:txXfrm>
    </dsp:sp>
    <dsp:sp modelId="{A1A472F6-DD5E-4E78-B1A5-CEEC8D052ECA}">
      <dsp:nvSpPr>
        <dsp:cNvPr id="0" name=""/>
        <dsp:cNvSpPr/>
      </dsp:nvSpPr>
      <dsp:spPr>
        <a:xfrm>
          <a:off x="3401" y="2480530"/>
          <a:ext cx="1087116" cy="690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729D7CA-1CE4-4E5C-9CBB-F9249B4188A8}">
      <dsp:nvSpPr>
        <dsp:cNvPr id="0" name=""/>
        <dsp:cNvSpPr/>
      </dsp:nvSpPr>
      <dsp:spPr>
        <a:xfrm>
          <a:off x="124192" y="2595282"/>
          <a:ext cx="1087116" cy="69031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c = a + b</a:t>
          </a:r>
        </a:p>
      </dsp:txBody>
      <dsp:txXfrm>
        <a:off x="144411" y="2615501"/>
        <a:ext cx="1046678" cy="649881"/>
      </dsp:txXfrm>
    </dsp:sp>
    <dsp:sp modelId="{5E645AE2-C847-4690-95E3-9A2F8444261B}">
      <dsp:nvSpPr>
        <dsp:cNvPr id="0" name=""/>
        <dsp:cNvSpPr/>
      </dsp:nvSpPr>
      <dsp:spPr>
        <a:xfrm>
          <a:off x="1332100" y="1474041"/>
          <a:ext cx="1087116" cy="690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7FC9CAD-AA30-4064-A482-E82763D6C343}">
      <dsp:nvSpPr>
        <dsp:cNvPr id="0" name=""/>
        <dsp:cNvSpPr/>
      </dsp:nvSpPr>
      <dsp:spPr>
        <a:xfrm>
          <a:off x="1452890" y="1588792"/>
          <a:ext cx="1087116" cy="69031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Declaration Statement</a:t>
          </a:r>
        </a:p>
      </dsp:txBody>
      <dsp:txXfrm>
        <a:off x="1473109" y="1609011"/>
        <a:ext cx="1046678" cy="649881"/>
      </dsp:txXfrm>
    </dsp:sp>
    <dsp:sp modelId="{E5E462A1-01BD-4ED3-AC1B-6816CE3A9BC2}">
      <dsp:nvSpPr>
        <dsp:cNvPr id="0" name=""/>
        <dsp:cNvSpPr/>
      </dsp:nvSpPr>
      <dsp:spPr>
        <a:xfrm>
          <a:off x="1332100" y="2480530"/>
          <a:ext cx="1087116" cy="690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AF1A7E1-2A63-41ED-A50C-1F2D22D184CF}">
      <dsp:nvSpPr>
        <dsp:cNvPr id="0" name=""/>
        <dsp:cNvSpPr/>
      </dsp:nvSpPr>
      <dsp:spPr>
        <a:xfrm>
          <a:off x="1452890" y="2595282"/>
          <a:ext cx="1087116" cy="69031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int </a:t>
          </a:r>
          <a:r>
            <a:rPr lang="en-IN" sz="1300" kern="1200" dirty="0" err="1"/>
            <a:t>val</a:t>
          </a:r>
          <a:r>
            <a:rPr lang="en-IN" sz="1300" kern="1200" dirty="0"/>
            <a:t> = 0</a:t>
          </a:r>
        </a:p>
      </dsp:txBody>
      <dsp:txXfrm>
        <a:off x="1473109" y="2615501"/>
        <a:ext cx="1046678" cy="649881"/>
      </dsp:txXfrm>
    </dsp:sp>
    <dsp:sp modelId="{9F76C95C-FE92-4256-92A6-474A3C3B247F}">
      <dsp:nvSpPr>
        <dsp:cNvPr id="0" name=""/>
        <dsp:cNvSpPr/>
      </dsp:nvSpPr>
      <dsp:spPr>
        <a:xfrm>
          <a:off x="3325147" y="1474041"/>
          <a:ext cx="1087116" cy="690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CCA7497-1E47-4268-9F85-A39FBAEDD70A}">
      <dsp:nvSpPr>
        <dsp:cNvPr id="0" name=""/>
        <dsp:cNvSpPr/>
      </dsp:nvSpPr>
      <dsp:spPr>
        <a:xfrm>
          <a:off x="3445938" y="1588792"/>
          <a:ext cx="1087116" cy="69031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Control Flow Statement</a:t>
          </a:r>
        </a:p>
      </dsp:txBody>
      <dsp:txXfrm>
        <a:off x="3466157" y="1609011"/>
        <a:ext cx="1046678" cy="649881"/>
      </dsp:txXfrm>
    </dsp:sp>
    <dsp:sp modelId="{C7048201-0F8B-475F-98D4-437F1A032121}">
      <dsp:nvSpPr>
        <dsp:cNvPr id="0" name=""/>
        <dsp:cNvSpPr/>
      </dsp:nvSpPr>
      <dsp:spPr>
        <a:xfrm>
          <a:off x="2660798" y="2480530"/>
          <a:ext cx="1087116" cy="690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3E7C5CA-F289-4E70-8893-ECECA1CDA1D0}">
      <dsp:nvSpPr>
        <dsp:cNvPr id="0" name=""/>
        <dsp:cNvSpPr/>
      </dsp:nvSpPr>
      <dsp:spPr>
        <a:xfrm>
          <a:off x="2781589" y="2595282"/>
          <a:ext cx="1087116" cy="69031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Conditional Statement</a:t>
          </a:r>
        </a:p>
      </dsp:txBody>
      <dsp:txXfrm>
        <a:off x="2801808" y="2615501"/>
        <a:ext cx="1046678" cy="649881"/>
      </dsp:txXfrm>
    </dsp:sp>
    <dsp:sp modelId="{FDFDDB3A-1D82-4BC1-ADC1-B2808894FB90}">
      <dsp:nvSpPr>
        <dsp:cNvPr id="0" name=""/>
        <dsp:cNvSpPr/>
      </dsp:nvSpPr>
      <dsp:spPr>
        <a:xfrm>
          <a:off x="2660798" y="3487019"/>
          <a:ext cx="1087116" cy="690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D86EA42-6CC5-40B9-8129-E44003882B6E}">
      <dsp:nvSpPr>
        <dsp:cNvPr id="0" name=""/>
        <dsp:cNvSpPr/>
      </dsp:nvSpPr>
      <dsp:spPr>
        <a:xfrm>
          <a:off x="2781589" y="3601771"/>
          <a:ext cx="1087116" cy="69031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if (a&gt;b){ }</a:t>
          </a:r>
        </a:p>
      </dsp:txBody>
      <dsp:txXfrm>
        <a:off x="2801808" y="3621990"/>
        <a:ext cx="1046678" cy="649881"/>
      </dsp:txXfrm>
    </dsp:sp>
    <dsp:sp modelId="{C826A3D7-F311-4DDC-BB0B-EC963B09F28A}">
      <dsp:nvSpPr>
        <dsp:cNvPr id="0" name=""/>
        <dsp:cNvSpPr/>
      </dsp:nvSpPr>
      <dsp:spPr>
        <a:xfrm>
          <a:off x="3989496" y="2480530"/>
          <a:ext cx="1087116" cy="690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19620E3-FA07-4551-970A-5D4016E44164}">
      <dsp:nvSpPr>
        <dsp:cNvPr id="0" name=""/>
        <dsp:cNvSpPr/>
      </dsp:nvSpPr>
      <dsp:spPr>
        <a:xfrm>
          <a:off x="4110287" y="2595282"/>
          <a:ext cx="1087116" cy="69031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Looping Statement</a:t>
          </a:r>
        </a:p>
      </dsp:txBody>
      <dsp:txXfrm>
        <a:off x="4130506" y="2615501"/>
        <a:ext cx="1046678" cy="649881"/>
      </dsp:txXfrm>
    </dsp:sp>
    <dsp:sp modelId="{53D82FDE-BB48-4E6F-9F7B-A5730393E581}">
      <dsp:nvSpPr>
        <dsp:cNvPr id="0" name=""/>
        <dsp:cNvSpPr/>
      </dsp:nvSpPr>
      <dsp:spPr>
        <a:xfrm>
          <a:off x="3989496" y="3487019"/>
          <a:ext cx="1087116" cy="690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EE3623F-2861-427C-A232-EAA83FF150FD}">
      <dsp:nvSpPr>
        <dsp:cNvPr id="0" name=""/>
        <dsp:cNvSpPr/>
      </dsp:nvSpPr>
      <dsp:spPr>
        <a:xfrm>
          <a:off x="4110287" y="3601771"/>
          <a:ext cx="1087116" cy="69031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for (</a:t>
          </a:r>
          <a:r>
            <a:rPr lang="en-IN" sz="1300" kern="1200" dirty="0" err="1"/>
            <a:t>ctr</a:t>
          </a:r>
          <a:r>
            <a:rPr lang="en-IN" sz="1300" kern="1200" dirty="0"/>
            <a:t>=0; </a:t>
          </a:r>
          <a:r>
            <a:rPr lang="en-IN" sz="1300" kern="1200" dirty="0" err="1"/>
            <a:t>ctr</a:t>
          </a:r>
          <a:r>
            <a:rPr lang="en-IN" sz="1300" kern="1200" dirty="0"/>
            <a:t>&lt;5;ctr++){}</a:t>
          </a:r>
        </a:p>
      </dsp:txBody>
      <dsp:txXfrm>
        <a:off x="4130506" y="3621990"/>
        <a:ext cx="1046678" cy="649881"/>
      </dsp:txXfrm>
    </dsp:sp>
    <dsp:sp modelId="{2FCC5310-9DC6-43FB-9289-36E8A5B98573}">
      <dsp:nvSpPr>
        <dsp:cNvPr id="0" name=""/>
        <dsp:cNvSpPr/>
      </dsp:nvSpPr>
      <dsp:spPr>
        <a:xfrm>
          <a:off x="7311243" y="1474041"/>
          <a:ext cx="1087116" cy="690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57CEB7D-7F01-44A6-892F-779AA49D83DA}">
      <dsp:nvSpPr>
        <dsp:cNvPr id="0" name=""/>
        <dsp:cNvSpPr/>
      </dsp:nvSpPr>
      <dsp:spPr>
        <a:xfrm>
          <a:off x="7432033" y="1588792"/>
          <a:ext cx="1087116" cy="69031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Jump Statement</a:t>
          </a:r>
        </a:p>
      </dsp:txBody>
      <dsp:txXfrm>
        <a:off x="7452252" y="1609011"/>
        <a:ext cx="1046678" cy="649881"/>
      </dsp:txXfrm>
    </dsp:sp>
    <dsp:sp modelId="{5BDF3EB0-0EF3-4730-AACE-07BB53E9EDD4}">
      <dsp:nvSpPr>
        <dsp:cNvPr id="0" name=""/>
        <dsp:cNvSpPr/>
      </dsp:nvSpPr>
      <dsp:spPr>
        <a:xfrm>
          <a:off x="5318195" y="2480530"/>
          <a:ext cx="1087116" cy="690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F8B986E-1249-426C-83E0-70373A5AC99B}">
      <dsp:nvSpPr>
        <dsp:cNvPr id="0" name=""/>
        <dsp:cNvSpPr/>
      </dsp:nvSpPr>
      <dsp:spPr>
        <a:xfrm>
          <a:off x="5438986" y="2595282"/>
          <a:ext cx="1087116" cy="69031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break</a:t>
          </a:r>
        </a:p>
      </dsp:txBody>
      <dsp:txXfrm>
        <a:off x="5459205" y="2615501"/>
        <a:ext cx="1046678" cy="649881"/>
      </dsp:txXfrm>
    </dsp:sp>
    <dsp:sp modelId="{AABEA5FE-33A7-4849-B135-FDF71BB7B2FF}">
      <dsp:nvSpPr>
        <dsp:cNvPr id="0" name=""/>
        <dsp:cNvSpPr/>
      </dsp:nvSpPr>
      <dsp:spPr>
        <a:xfrm>
          <a:off x="6646893" y="2480530"/>
          <a:ext cx="1087116" cy="690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B49627B-3BD8-4EC7-BB6F-445818916E83}">
      <dsp:nvSpPr>
        <dsp:cNvPr id="0" name=""/>
        <dsp:cNvSpPr/>
      </dsp:nvSpPr>
      <dsp:spPr>
        <a:xfrm>
          <a:off x="6767684" y="2595282"/>
          <a:ext cx="1087116" cy="69031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continue</a:t>
          </a:r>
        </a:p>
      </dsp:txBody>
      <dsp:txXfrm>
        <a:off x="6787903" y="2615501"/>
        <a:ext cx="1046678" cy="649881"/>
      </dsp:txXfrm>
    </dsp:sp>
    <dsp:sp modelId="{C3A8733C-9F12-452E-B9C7-22D34876EDD4}">
      <dsp:nvSpPr>
        <dsp:cNvPr id="0" name=""/>
        <dsp:cNvSpPr/>
      </dsp:nvSpPr>
      <dsp:spPr>
        <a:xfrm>
          <a:off x="7975592" y="2480530"/>
          <a:ext cx="1087116" cy="690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7062D95-9D95-4A07-A6DB-E22272480A31}">
      <dsp:nvSpPr>
        <dsp:cNvPr id="0" name=""/>
        <dsp:cNvSpPr/>
      </dsp:nvSpPr>
      <dsp:spPr>
        <a:xfrm>
          <a:off x="8096383" y="2595282"/>
          <a:ext cx="1087116" cy="69031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return</a:t>
          </a:r>
        </a:p>
      </dsp:txBody>
      <dsp:txXfrm>
        <a:off x="8116602" y="2615501"/>
        <a:ext cx="1046678" cy="649881"/>
      </dsp:txXfrm>
    </dsp:sp>
    <dsp:sp modelId="{674B226E-56F9-4D36-8AAC-E45A9CB50278}">
      <dsp:nvSpPr>
        <dsp:cNvPr id="0" name=""/>
        <dsp:cNvSpPr/>
      </dsp:nvSpPr>
      <dsp:spPr>
        <a:xfrm>
          <a:off x="9304290" y="2480530"/>
          <a:ext cx="1087116" cy="69031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8DEC584-B833-4419-BF10-4760C70A5407}">
      <dsp:nvSpPr>
        <dsp:cNvPr id="0" name=""/>
        <dsp:cNvSpPr/>
      </dsp:nvSpPr>
      <dsp:spPr>
        <a:xfrm>
          <a:off x="9425081" y="2595282"/>
          <a:ext cx="1087116" cy="690319"/>
        </a:xfrm>
        <a:prstGeom prst="roundRect">
          <a:avLst>
            <a:gd name="adj" fmla="val 10000"/>
          </a:avLst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z="190500"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 err="1"/>
            <a:t>goto</a:t>
          </a:r>
          <a:endParaRPr lang="en-IN" sz="1300" kern="1200" dirty="0"/>
        </a:p>
      </dsp:txBody>
      <dsp:txXfrm>
        <a:off x="9445300" y="2615501"/>
        <a:ext cx="1046678" cy="649881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22295-93E8-4868-9344-83E00CD7BB3D}">
      <dsp:nvSpPr>
        <dsp:cNvPr id="0" name=""/>
        <dsp:cNvSpPr/>
      </dsp:nvSpPr>
      <dsp:spPr>
        <a:xfrm>
          <a:off x="2725" y="600659"/>
          <a:ext cx="3233055" cy="1815954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t="19691" b="19691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23DFFFB7-3088-4F3B-809A-B474088ED03C}">
      <dsp:nvSpPr>
        <dsp:cNvPr id="0" name=""/>
        <dsp:cNvSpPr/>
      </dsp:nvSpPr>
      <dsp:spPr>
        <a:xfrm>
          <a:off x="2725" y="254396"/>
          <a:ext cx="3233055" cy="312700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if</a:t>
          </a:r>
        </a:p>
      </dsp:txBody>
      <dsp:txXfrm>
        <a:off x="2725" y="254396"/>
        <a:ext cx="3233055" cy="312700"/>
      </dsp:txXfrm>
    </dsp:sp>
    <dsp:sp modelId="{06E53499-3470-4E6C-8BC5-DD2DDDCB5F41}">
      <dsp:nvSpPr>
        <dsp:cNvPr id="0" name=""/>
        <dsp:cNvSpPr/>
      </dsp:nvSpPr>
      <dsp:spPr>
        <a:xfrm>
          <a:off x="3898800" y="600659"/>
          <a:ext cx="3233055" cy="1815954"/>
        </a:xfrm>
        <a:prstGeom prst="rect">
          <a:avLst/>
        </a:prstGeom>
        <a:blipFill dpi="0" rotWithShape="1">
          <a:blip xmlns:r="http://schemas.openxmlformats.org/officeDocument/2006/relationships" r:embed="rId2"/>
          <a:srcRect/>
          <a:stretch>
            <a:fillRect l="15181" r="15181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DCD3A7EF-C642-4318-921E-44394E0880C2}">
      <dsp:nvSpPr>
        <dsp:cNvPr id="0" name=""/>
        <dsp:cNvSpPr/>
      </dsp:nvSpPr>
      <dsp:spPr>
        <a:xfrm>
          <a:off x="3898800" y="254396"/>
          <a:ext cx="3233055" cy="312700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if </a:t>
          </a:r>
          <a:r>
            <a:rPr lang="en-IN" sz="1400" kern="1200" dirty="0"/>
            <a:t>else</a:t>
          </a:r>
        </a:p>
      </dsp:txBody>
      <dsp:txXfrm>
        <a:off x="3898800" y="254396"/>
        <a:ext cx="3233055" cy="312700"/>
      </dsp:txXfrm>
    </dsp:sp>
    <dsp:sp modelId="{202EF5C8-27AB-4C08-9F91-B4908D06662D}">
      <dsp:nvSpPr>
        <dsp:cNvPr id="0" name=""/>
        <dsp:cNvSpPr/>
      </dsp:nvSpPr>
      <dsp:spPr>
        <a:xfrm>
          <a:off x="7794875" y="600659"/>
          <a:ext cx="3233055" cy="1815954"/>
        </a:xfrm>
        <a:prstGeom prst="rect">
          <a:avLst/>
        </a:prstGeom>
        <a:blipFill dpi="0" rotWithShape="1">
          <a:blip xmlns:r="http://schemas.openxmlformats.org/officeDocument/2006/relationships" r:embed="rId3"/>
          <a:srcRect/>
          <a:stretch>
            <a:fillRect t="14317" b="14317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EF8CB836-58C7-40F1-A6E8-96AED8B222D0}">
      <dsp:nvSpPr>
        <dsp:cNvPr id="0" name=""/>
        <dsp:cNvSpPr/>
      </dsp:nvSpPr>
      <dsp:spPr>
        <a:xfrm>
          <a:off x="7794875" y="254396"/>
          <a:ext cx="3233055" cy="312700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nested if else</a:t>
          </a:r>
          <a:endParaRPr lang="en-IN" sz="1400" kern="1200" dirty="0"/>
        </a:p>
      </dsp:txBody>
      <dsp:txXfrm>
        <a:off x="7794875" y="254396"/>
        <a:ext cx="3233055" cy="312700"/>
      </dsp:txXfrm>
    </dsp:sp>
    <dsp:sp modelId="{67F5A2E6-B609-4DD8-9F0F-E25196D132C9}">
      <dsp:nvSpPr>
        <dsp:cNvPr id="0" name=""/>
        <dsp:cNvSpPr/>
      </dsp:nvSpPr>
      <dsp:spPr>
        <a:xfrm>
          <a:off x="2725" y="3050289"/>
          <a:ext cx="3233055" cy="1815954"/>
        </a:xfrm>
        <a:prstGeom prst="rect">
          <a:avLst/>
        </a:prstGeom>
        <a:blipFill dpi="0" rotWithShape="1">
          <a:blip xmlns:r="http://schemas.openxmlformats.org/officeDocument/2006/relationships" r:embed="rId4"/>
          <a:srcRect/>
          <a:stretch>
            <a:fillRect l="17078" r="17078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83C1C1FF-8E92-4637-B4C8-99674DD10ACB}">
      <dsp:nvSpPr>
        <dsp:cNvPr id="0" name=""/>
        <dsp:cNvSpPr/>
      </dsp:nvSpPr>
      <dsp:spPr>
        <a:xfrm>
          <a:off x="2725" y="2704026"/>
          <a:ext cx="3233055" cy="312700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if else ladder</a:t>
          </a:r>
        </a:p>
      </dsp:txBody>
      <dsp:txXfrm>
        <a:off x="2725" y="2704026"/>
        <a:ext cx="3233055" cy="312700"/>
      </dsp:txXfrm>
    </dsp:sp>
    <dsp:sp modelId="{5974375E-1AFB-406A-A96B-4099C5B97B9C}">
      <dsp:nvSpPr>
        <dsp:cNvPr id="0" name=""/>
        <dsp:cNvSpPr/>
      </dsp:nvSpPr>
      <dsp:spPr>
        <a:xfrm>
          <a:off x="3898800" y="3050289"/>
          <a:ext cx="3233055" cy="1815954"/>
        </a:xfrm>
        <a:prstGeom prst="rect">
          <a:avLst/>
        </a:prstGeom>
        <a:blipFill rotWithShape="1">
          <a:blip xmlns:r="http://schemas.openxmlformats.org/officeDocument/2006/relationships" r:embed="rId5"/>
          <a:srcRect/>
          <a:stretch>
            <a:fillRect t="-6000" b="-6000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CAE7705E-04A1-4299-ABEC-3E73FC94B4C1}">
      <dsp:nvSpPr>
        <dsp:cNvPr id="0" name=""/>
        <dsp:cNvSpPr/>
      </dsp:nvSpPr>
      <dsp:spPr>
        <a:xfrm>
          <a:off x="3898800" y="2704026"/>
          <a:ext cx="3233055" cy="312700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/>
            <a:t>switch case</a:t>
          </a:r>
        </a:p>
      </dsp:txBody>
      <dsp:txXfrm>
        <a:off x="3898800" y="2704026"/>
        <a:ext cx="3233055" cy="312700"/>
      </dsp:txXfrm>
    </dsp:sp>
    <dsp:sp modelId="{27EDE3D1-88A8-4F19-A70C-A76201BB19DC}">
      <dsp:nvSpPr>
        <dsp:cNvPr id="0" name=""/>
        <dsp:cNvSpPr/>
      </dsp:nvSpPr>
      <dsp:spPr>
        <a:xfrm>
          <a:off x="7794875" y="3050289"/>
          <a:ext cx="3233055" cy="1815954"/>
        </a:xfrm>
        <a:prstGeom prst="rect">
          <a:avLst/>
        </a:prstGeom>
        <a:blipFill dpi="0" rotWithShape="1">
          <a:blip xmlns:r="http://schemas.openxmlformats.org/officeDocument/2006/relationships" r:embed="rId6"/>
          <a:srcRect/>
          <a:stretch>
            <a:fillRect t="17284" b="17284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CC17C817-AC04-465D-8DE8-D2EC44B6646B}">
      <dsp:nvSpPr>
        <dsp:cNvPr id="0" name=""/>
        <dsp:cNvSpPr/>
      </dsp:nvSpPr>
      <dsp:spPr>
        <a:xfrm>
          <a:off x="7794875" y="2704026"/>
          <a:ext cx="3233055" cy="312700"/>
        </a:xfrm>
        <a:prstGeom prst="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ternary operator</a:t>
          </a:r>
          <a:endParaRPr lang="en-IN" sz="1400" kern="1200" dirty="0"/>
        </a:p>
      </dsp:txBody>
      <dsp:txXfrm>
        <a:off x="7794875" y="2704026"/>
        <a:ext cx="3233055" cy="312700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83EA8-C65F-4F78-B1BB-857709F9E113}">
      <dsp:nvSpPr>
        <dsp:cNvPr id="0" name=""/>
        <dsp:cNvSpPr/>
      </dsp:nvSpPr>
      <dsp:spPr>
        <a:xfrm>
          <a:off x="0" y="532606"/>
          <a:ext cx="3286125" cy="2628900"/>
        </a:xfrm>
        <a:prstGeom prst="rect">
          <a:avLst/>
        </a:prstGeom>
        <a:blipFill dpi="0" rotWithShape="1">
          <a:blip xmlns:r="http://schemas.openxmlformats.org/officeDocument/2006/relationships" r:embed="rId1"/>
          <a:srcRect/>
          <a:stretch>
            <a:fillRect r="290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264DACD6-42D1-4134-BDE8-169037AAC665}">
      <dsp:nvSpPr>
        <dsp:cNvPr id="0" name=""/>
        <dsp:cNvSpPr/>
      </dsp:nvSpPr>
      <dsp:spPr>
        <a:xfrm>
          <a:off x="295751" y="2898616"/>
          <a:ext cx="2924651" cy="920115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For Loop</a:t>
          </a:r>
          <a:endParaRPr lang="en-IN" sz="3700" kern="1200" dirty="0"/>
        </a:p>
      </dsp:txBody>
      <dsp:txXfrm>
        <a:off x="295751" y="2898616"/>
        <a:ext cx="2924651" cy="920115"/>
      </dsp:txXfrm>
    </dsp:sp>
    <dsp:sp modelId="{E1DFD607-EC2B-48B2-B67C-BEA8E2A610E0}">
      <dsp:nvSpPr>
        <dsp:cNvPr id="0" name=""/>
        <dsp:cNvSpPr/>
      </dsp:nvSpPr>
      <dsp:spPr>
        <a:xfrm>
          <a:off x="3614737" y="532606"/>
          <a:ext cx="3286125" cy="2628900"/>
        </a:xfrm>
        <a:prstGeom prst="rect">
          <a:avLst/>
        </a:prstGeom>
        <a:blipFill rotWithShape="1">
          <a:blip xmlns:r="http://schemas.openxmlformats.org/officeDocument/2006/relationships" r:embed="rId2"/>
          <a:srcRect/>
          <a:stretch>
            <a:fillRect t="-2000" b="-2000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86AD4DAB-2A41-4E6F-AEC7-A750C3644068}">
      <dsp:nvSpPr>
        <dsp:cNvPr id="0" name=""/>
        <dsp:cNvSpPr/>
      </dsp:nvSpPr>
      <dsp:spPr>
        <a:xfrm>
          <a:off x="3910488" y="2898616"/>
          <a:ext cx="2924651" cy="920115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While Loop</a:t>
          </a:r>
          <a:endParaRPr lang="en-IN" sz="3700" kern="1200" dirty="0"/>
        </a:p>
      </dsp:txBody>
      <dsp:txXfrm>
        <a:off x="3910488" y="2898616"/>
        <a:ext cx="2924651" cy="920115"/>
      </dsp:txXfrm>
    </dsp:sp>
    <dsp:sp modelId="{2323AE0D-AD07-438B-9A24-3A25D855B297}">
      <dsp:nvSpPr>
        <dsp:cNvPr id="0" name=""/>
        <dsp:cNvSpPr/>
      </dsp:nvSpPr>
      <dsp:spPr>
        <a:xfrm>
          <a:off x="7229475" y="532606"/>
          <a:ext cx="3286125" cy="2628900"/>
        </a:xfrm>
        <a:prstGeom prst="rect">
          <a:avLst/>
        </a:prstGeom>
        <a:blipFill rotWithShape="1">
          <a:blip xmlns:r="http://schemas.openxmlformats.org/officeDocument/2006/relationships" r:embed="rId3"/>
          <a:srcRect/>
          <a:stretch>
            <a:fillRect t="-1000" b="-1000"/>
          </a:stretch>
        </a:blipFill>
        <a:ln>
          <a:noFill/>
        </a:ln>
        <a:effectLst/>
        <a:scene3d>
          <a:camera prst="orthographicFront"/>
          <a:lightRig rig="flat" dir="t"/>
        </a:scene3d>
        <a:sp3d z="-1905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A8752806-024F-45FC-99B6-1FA515F2C141}">
      <dsp:nvSpPr>
        <dsp:cNvPr id="0" name=""/>
        <dsp:cNvSpPr/>
      </dsp:nvSpPr>
      <dsp:spPr>
        <a:xfrm>
          <a:off x="7525226" y="2898616"/>
          <a:ext cx="2924651" cy="920115"/>
        </a:xfrm>
        <a:prstGeom prst="wedgeRectCallout">
          <a:avLst>
            <a:gd name="adj1" fmla="val 20250"/>
            <a:gd name="adj2" fmla="val -607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 dirty="0"/>
            <a:t>Do while loop</a:t>
          </a:r>
          <a:endParaRPr lang="en-IN" sz="3700" kern="1200" dirty="0"/>
        </a:p>
      </dsp:txBody>
      <dsp:txXfrm>
        <a:off x="7525226" y="2898616"/>
        <a:ext cx="2924651" cy="920115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004E52-234B-4459-9BA4-803117F9D18B}">
      <dsp:nvSpPr>
        <dsp:cNvPr id="0" name=""/>
        <dsp:cNvSpPr/>
      </dsp:nvSpPr>
      <dsp:spPr>
        <a:xfrm>
          <a:off x="3959" y="0"/>
          <a:ext cx="690960" cy="690960"/>
        </a:xfrm>
        <a:prstGeom prst="ellipse">
          <a:avLst/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D708C8AA-2277-4D04-B4B9-A830E152C95B}">
      <dsp:nvSpPr>
        <dsp:cNvPr id="0" name=""/>
        <dsp:cNvSpPr/>
      </dsp:nvSpPr>
      <dsp:spPr>
        <a:xfrm>
          <a:off x="73055" y="69096"/>
          <a:ext cx="552768" cy="552768"/>
        </a:xfrm>
        <a:prstGeom prst="chord">
          <a:avLst>
            <a:gd name="adj1" fmla="val 1800000"/>
            <a:gd name="adj2" fmla="val 900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8A77985-3F84-4475-928D-E0018FFBDD46}">
      <dsp:nvSpPr>
        <dsp:cNvPr id="0" name=""/>
        <dsp:cNvSpPr/>
      </dsp:nvSpPr>
      <dsp:spPr>
        <a:xfrm>
          <a:off x="838870" y="690960"/>
          <a:ext cx="2044091" cy="2907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0" tIns="81280" rIns="81280" bIns="8128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Breaks out of innermost loop from location of break</a:t>
          </a:r>
        </a:p>
      </dsp:txBody>
      <dsp:txXfrm>
        <a:off x="838870" y="690960"/>
        <a:ext cx="2044091" cy="2907792"/>
      </dsp:txXfrm>
    </dsp:sp>
    <dsp:sp modelId="{48F44D70-2936-4FE7-9C8F-DFA6391AA22D}">
      <dsp:nvSpPr>
        <dsp:cNvPr id="0" name=""/>
        <dsp:cNvSpPr/>
      </dsp:nvSpPr>
      <dsp:spPr>
        <a:xfrm>
          <a:off x="838870" y="0"/>
          <a:ext cx="2044091" cy="690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break</a:t>
          </a:r>
        </a:p>
      </dsp:txBody>
      <dsp:txXfrm>
        <a:off x="838870" y="0"/>
        <a:ext cx="2044091" cy="690960"/>
      </dsp:txXfrm>
    </dsp:sp>
    <dsp:sp modelId="{0D4DDCCC-D384-4C9F-ABBD-18D36A2F0B7E}">
      <dsp:nvSpPr>
        <dsp:cNvPr id="0" name=""/>
        <dsp:cNvSpPr/>
      </dsp:nvSpPr>
      <dsp:spPr>
        <a:xfrm>
          <a:off x="3026912" y="0"/>
          <a:ext cx="690960" cy="690960"/>
        </a:xfrm>
        <a:prstGeom prst="ellipse">
          <a:avLst/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5F7DBE7E-86A5-4DAA-B81B-FFBB0E4B1BFA}">
      <dsp:nvSpPr>
        <dsp:cNvPr id="0" name=""/>
        <dsp:cNvSpPr/>
      </dsp:nvSpPr>
      <dsp:spPr>
        <a:xfrm>
          <a:off x="3096008" y="69096"/>
          <a:ext cx="552768" cy="552768"/>
        </a:xfrm>
        <a:prstGeom prst="chord">
          <a:avLst>
            <a:gd name="adj1" fmla="val 0"/>
            <a:gd name="adj2" fmla="val 1080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EBC4A3CD-241B-42E3-8A50-05AC39D59B8D}">
      <dsp:nvSpPr>
        <dsp:cNvPr id="0" name=""/>
        <dsp:cNvSpPr/>
      </dsp:nvSpPr>
      <dsp:spPr>
        <a:xfrm>
          <a:off x="3861822" y="690960"/>
          <a:ext cx="2044091" cy="2907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0" tIns="81280" rIns="81280" bIns="8128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Continues to next iteration of innermost loop to continue</a:t>
          </a:r>
        </a:p>
      </dsp:txBody>
      <dsp:txXfrm>
        <a:off x="3861822" y="690960"/>
        <a:ext cx="2044091" cy="2907792"/>
      </dsp:txXfrm>
    </dsp:sp>
    <dsp:sp modelId="{D5311161-004B-4C28-A4C0-796D23D4D605}">
      <dsp:nvSpPr>
        <dsp:cNvPr id="0" name=""/>
        <dsp:cNvSpPr/>
      </dsp:nvSpPr>
      <dsp:spPr>
        <a:xfrm>
          <a:off x="3861822" y="0"/>
          <a:ext cx="2044091" cy="690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continue</a:t>
          </a:r>
        </a:p>
      </dsp:txBody>
      <dsp:txXfrm>
        <a:off x="3861822" y="0"/>
        <a:ext cx="2044091" cy="690960"/>
      </dsp:txXfrm>
    </dsp:sp>
    <dsp:sp modelId="{8E1BDF45-7188-46E1-B61D-F8F18D04DFD6}">
      <dsp:nvSpPr>
        <dsp:cNvPr id="0" name=""/>
        <dsp:cNvSpPr/>
      </dsp:nvSpPr>
      <dsp:spPr>
        <a:xfrm>
          <a:off x="6049865" y="0"/>
          <a:ext cx="690960" cy="690960"/>
        </a:xfrm>
        <a:prstGeom prst="ellipse">
          <a:avLst/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75E6EB99-E825-4F62-9D1A-431990F0A520}">
      <dsp:nvSpPr>
        <dsp:cNvPr id="0" name=""/>
        <dsp:cNvSpPr/>
      </dsp:nvSpPr>
      <dsp:spPr>
        <a:xfrm>
          <a:off x="6118961" y="69096"/>
          <a:ext cx="552768" cy="552768"/>
        </a:xfrm>
        <a:prstGeom prst="chord">
          <a:avLst>
            <a:gd name="adj1" fmla="val 19800000"/>
            <a:gd name="adj2" fmla="val 1260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2CB76C-32A7-4610-8D88-7D7AEDC26240}">
      <dsp:nvSpPr>
        <dsp:cNvPr id="0" name=""/>
        <dsp:cNvSpPr/>
      </dsp:nvSpPr>
      <dsp:spPr>
        <a:xfrm>
          <a:off x="6884775" y="690960"/>
          <a:ext cx="2044091" cy="2907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0" tIns="81280" rIns="81280" bIns="8128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Returns a value from a function</a:t>
          </a:r>
        </a:p>
      </dsp:txBody>
      <dsp:txXfrm>
        <a:off x="6884775" y="690960"/>
        <a:ext cx="2044091" cy="2907792"/>
      </dsp:txXfrm>
    </dsp:sp>
    <dsp:sp modelId="{FDCC7D31-EE36-4FB5-AE56-3345728426C1}">
      <dsp:nvSpPr>
        <dsp:cNvPr id="0" name=""/>
        <dsp:cNvSpPr/>
      </dsp:nvSpPr>
      <dsp:spPr>
        <a:xfrm>
          <a:off x="6884775" y="0"/>
          <a:ext cx="2044091" cy="690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/>
            <a:t>return</a:t>
          </a:r>
        </a:p>
      </dsp:txBody>
      <dsp:txXfrm>
        <a:off x="6884775" y="0"/>
        <a:ext cx="2044091" cy="690960"/>
      </dsp:txXfrm>
    </dsp:sp>
    <dsp:sp modelId="{AD575E8E-3C5D-425E-9C28-E3A1DB92C607}">
      <dsp:nvSpPr>
        <dsp:cNvPr id="0" name=""/>
        <dsp:cNvSpPr/>
      </dsp:nvSpPr>
      <dsp:spPr>
        <a:xfrm>
          <a:off x="9072817" y="0"/>
          <a:ext cx="690960" cy="690960"/>
        </a:xfrm>
        <a:prstGeom prst="ellipse">
          <a:avLst/>
        </a:prstGeom>
        <a:gradFill rotWithShape="0">
          <a:gsLst>
            <a:gs pos="0">
              <a:schemeClr val="dk2">
                <a:tint val="4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4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4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38C40443-9D50-4EA5-BAD8-D052379C1780}">
      <dsp:nvSpPr>
        <dsp:cNvPr id="0" name=""/>
        <dsp:cNvSpPr/>
      </dsp:nvSpPr>
      <dsp:spPr>
        <a:xfrm>
          <a:off x="9141914" y="69096"/>
          <a:ext cx="552768" cy="552768"/>
        </a:xfrm>
        <a:prstGeom prst="chord">
          <a:avLst>
            <a:gd name="adj1" fmla="val 16200000"/>
            <a:gd name="adj2" fmla="val 16200000"/>
          </a:avLst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E67DAD6-B214-4FBC-B4FE-74C9AA60EB42}">
      <dsp:nvSpPr>
        <dsp:cNvPr id="0" name=""/>
        <dsp:cNvSpPr/>
      </dsp:nvSpPr>
      <dsp:spPr>
        <a:xfrm>
          <a:off x="9907728" y="690960"/>
          <a:ext cx="2044091" cy="29077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280" tIns="81280" rIns="81280" bIns="8128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200" kern="1200" dirty="0"/>
            <a:t>Goes to a statement with a specific label</a:t>
          </a:r>
        </a:p>
      </dsp:txBody>
      <dsp:txXfrm>
        <a:off x="9907728" y="690960"/>
        <a:ext cx="2044091" cy="2907792"/>
      </dsp:txXfrm>
    </dsp:sp>
    <dsp:sp modelId="{3FF19C92-F269-4163-8FDC-98A5174FFB9F}">
      <dsp:nvSpPr>
        <dsp:cNvPr id="0" name=""/>
        <dsp:cNvSpPr/>
      </dsp:nvSpPr>
      <dsp:spPr>
        <a:xfrm>
          <a:off x="9907728" y="0"/>
          <a:ext cx="2044091" cy="690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b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/>
            <a:t>goto</a:t>
          </a:r>
          <a:endParaRPr lang="en-IN" sz="3600" kern="1200" dirty="0"/>
        </a:p>
      </dsp:txBody>
      <dsp:txXfrm>
        <a:off x="9907728" y="0"/>
        <a:ext cx="2044091" cy="6909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9/3/layout/OpposingIdeas">
  <dgm:title val=""/>
  <dgm:desc val=""/>
  <dgm:catLst>
    <dgm:cat type="relationship" pri="34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30" srcId="0" destId="10" srcOrd="0" destOrd="0"/>
        <dgm:cxn modelId="12" srcId="10" destId="11" srcOrd="0" destOrd="0"/>
        <dgm:cxn modelId="40" srcId="0" destId="20" srcOrd="1" destOrd="0"/>
        <dgm:cxn modelId="22" srcId="20" destId="21" srcOrd="0" destOrd="0"/>
      </dgm:cxnLst>
      <dgm:bg/>
      <dgm:whole/>
    </dgm:dataModel>
  </dgm:clrData>
  <dgm:layoutNode name="Name0">
    <dgm:varLst>
      <dgm:chMax val="2"/>
      <dgm:dir/>
      <dgm:animOne val="branch"/>
      <dgm:animLvl val="lvl"/>
      <dgm:resizeHandles val="exact"/>
    </dgm:varLst>
    <dgm:choose name="Name1">
      <dgm:if name="Name2" axis="ch" ptType="node" func="cnt" op="lte" val="1">
        <dgm:alg type="composite">
          <dgm:param type="ar" val="0.9928"/>
        </dgm:alg>
      </dgm:if>
      <dgm:else name="Name3">
        <dgm:alg type="composite">
          <dgm:param type="ar" val="1.6364"/>
        </dgm:alg>
      </dgm:else>
    </dgm:choose>
    <dgm:shape xmlns:r="http://schemas.openxmlformats.org/officeDocument/2006/relationships" r:blip="">
      <dgm:adjLst/>
    </dgm:shape>
    <dgm:choose name="Name4">
      <dgm:if name="Name5" func="var" arg="dir" op="equ" val="norm">
        <dgm:choose name="Name6">
          <dgm:if name="Name7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2963"/>
              <dgm:constr type="t" for="ch" forName="ChildText1" refType="h" fact="0.2722"/>
              <dgm:constr type="w" for="ch" forName="ChildText1" refType="w" fact="0.6534"/>
              <dgm:constr type="h" for="ch" forName="ChildText1" refType="h" fact="0.6682"/>
              <dgm:constr type="l" for="ch" forName="Background" refType="w" fact="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l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l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8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l" for="ch" forName="ChildText1" refType="w" fact="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l" for="ch" forName="ChildText2" refType="w" fact="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l" for="ch" forName="Background" refType="w" fact="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l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l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l" for="ch" forName="ParentText2" refType="w" fact="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l" for="ch" forName="ParentShape2" refType="w" fact="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l" for="ch" forName="Divider" refType="w" fact="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if>
      <dgm:else name="Name9">
        <dgm:choose name="Name10">
          <dgm:if name="Name11" axis="ch" ptType="node" func="cnt" op="lte" val="1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2455"/>
              <dgm:constr type="t" for="ch" forName="ChildText1" refType="h" fact="0.2651"/>
              <dgm:constr type="w" for="ch" forName="ChildText1" refType="w" fact="0.5351"/>
              <dgm:constr type="h" for="ch" forName="ChildText1" refType="h" fact="0.56"/>
              <dgm:constr type="r" for="ch" forName="Background" refType="w" fact="-0.246"/>
              <dgm:constr type="t" for="ch" forName="Background" refType="h" fact="0.2125"/>
              <dgm:constr type="w" for="ch" forName="Background" refType="w" fact="0.754"/>
              <dgm:constr type="h" for="ch" forName="Background" refType="h" fact="0.7875"/>
              <dgm:constr type="r" for="ch" forName="ParentText1" refType="w" fact="0"/>
              <dgm:constr type="t" for="ch" forName="ParentText1" refType="h" fact="0"/>
              <dgm:constr type="w" for="ch" forName="ParentText1" refType="w" fact="0.234"/>
              <dgm:constr type="h" for="ch" forName="ParentText1" refType="h" fact="0.8713"/>
              <dgm:constr type="r" for="ch" forName="ParentShape1" refType="w" fact="0"/>
              <dgm:constr type="t" for="ch" forName="ParentShape1" refType="h" fact="0"/>
              <dgm:constr type="w" for="ch" forName="ParentShape1" refType="w" fact="0.234"/>
              <dgm:constr type="h" for="ch" forName="ParentShape1" refType="h" fact="0.8713"/>
            </dgm:constrLst>
          </dgm:if>
          <dgm:else name="Name12">
            <dgm:constrLst>
              <dgm:constr type="primFontSz" for="des" forName="ParentText1" op="equ" val="65"/>
              <dgm:constr type="primFontSz" for="des" forName="ParentText2" refType="primFontSz" refFor="des" refForName="ParentText1" op="equ"/>
              <dgm:constr type="primFontSz" for="des" forName="ChildText1" op="equ" val="65"/>
              <dgm:constr type="primFontSz" for="des" forName="ChildText2" refType="primFontSz" refFor="des" refForName="ChildText1" op="equ"/>
              <dgm:constr type="r" for="ch" forName="ChildText1" refType="w" fact="-0.15"/>
              <dgm:constr type="t" for="ch" forName="ChildText1" refType="h" fact="0.22"/>
              <dgm:constr type="w" for="ch" forName="ChildText1" refType="w" fact="0.325"/>
              <dgm:constr type="h" for="ch" forName="ChildText1" refType="h" fact="0.56"/>
              <dgm:constr type="r" for="ch" forName="ChildText2" refType="w" fact="-0.525"/>
              <dgm:constr type="t" for="ch" forName="ChildText2" refType="h" fact="0.22"/>
              <dgm:constr type="w" for="ch" forName="ChildText2" refType="w" fact="0.325"/>
              <dgm:constr type="h" for="ch" forName="ChildText2" refType="h" fact="0.56"/>
              <dgm:constr type="r" for="ch" forName="Background" refType="w" fact="-0.125"/>
              <dgm:constr type="t" for="ch" forName="Background" refType="h" fact="0.17"/>
              <dgm:constr type="w" for="ch" forName="Background" refType="w" fact="0.75"/>
              <dgm:constr type="h" for="ch" forName="Background" refType="h" fact="0.66"/>
              <dgm:constr type="r" for="ch" forName="ParentText1" refType="w" fact="0"/>
              <dgm:constr type="t" for="ch" forName="ParentText1" refType="h" fact="0"/>
              <dgm:constr type="w" for="ch" forName="ParentText1" refType="w" fact="0.125"/>
              <dgm:constr type="h" for="ch" forName="ParentText1" refType="h" fact="0.72"/>
              <dgm:constr type="r" for="ch" forName="ParentShape1" refType="w" fact="0"/>
              <dgm:constr type="t" for="ch" forName="ParentShape1" refType="h" fact="0"/>
              <dgm:constr type="w" for="ch" forName="ParentShape1" refType="w" fact="0.125"/>
              <dgm:constr type="h" for="ch" forName="ParentShape1" refType="h" fact="0.72"/>
              <dgm:constr type="r" for="ch" forName="ParentText2" refType="w" fact="-0.875"/>
              <dgm:constr type="t" for="ch" forName="ParentText2" refType="h" fact="0.28"/>
              <dgm:constr type="w" for="ch" forName="ParentText2" refType="w" fact="0.125"/>
              <dgm:constr type="h" for="ch" forName="ParentText2" refType="h" fact="0.72"/>
              <dgm:constr type="r" for="ch" forName="ParentShape2" refType="w" fact="-0.875"/>
              <dgm:constr type="t" for="ch" forName="ParentShape2" refType="h" fact="0.28"/>
              <dgm:constr type="w" for="ch" forName="ParentShape2" refType="w" fact="0.125"/>
              <dgm:constr type="h" for="ch" forName="ParentShape2" refType="h" fact="0.72"/>
              <dgm:constr type="r" for="ch" forName="Divider" refType="w" fact="-0.5"/>
              <dgm:constr type="t" for="ch" forName="Divider" refType="h" fact="0.24"/>
              <dgm:constr type="w" for="ch" forName="Divider" refType="w" fact="0.0001"/>
              <dgm:constr type="h" for="ch" forName="Divider" refType="h" fact="0.52"/>
            </dgm:constrLst>
          </dgm:else>
        </dgm:choose>
      </dgm:else>
    </dgm:choose>
    <dgm:choose name="Name13">
      <dgm:if name="Name14" axis="ch" ptType="node" func="cnt" op="gte" val="1">
        <dgm:layoutNode name="Background" styleLbl="node1">
          <dgm:alg type="sp"/>
          <dgm:choose name="Name15">
            <dgm:if name="Name16" func="var" arg="dir" op="equ" val="norm">
              <dgm:shape xmlns:r="http://schemas.openxmlformats.org/officeDocument/2006/relationships" type="round2DiagRect" r:blip="">
                <dgm:adjLst>
                  <dgm:adj idx="1" val="0"/>
                  <dgm:adj idx="2" val="0.1667"/>
                </dgm:adjLst>
              </dgm:shape>
            </dgm:if>
            <dgm:else name="Name17">
              <dgm:shape xmlns:r="http://schemas.openxmlformats.org/officeDocument/2006/relationships" type="round2DiagRect" r:blip="">
                <dgm:adjLst>
                  <dgm:adj idx="1" val="0.1667"/>
                  <dgm:adj idx="2" val="0"/>
                </dgm:adjLst>
              </dgm:shape>
            </dgm:else>
          </dgm:choose>
          <dgm:presOf/>
        </dgm:layoutNode>
        <dgm:choose name="Name18">
          <dgm:if name="Name19" axis="ch" ptType="node" func="cnt" op="gte" val="2">
            <dgm:layoutNode name="Divider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</dgm:if>
          <dgm:else name="Name20"/>
        </dgm:choose>
        <dgm:layoutNode name="ChildText1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ch des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21">
          <dgm:if name="Name22" axis="ch" ptType="node" func="cnt" op="gte" val="2">
            <dgm:layoutNode name="ChildText2" styleLbl="revTx">
              <dgm:varLst>
                <dgm:chMax val="0"/>
                <dgm:chPref val="0"/>
                <dgm:bulletEnabled val="1"/>
              </dgm:varLst>
              <dgm:alg type="tx">
                <dgm:param type="parTxLTRAlign" val="l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ch des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23"/>
        </dgm:choose>
        <dgm:layoutNode name="ParentText1" styleLbl="revTx">
          <dgm:varLst>
            <dgm:chMax val="1"/>
            <dgm:chPref val="1"/>
          </dgm:varLst>
          <dgm:choose name="Name24">
            <dgm:if name="Name25" func="var" arg="dir" op="equ" val="norm">
              <dgm:alg type="tx">
                <dgm:param type="parTxLTRAlign" val="r"/>
                <dgm:param type="shpTxLTRAlignCh" val="r"/>
                <dgm:param type="txAnchorVertCh" val="mid"/>
                <dgm:param type="autoTxRot" val="grav"/>
              </dgm:alg>
            </dgm:if>
            <dgm:else name="Name26">
              <dgm:alg type="tx">
                <dgm:param type="parTxLTRAlign" val="l"/>
                <dgm:param type="shpTxLTRAlignCh" val="r"/>
                <dgm:param type="txAnchorVertCh" val="mid"/>
                <dgm:param type="autoTxRot" val="grav"/>
              </dgm:alg>
            </dgm:else>
          </dgm:choose>
          <dgm:choose name="Name27">
            <dgm:if name="Name28" func="var" arg="dir" op="equ" val="norm">
              <dgm:shape xmlns:r="http://schemas.openxmlformats.org/officeDocument/2006/relationships" rot="-90" type="rightArrow" r:blip="" hideGeom="1">
                <dgm:adjLst>
                  <dgm:adj idx="1" val="0.4983"/>
                  <dgm:adj idx="2" val="0.6066"/>
                </dgm:adjLst>
              </dgm:shape>
            </dgm:if>
            <dgm:else name="Name29">
              <dgm:shape xmlns:r="http://schemas.openxmlformats.org/officeDocument/2006/relationships" rot="90" type="leftArrow" r:blip="" hideGeom="1">
                <dgm:adjLst>
                  <dgm:adj idx="1" val="0.4983"/>
                  <dgm:adj idx="2" val="0.6066"/>
                </dgm:adjLst>
              </dgm:shape>
            </dgm:else>
          </dgm:choose>
          <dgm:presOf axis="ch 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ParentShape1" styleLbl="alignImgPlace1">
          <dgm:varLst/>
          <dgm:alg type="sp"/>
          <dgm:presOf axis="ch self" ptType="node node" st="1 1" cnt="1 0"/>
          <dgm:choose name="Name30">
            <dgm:if name="Name31" func="var" arg="dir" op="equ" val="norm">
              <dgm:shape xmlns:r="http://schemas.openxmlformats.org/officeDocument/2006/relationships" rot="-90" type="rightArrow" r:blip="">
                <dgm:adjLst>
                  <dgm:adj idx="1" val="0.4983"/>
                  <dgm:adj idx="2" val="0.6066"/>
                </dgm:adjLst>
              </dgm:shape>
            </dgm:if>
            <dgm:else name="Name32">
              <dgm:shape xmlns:r="http://schemas.openxmlformats.org/officeDocument/2006/relationships" rot="90" type="leftArrow" r:blip="">
                <dgm:adjLst>
                  <dgm:adj idx="1" val="0.4983"/>
                  <dgm:adj idx="2" val="0.6066"/>
                </dgm:adjLst>
              </dgm:shape>
            </dgm:else>
          </dgm:choose>
        </dgm:layoutNode>
        <dgm:choose name="Name33">
          <dgm:if name="Name34" axis="ch" ptType="node" func="cnt" op="gte" val="2">
            <dgm:layoutNode name="ParentText2" styleLbl="revTx">
              <dgm:varLst>
                <dgm:chMax val="1"/>
                <dgm:chPref val="1"/>
              </dgm:varLst>
              <dgm:choose name="Name35">
                <dgm:if name="Name36" func="var" arg="dir" op="equ" val="norm">
                  <dgm:alg type="tx">
                    <dgm:param type="parTxLTRAlign" val="r"/>
                    <dgm:param type="shpTxLTRAlignCh" val="r"/>
                    <dgm:param type="txAnchorVertCh" val="mid"/>
                    <dgm:param type="autoTxRot" val="grav"/>
                  </dgm:alg>
                </dgm:if>
                <dgm:else name="Name37">
                  <dgm:alg type="tx">
                    <dgm:param type="parTxLTRAlign" val="l"/>
                    <dgm:param type="shpTxLTRAlignCh" val="r"/>
                    <dgm:param type="txAnchorVertCh" val="mid"/>
                    <dgm:param type="autoTxRot" val="grav"/>
                  </dgm:alg>
                </dgm:else>
              </dgm:choose>
              <dgm:choose name="Name38">
                <dgm:if name="Name39" func="var" arg="dir" op="equ" val="norm">
                  <dgm:shape xmlns:r="http://schemas.openxmlformats.org/officeDocument/2006/relationships" rot="90" type="rightArrow" r:blip="" hideGeom="1">
                    <dgm:adjLst>
                      <dgm:adj idx="1" val="0.4983"/>
                      <dgm:adj idx="2" val="0.6066"/>
                    </dgm:adjLst>
                  </dgm:shape>
                </dgm:if>
                <dgm:else name="Name40">
                  <dgm:shape xmlns:r="http://schemas.openxmlformats.org/officeDocument/2006/relationships" rot="-90" type="leftArrow" r:blip="" hideGeom="1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ParentShape2" styleLbl="alignImgPlace1">
              <dgm:varLst/>
              <dgm:alg type="sp"/>
              <dgm:choose name="Name41">
                <dgm:if name="Name42" func="var" arg="dir" op="equ" val="norm">
                  <dgm:shape xmlns:r="http://schemas.openxmlformats.org/officeDocument/2006/relationships" rot="90" type="rightArrow" r:blip="">
                    <dgm:adjLst>
                      <dgm:adj idx="1" val="0.4983"/>
                      <dgm:adj idx="2" val="0.6066"/>
                    </dgm:adjLst>
                  </dgm:shape>
                </dgm:if>
                <dgm:else name="Name43">
                  <dgm:shape xmlns:r="http://schemas.openxmlformats.org/officeDocument/2006/relationships" rot="-90" type="leftArrow" r:blip="">
                    <dgm:adjLst>
                      <dgm:adj idx="1" val="0.4983"/>
                      <dgm:adj idx="2" val="0.6066"/>
                    </dgm:adjLst>
                  </dgm:shape>
                </dgm:else>
              </dgm:choose>
              <dgm:presOf axis="ch self" ptType="node node" st="2 1" cnt="1 0"/>
            </dgm:layoutNode>
          </dgm:if>
          <dgm:else name="Name44"/>
        </dgm:choose>
      </dgm:if>
      <dgm:else name="Name4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7">
  <dgm:title val=""/>
  <dgm:desc val=""/>
  <dgm:catLst>
    <dgm:cat type="process" pri="21000"/>
    <dgm:cat type="lis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ch" forName="hSp" refType="w" refFor="ch" refForName="compositeNode" fact="-0.035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-0.08"/>
      <dgm:constr type="primFontSz" for="des" forName="parentNode" op="equ"/>
      <dgm:constr type="primFontSz" for="des" forName="childNode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hoose name="Name5">
          <dgm:if name="Name6" func="var" arg="dir" op="equ" val="norm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l" for="ch" forName="bgRect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l" for="ch" forName="parentNode"/>
              <dgm:constr type="r" for="ch" forName="childNode" refType="r" refFor="ch" refForName="bgRect" fact="0.945"/>
              <dgm:constr type="h" for="ch" forName="childNode" refType="h" refFor="ch" refForName="bgRect" op="equ"/>
              <dgm:constr type="t" for="ch" forName="childNode"/>
              <dgm:constr type="l" for="ch" forName="childNode" refType="r" refFor="ch" refForName="parentNode"/>
            </dgm:constrLst>
          </dgm:if>
          <dgm:else name="Name7">
            <dgm:constrLst>
              <dgm:constr type="h" refType="w" op="lte" fact="1.2"/>
              <dgm:constr type="w" for="ch" forName="bgRect" refType="w"/>
              <dgm:constr type="h" for="ch" forName="bgRect" refType="h"/>
              <dgm:constr type="t" for="ch" forName="bgRect"/>
              <dgm:constr type="r" for="ch" forName="bgRect" refType="w"/>
              <dgm:constr type="w" for="ch" forName="parentNode" refType="w" refFor="ch" refForName="bgRect" fact="0.2"/>
              <dgm:constr type="h" for="ch" forName="parentNode" refType="h" fact="0.82"/>
              <dgm:constr type="t" for="ch" forName="parentNode"/>
              <dgm:constr type="r" for="ch" forName="parentNode" refType="w"/>
              <dgm:constr type="h" for="ch" forName="childNode" refType="h" refFor="ch" refForName="bgRect"/>
              <dgm:constr type="t" for="ch" forName="childNode"/>
              <dgm:constr type="r" for="ch" forName="childNode" refType="l" refFor="ch" refForName="parentNode"/>
              <dgm:constr type="l" for="ch" forName="childNode" refType="w" refFor="ch" refForName="bgRect" fact="0.055"/>
            </dgm:constrLst>
          </dgm:else>
        </dgm:choose>
        <dgm:ruleLst>
          <dgm:rule type="w" for="ch" forName="childNode" val="NaN" fact="NaN" max="30"/>
        </dgm:ruleLst>
        <dgm:layoutNode name="bgRect" styleLbl="node1">
          <dgm:alg type="sp"/>
          <dgm:shape xmlns:r="http://schemas.openxmlformats.org/officeDocument/2006/relationships" type="roundRect" r:blip="" zOrderOff="-1">
            <dgm:adjLst>
              <dgm:adj idx="1" val="0.05"/>
            </dgm:adjLst>
          </dgm:shape>
          <dgm:presOf axis="self"/>
          <dgm:constrLst/>
          <dgm:ruleLst/>
        </dgm:layoutNode>
        <dgm:layoutNode name="parentNode" styleLbl="node1">
          <dgm:varLst>
            <dgm:chMax val="0"/>
            <dgm:bulletEnabled val="1"/>
          </dgm:varLst>
          <dgm:presOf axis="self"/>
          <dgm:choose name="Name8">
            <dgm:if name="Name9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 hideGeom="1">
                <dgm:adjLst/>
              </dgm:shape>
              <dgm:constrLst>
                <dgm:constr type="primFontSz" val="65"/>
                <dgm:constr type="lMarg"/>
                <dgm:constr type="rMarg" refType="primFontSz" fact="0.35"/>
                <dgm:constr type="tMarg" refType="primFontSz" fact="0.27"/>
                <dgm:constr type="bMarg"/>
              </dgm:constrLst>
            </dgm:if>
            <dgm:else name="Name10">
              <dgm:alg type="tx">
                <dgm:param type="autoTxRot" val="grav"/>
                <dgm:param type="txAnchorVert" val="t"/>
                <dgm:param type="parTxLTRAlign" val="l"/>
                <dgm:param type="parTxRTLAlign" val="l"/>
              </dgm:alg>
              <dgm:shape xmlns:r="http://schemas.openxmlformats.org/officeDocument/2006/relationships" rot="90" type="rect" r:blip="" hideGeom="1">
                <dgm:adjLst/>
              </dgm:shape>
              <dgm:constrLst>
                <dgm:constr type="primFontSz" val="65"/>
                <dgm:constr type="lMarg" refType="primFontSz" fact="0.35"/>
                <dgm:constr type="rMarg"/>
                <dgm:constr type="tMarg" refType="primFontSz" fact="0.27"/>
                <dgm:constr type="bMarg"/>
              </dgm:constrLst>
            </dgm:else>
          </dgm:choose>
          <dgm:ruleLst>
            <dgm:rule type="primFontSz" val="5" fact="NaN" max="NaN"/>
          </dgm:ruleLst>
        </dgm:layoutNode>
        <dgm:choose name="Name11">
          <dgm:if name="Name12" axis="ch" ptType="node" func="cnt" op="gte" val="1">
            <dgm:layoutNode name="childNode" styleLbl="node1" moveWith="bgRect">
              <dgm:varLst>
                <dgm:bulletEnabled val="1"/>
              </dgm:varLst>
              <dgm:alg type="tx">
                <dgm:param type="parTxLTRAlign" val="l"/>
                <dgm:param type="parTxRTLAlign" val="r"/>
                <dgm:param type="txAnchorVert" val="t"/>
              </dgm:alg>
              <dgm:shape xmlns:r="http://schemas.openxmlformats.org/officeDocument/2006/relationships" type="rect" r:blip="" hideGeom="1">
                <dgm:adjLst/>
              </dgm:shape>
              <dgm:presOf axis="des" ptType="node"/>
              <dgm:constrLst>
                <dgm:constr type="primFontSz" val="65"/>
                <dgm:constr type="lMarg"/>
                <dgm:constr type="bMarg"/>
                <dgm:constr type="tMarg" refType="primFontSz" fact="0.27"/>
                <dgm:constr type="rMarg"/>
              </dgm:constrLst>
              <dgm:ruleLst>
                <dgm:rule type="prim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h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vProcSp" moveWith="bgRec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vSp1" refType="w"/>
            <dgm:constr type="w" for="ch" forName="simulatedConn" refType="w"/>
            <dgm:constr type="w" for="ch" forName="vSp2" refType="w"/>
          </dgm:constrLst>
          <dgm:ruleLst/>
          <dgm:layoutNode name="vSp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imulatedConn" styleLbl="solidFgAcc1">
            <dgm:alg type="sp"/>
            <dgm:choose name="Name15">
              <dgm:if name="Name16" func="var" arg="dir" op="equ" val="norm">
                <dgm:shape xmlns:r="http://schemas.openxmlformats.org/officeDocument/2006/relationships" rot="90" type="flowChartExtract" r:blip="">
                  <dgm:adjLst/>
                </dgm:shape>
              </dgm:if>
              <dgm:else name="Name17">
                <dgm:shape xmlns:r="http://schemas.openxmlformats.org/officeDocument/2006/relationships" rot="-90" type="flowChartExtract" r:blip="">
                  <dgm:adjLst/>
                </dgm:shape>
              </dgm:else>
            </dgm:choose>
            <dgm:presOf/>
            <dgm:constrLst/>
            <dgm:ruleLst/>
          </dgm:layoutNode>
          <dgm:layoutNode name="vSp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8/layout/TitledPictureBlocks">
  <dgm:title val=""/>
  <dgm:desc val=""/>
  <dgm:catLst>
    <dgm:cat type="picture" pri="10000"/>
    <dgm:cat type="pictureconvert" pri="100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60" srcId="0" destId="10" srcOrd="0" destOrd="0"/>
        <dgm:cxn modelId="12" srcId="10" destId="11" srcOrd="0" destOrd="0"/>
        <dgm:cxn modelId="70" srcId="0" destId="20" srcOrd="1" destOrd="0"/>
        <dgm:cxn modelId="22" srcId="20" destId="21" srcOrd="0" destOrd="0"/>
        <dgm:cxn modelId="80" srcId="0" destId="30" srcOrd="2" destOrd="0"/>
        <dgm:cxn modelId="32" srcId="30" destId="31" srcOrd="0" destOrd="0"/>
        <dgm:cxn modelId="90" srcId="0" destId="40" srcOrd="3" destOrd="0"/>
        <dgm:cxn modelId="42" srcId="40" destId="41" srcOrd="0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off" val="ctr"/>
          <dgm:param type="grDir" val="tL"/>
        </dgm:alg>
      </dgm:if>
      <dgm:else name="Name2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Text" op="equ"/>
      <dgm:constr type="primFontSz" for="des" forName="ChildText" op="equ"/>
      <dgm:constr type="w" for="ch" forName="composite" refType="w"/>
      <dgm:constr type="h" for="ch" forName="composite" refType="h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.3787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ParentText" refType="w" fact="0"/>
              <dgm:constr type="t" for="ch" forName="ParentText" refType="h" fact="0"/>
              <dgm:constr type="w" for="ch" forName="ParentText" refType="w" fact="0.7457"/>
              <dgm:constr type="h" for="ch" forName="ParentText" refType="h" fact="0.15"/>
              <dgm:constr type="l" for="ch" forName="Image" refType="w" fact="0"/>
              <dgm:constr type="t" for="ch" forName="Image" refType="h" fact="0.1661"/>
              <dgm:constr type="w" for="ch" forName="Image" refType="w" fact="0.7457"/>
              <dgm:constr type="h" for="ch" forName="Image" refType="h" fact="0.8711"/>
              <dgm:constr type="l" for="ch" forName="ChildText" refType="w" fact="0.6464"/>
              <dgm:constr type="t" for="ch" forName="ChildText" refType="h" fact="0.288"/>
              <dgm:constr type="w" for="ch" forName="ChildText" refType="w" fact="0.3536"/>
              <dgm:constr type="h" for="ch" forName="ChildText" refType="h" fact="0.5074"/>
            </dgm:constrLst>
          </dgm:if>
          <dgm:else name="Name5">
            <dgm:constrLst>
              <dgm:constr type="l" for="ch" forName="ParentText" refType="w" fact="0.26"/>
              <dgm:constr type="t" for="ch" forName="ParentText" refType="h" fact="0"/>
              <dgm:constr type="w" for="ch" forName="ParentText" refType="w" fact="0.7457"/>
              <dgm:constr type="h" for="ch" forName="ParentText" refType="h" fact="0.15"/>
              <dgm:constr type="l" for="ch" forName="Image" refType="w" fact="0.26"/>
              <dgm:constr type="t" for="ch" forName="Image" refType="h" fact="0.1661"/>
              <dgm:constr type="w" for="ch" forName="Image" refType="w" fact="0.7446"/>
              <dgm:constr type="h" for="ch" forName="Image" refType="h" fact="0.8711"/>
              <dgm:constr type="l" for="ch" forName="ChildText" refType="w" fact="0"/>
              <dgm:constr type="t" for="ch" forName="ChildText" refType="h" fact="0.288"/>
              <dgm:constr type="w" for="ch" forName="ChildText" refType="w" fact="0.3536"/>
              <dgm:constr type="h" for="ch" forName="ChildText" refType="h" fact="0.5074"/>
            </dgm:constrLst>
          </dgm:else>
        </dgm:choose>
        <dgm:layoutNode name="ParentText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type="rect" r:blip="" zOrderOff="10">
            <dgm:adjLst/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Image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ChildText" styleLbl="fgAcc1">
          <dgm:varLst>
            <dgm:chMax val="0"/>
            <dgm:chPref val="0"/>
            <dgm:bulletEnabled val="1"/>
          </dgm:varLst>
          <dgm:choose name="Name6">
            <dgm:if name="Name7" axis="des" ptType="node" func="cnt" op="equ" val="1">
              <dgm:alg type="tx">
                <dgm:param type="stBulletLvl" val="2"/>
                <dgm:param type="txAnchorVertCh" val="mid"/>
                <dgm:param type="parTxLTRAlign" val="l"/>
              </dgm:alg>
            </dgm:if>
            <dgm:else name="Name8">
              <dgm:alg type="tx">
                <dgm:param type="stBulletLvl" val="1"/>
                <dgm:param type="txAnchorVertCh" val="mid"/>
              </dgm:alg>
            </dgm:else>
          </dgm:choose>
          <dgm:choose name="Name9">
            <dgm:if name="Name10" axis="ch" ptType="node" func="cnt" op="gte" val="1"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</dgm:if>
            <dgm:else name="Name11"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/>
            </dgm:else>
          </dgm:choose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8/layout/BendingPictureCaptionList">
  <dgm:title val=""/>
  <dgm:desc val=""/>
  <dgm:catLst>
    <dgm:cat type="picture" pri="9000"/>
    <dgm:cat type="pictureconvert" pri="9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snake">
          <dgm:param type="off" val="ctr"/>
        </dgm:alg>
      </dgm:if>
      <dgm:else name="Name3">
        <dgm:alg type="snake">
          <dgm:param type="off" val="ctr"/>
          <dgm:param type="grDir" val="tR"/>
        </dgm:alg>
      </dgm:else>
    </dgm:choose>
    <dgm:shape xmlns:r="http://schemas.openxmlformats.org/officeDocument/2006/relationships" r:blip="">
      <dgm:adjLst/>
    </dgm:shape>
    <dgm:constrLst>
      <dgm:constr type="primFontSz" for="des" ptType="node" op="equ" val="65"/>
      <dgm:constr type="w" for="ch" forName="composite" refType="w"/>
      <dgm:constr type="h" for="ch" forName="composite" refType="w" fact="1.11"/>
      <dgm:constr type="sp" refType="w" refFor="ch" refForName="composite" op="equ" fact="0.1"/>
      <dgm:constr type="w" for="ch" forName="sibTrans" refType="w" refFor="ch" refForName="composite" op="equ" fact="0.1"/>
      <dgm:constr type="h" for="ch" forName="sibTrans" refType="w" refFor="ch" refForName="sibTrans" op="equ"/>
    </dgm:constrLst>
    <dgm:forEach name="nodesForEach" axis="ch" ptType="node">
      <dgm:layoutNode name="composite">
        <dgm:alg type="composite">
          <dgm:param type="ar" val="1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9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if>
          <dgm:else name="Name6">
            <dgm:constrLst>
              <dgm:constr type="l" for="ch" forName="rect1" refType="w" fact="0"/>
              <dgm:constr type="t" for="ch" forName="rect1" refType="h" fact="0"/>
              <dgm:constr type="w" for="ch" forName="rect1" refType="w"/>
              <dgm:constr type="h" for="ch" forName="rect1" refType="h" fact="0.8"/>
              <dgm:constr type="l" for="ch" forName="wedgeRectCallout1" refType="w" fact="0.02"/>
              <dgm:constr type="t" for="ch" forName="wedgeRectCallout1" refType="h" fact="0.72"/>
              <dgm:constr type="w" for="ch" forName="wedgeRectCallout1" refType="w" fact="0.89"/>
              <dgm:constr type="h" for="ch" forName="wedgeRectCallout1" refType="h" fact="0.28"/>
            </dgm:constrLst>
          </dgm:else>
        </dgm:choose>
        <dgm:layoutNode name="rect1" styleLbl="bgImgPlace1">
          <dgm:alg type="sp"/>
          <dgm:shape xmlns:r="http://schemas.openxmlformats.org/officeDocument/2006/relationships" type="rect" r:blip="" blipPhldr="1">
            <dgm:adjLst/>
          </dgm:shape>
          <dgm:presOf/>
        </dgm:layoutNode>
        <dgm:layoutNode name="wedgeRectCallout1" styleLbl="node1">
          <dgm:varLst>
            <dgm:bulletEnabled val="1"/>
          </dgm:varLst>
          <dgm:alg type="tx"/>
          <dgm:choose name="Name7">
            <dgm:if name="Name8" func="var" arg="dir" op="equ" val="norm">
              <dgm:shape xmlns:r="http://schemas.openxmlformats.org/officeDocument/2006/relationships" type="wedgeRectCallout" r:blip="">
                <dgm:adjLst>
                  <dgm:adj idx="1" val="0.2025"/>
                  <dgm:adj idx="2" val="-0.607"/>
                </dgm:adjLst>
              </dgm:shape>
            </dgm:if>
            <dgm:else name="Name9">
              <dgm:shape xmlns:r="http://schemas.openxmlformats.org/officeDocument/2006/relationships" type="wedgeRectCallout" r:blip="">
                <dgm:adjLst>
                  <dgm:adj idx="1" val="-0.2025"/>
                  <dgm:adj idx="2" val="-0.607"/>
                </dgm:adjLst>
              </dgm:shape>
            </dgm:else>
          </dgm:choos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F9E3336-A505-459E-8E03-DC2286A57B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637A4-BF03-41BA-929A-34BAD09B93C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B372DE5C-7B03-4659-89AA-40A9BF92DB08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D8E878-384C-4024-B5AD-5B363ACC29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82D2C9-19F7-4861-A339-4E98377C702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D289C74B-7FCA-4BDB-B64E-9649718938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73967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F8F7FF29-2EE4-4F41-A5BA-854A50675B30}" type="datetimeFigureOut">
              <a:rPr lang="en-IN" smtClean="0"/>
              <a:t>18-11-2025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7E75EDDB-747F-4FD7-9E4F-29873C1859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8275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54C3A67-9F0B-42D2-9429-B440532AFB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E7FE8F-6623-4C67-B4B2-F8E79ABFEB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DF7A65B-4F60-416C-BABE-DEE295E77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01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5413B-541C-46EC-B7C7-D7D2EFE08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9D169-BA10-4F97-8CF0-8C8038AA1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F33DDBA-62C7-4E06-81A3-8330C9B177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2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0DB05-A086-4599-9718-2BE5A8501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2D030A-373A-4D61-8E96-81AEEEE73F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EC54B75-5929-46E5-81D4-9D38C76A4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519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2E42B-FDDE-4FB6-81D1-803E075F8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EF01F-CFA9-4698-84FA-2196FC6810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BDCB14-59C4-4FC4-B05F-E68D8A01F0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3149D-D234-4152-9A3F-9607324E1C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5645F36-4829-4E4D-B978-DB2EB081F561}"/>
              </a:ext>
            </a:extLst>
          </p:cNvPr>
          <p:cNvSpPr txBox="1">
            <a:spLocks/>
          </p:cNvSpPr>
          <p:nvPr userDrawn="1"/>
        </p:nvSpPr>
        <p:spPr>
          <a:xfrm>
            <a:off x="9289473" y="67287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450C061-FCD7-4E5E-A02A-3F2A15E03A91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002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E6462-1D3E-48CC-AA9E-723192177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025E76-3DA7-44D3-91A9-270F1704E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C927A-49EC-4428-8707-F25779514B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3779D-2B47-46E1-9133-4EEA6F06C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4F048B-28DE-4BA8-8BE6-523A7A5819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68E6367-51F3-4F84-BAE9-54D89385F1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407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8CEA3-0CAB-4622-A168-D5165DB87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F713C18-3C63-4F9B-B4D3-D64159F0F0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5502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AF25AE4-F0CF-4AAC-AAC1-E906C3917A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484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0CD92-EF4D-4E69-952F-BD510571D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0F646-3090-4B2F-BB27-D26490B373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7D3FE6-B636-41C0-909E-8A178D4F1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CF003-8F43-4583-B02A-A2A8130D0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319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5309A-703A-4966-B9B6-28290269E6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563B9-D48D-437C-9B01-69C9F8FA20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F2BD4-D7C5-4A57-AB55-71EE4B1F6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5A60E-6F2E-465F-86F1-B23B340140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840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2CED6-100C-4D69-8887-7E5202C3C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EADFA-F74C-4964-8024-7AB29728F9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7C846D-89CD-4A77-BCCC-0FC4081A15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145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078C7F-C988-417B-BD0E-5BD9B53038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011752-9051-4514-819C-1C1329393E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A53B367-E15F-454E-B63E-48F7698AC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289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261068-615C-4652-9466-5E82A71D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2"/>
            <a:ext cx="10515600" cy="115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D9C32A-A76D-4CC4-AF53-1609D9766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8E34F3C-BC6A-48EC-B4DC-C8A13F68DB8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504026" y="42936"/>
            <a:ext cx="600889" cy="427006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5AF5A7C-CAC5-4698-B700-63ECF741EC9B}"/>
              </a:ext>
            </a:extLst>
          </p:cNvPr>
          <p:cNvCxnSpPr>
            <a:cxnSpLocks/>
          </p:cNvCxnSpPr>
          <p:nvPr userDrawn="1"/>
        </p:nvCxnSpPr>
        <p:spPr>
          <a:xfrm>
            <a:off x="191007" y="281693"/>
            <a:ext cx="11335778" cy="0"/>
          </a:xfrm>
          <a:prstGeom prst="line">
            <a:avLst/>
          </a:prstGeom>
          <a:ln w="2857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E7B5CFC-076B-4B96-A036-69C797C98B9D}"/>
              </a:ext>
            </a:extLst>
          </p:cNvPr>
          <p:cNvCxnSpPr>
            <a:cxnSpLocks/>
          </p:cNvCxnSpPr>
          <p:nvPr userDrawn="1"/>
        </p:nvCxnSpPr>
        <p:spPr>
          <a:xfrm>
            <a:off x="191007" y="6601560"/>
            <a:ext cx="11818113" cy="0"/>
          </a:xfrm>
          <a:prstGeom prst="line">
            <a:avLst/>
          </a:prstGeom>
          <a:ln w="2857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CD0074A-D602-4190-91FB-6A146F2CD905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1747865" y="5904408"/>
            <a:ext cx="1" cy="783772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CC6BAF-0171-4CAF-B9A2-41EA866ED5B7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1804471" y="6204854"/>
            <a:ext cx="1" cy="483326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D9C4DEF-AE83-44BD-ACF7-FB217F67228F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78963" y="204198"/>
            <a:ext cx="1" cy="783772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3A3BC15-7E19-4093-A978-B720615129F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2161" y="204198"/>
            <a:ext cx="1" cy="483326"/>
          </a:xfrm>
          <a:prstGeom prst="line">
            <a:avLst/>
          </a:prstGeom>
          <a:ln w="9525">
            <a:solidFill>
              <a:srgbClr val="0369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7F11D-79F1-4ECD-AED7-6C4C12C7F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37073" y="65763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50C061-FCD7-4E5E-A02A-3F2A15E03A91}" type="slidenum">
              <a:rPr lang="en-IN" smtClean="0"/>
              <a:t>‹#›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BCFA5F-A5A6-4E8D-868D-48E97050F192}"/>
              </a:ext>
            </a:extLst>
          </p:cNvPr>
          <p:cNvSpPr txBox="1"/>
          <p:nvPr userDrawn="1"/>
        </p:nvSpPr>
        <p:spPr>
          <a:xfrm>
            <a:off x="311727" y="6572100"/>
            <a:ext cx="16667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© C-DAC Bangalore</a:t>
            </a:r>
            <a:endParaRPr lang="en-IN" sz="14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41329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7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3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11" Type="http://schemas.microsoft.com/office/2007/relationships/diagramDrawing" Target="../diagrams/drawing13.xml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35EFC91-FA16-4584-9345-5DA4DE2D5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80910"/>
            <a:ext cx="9144000" cy="588078"/>
          </a:xfrm>
        </p:spPr>
        <p:txBody>
          <a:bodyPr>
            <a:normAutofit fontScale="62500" lnSpcReduction="20000"/>
          </a:bodyPr>
          <a:lstStyle/>
          <a:p>
            <a:r>
              <a:rPr lang="en-IN" dirty="0"/>
              <a:t>Post Graduate Diploma in Advanced Computing (PG-DAC)</a:t>
            </a:r>
          </a:p>
          <a:p>
            <a:r>
              <a:rPr lang="en-IN" dirty="0"/>
              <a:t>ACTS, C-DAC Bangalore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B086A-2E5C-42A0-BA16-C4A70A56A3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</a:t>
            </a:fld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33CAF-AE04-4404-A053-CA6B82634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1"/>
            <a:ext cx="10515600" cy="2637917"/>
          </a:xfrm>
        </p:spPr>
        <p:txBody>
          <a:bodyPr/>
          <a:lstStyle/>
          <a:p>
            <a:pPr algn="ctr"/>
            <a:r>
              <a:rPr lang="en-US" dirty="0"/>
              <a:t>C++ Programming</a:t>
            </a:r>
            <a:endParaRPr lang="en-IN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1CB213A7-E6AF-4581-8DC3-DFCEBE3EC309}"/>
              </a:ext>
            </a:extLst>
          </p:cNvPr>
          <p:cNvSpPr txBox="1">
            <a:spLocks/>
          </p:cNvSpPr>
          <p:nvPr/>
        </p:nvSpPr>
        <p:spPr>
          <a:xfrm>
            <a:off x="735624" y="3990530"/>
            <a:ext cx="1532792" cy="2825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IN" sz="1400" b="1" dirty="0"/>
              <a:t>Topics Covered:</a:t>
            </a:r>
            <a:endParaRPr lang="en-IN" b="1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EFCF182E-8484-41BA-B88C-B70F4394ECE3}"/>
              </a:ext>
            </a:extLst>
          </p:cNvPr>
          <p:cNvSpPr txBox="1">
            <a:spLocks/>
          </p:cNvSpPr>
          <p:nvPr/>
        </p:nvSpPr>
        <p:spPr>
          <a:xfrm>
            <a:off x="735624" y="4448848"/>
            <a:ext cx="8760068" cy="1767313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Introduction to C++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C++ Vs C Programming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Types of Programming Languages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C++ Versions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C++ Program </a:t>
            </a:r>
            <a:r>
              <a:rPr lang="en-IN" sz="1400" dirty="0" err="1"/>
              <a:t>Structiure</a:t>
            </a:r>
            <a:r>
              <a:rPr lang="en-IN" sz="1400" dirty="0"/>
              <a:t> &amp; Execution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C++ Tokens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Variable Storage Types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sz="1400" dirty="0"/>
              <a:t>Statements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sz="1400" dirty="0"/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1653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A40FB-5DCA-4A94-986C-455978151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1072"/>
            <a:ext cx="10515600" cy="612198"/>
          </a:xfrm>
        </p:spPr>
        <p:txBody>
          <a:bodyPr>
            <a:normAutofit fontScale="90000"/>
          </a:bodyPr>
          <a:lstStyle/>
          <a:p>
            <a:r>
              <a:rPr lang="en-US" dirty="0"/>
              <a:t>C++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8045815-DC37-4F74-8B9C-CC99BDDA5E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700200"/>
              </p:ext>
            </p:extLst>
          </p:nvPr>
        </p:nvGraphicFramePr>
        <p:xfrm>
          <a:off x="838200" y="1542614"/>
          <a:ext cx="10515600" cy="46343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2297E-4214-4A96-B4B7-85BBEF9F87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4071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C1D72-3AB9-4841-AEA7-E9BE81D0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Applications of C++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FF99008-15B5-48FE-9ECF-70EB836263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8069780"/>
              </p:ext>
            </p:extLst>
          </p:nvPr>
        </p:nvGraphicFramePr>
        <p:xfrm>
          <a:off x="1361710" y="207660"/>
          <a:ext cx="11663254" cy="64426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5EA01D-A099-4670-A2C0-7A85781546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877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20ED-D5DF-41F1-95C4-2F42B325E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of C++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1961A04-3146-49B2-88E4-0D802ECD99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807297"/>
              </p:ext>
            </p:extLst>
          </p:nvPr>
        </p:nvGraphicFramePr>
        <p:xfrm>
          <a:off x="838200" y="1450181"/>
          <a:ext cx="10515600" cy="47267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A2A71-A29F-402F-9A4B-C42D34183C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4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B5818-49E5-4E14-B5BA-B2E297D4B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693"/>
            <a:ext cx="10515600" cy="1159616"/>
          </a:xfrm>
        </p:spPr>
        <p:txBody>
          <a:bodyPr/>
          <a:lstStyle/>
          <a:p>
            <a:r>
              <a:rPr lang="en-US" dirty="0"/>
              <a:t>C++ Vs C Programming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A9E6950-0EA1-4754-B022-4E35920D211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8387890"/>
              </p:ext>
            </p:extLst>
          </p:nvPr>
        </p:nvGraphicFramePr>
        <p:xfrm>
          <a:off x="1375089" y="1320252"/>
          <a:ext cx="11196165" cy="5256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C2105-2E3F-4A3B-B471-ECAB51C627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318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BC2A9-B24A-5E80-B2E3-81CD66BD2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E5938-6BD8-204E-1597-55BED62A6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PROGRAMMING LANGUAGES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067796-46CB-4188-8B72-CE8B6C0305E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379220"/>
          <a:ext cx="1069848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19B68-8AFC-A8EF-0B79-C2E4326DB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©C-DAC Bangalore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541ED-B99C-51C5-89F4-12AF85C71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6592" y="65389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1479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D56D5-EB6C-4540-9636-354E431F1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Versions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EFD4B38-EA4B-4768-AC0A-A41082BDB3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7679976"/>
              </p:ext>
            </p:extLst>
          </p:nvPr>
        </p:nvGraphicFramePr>
        <p:xfrm>
          <a:off x="488611" y="1200587"/>
          <a:ext cx="11252005" cy="49210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F002BE-2044-4F33-AFC5-E36622B40E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827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0B301-3925-CC45-C4E3-3880F8776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C++ PROGRAM STRUCTURE</a:t>
            </a:r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3BF14BA-238B-9109-36C2-9678C84EBF67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812580533"/>
              </p:ext>
            </p:extLst>
          </p:nvPr>
        </p:nvGraphicFramePr>
        <p:xfrm>
          <a:off x="731520" y="1436124"/>
          <a:ext cx="5440680" cy="49202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669A353-766D-CF42-44B9-0CBC1B39181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6385560" y="1436124"/>
            <a:ext cx="5181600" cy="4946579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B7BE2B-2143-8C91-CFF6-79BE9B8B7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3792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9C57A-FF52-3AAF-6E37-5AEA8D323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C++ PROGRAM EXECUTE CYCLE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082F008-7B6D-7D18-21DB-FE4DBD98AEBE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10745659"/>
              </p:ext>
            </p:extLst>
          </p:nvPr>
        </p:nvGraphicFramePr>
        <p:xfrm>
          <a:off x="838200" y="1303020"/>
          <a:ext cx="10713720" cy="53263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037A3-7173-1FC6-A76B-56E1F0964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/>
              <a:t>©C-DAC Bangalore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27AF1-CB6B-5E0E-F195-1F718A9AF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691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40F-032E-4517-BE9C-EB16396EC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C++ Program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0248EE7-084C-4FF9-AEDB-3E2464BB47D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Program to display text “HelloWorld on Console</a:t>
            </a:r>
          </a:p>
          <a:p>
            <a:r>
              <a:rPr lang="en-US" dirty="0" err="1"/>
              <a:t>cout</a:t>
            </a:r>
            <a:r>
              <a:rPr lang="en-US" dirty="0"/>
              <a:t> Is used for display on standard output device (Console)</a:t>
            </a:r>
          </a:p>
          <a:p>
            <a:r>
              <a:rPr lang="en-US" dirty="0"/>
              <a:t>Namespace std is used for directly utilizing </a:t>
            </a:r>
            <a:r>
              <a:rPr lang="en-US" dirty="0" err="1"/>
              <a:t>cout</a:t>
            </a:r>
            <a:r>
              <a:rPr lang="en-US" dirty="0"/>
              <a:t> from std namespace</a:t>
            </a:r>
            <a:endParaRPr lang="en-IN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61900EF-A87F-4D49-9A75-9AD5CE29CF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71865" y="1943607"/>
            <a:ext cx="4982270" cy="411537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F39811-1302-4240-95EB-15487E3CCC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450C061-FCD7-4E5E-A02A-3F2A15E03A9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5391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7636-28B8-0D59-A9D9-1D0E1EDEB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C++ TOKENS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83BC8106-1E2E-A79C-21D4-3C9B4417D55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638300"/>
          <a:ext cx="10576560" cy="45386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05226-F0A4-3336-81B6-B723F9F87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8764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EF808-2A8B-9030-527B-6413CA2EF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5FCEE-8119-0203-9C29-565446DC0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6544"/>
            <a:ext cx="10515600" cy="45307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C++98 Standard Keywords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B3275A-2015-9591-C1BA-80D7DF954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12</a:t>
            </a:fld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0210E7-E199-19A8-F9FF-61D01E861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221594"/>
              </p:ext>
            </p:extLst>
          </p:nvPr>
        </p:nvGraphicFramePr>
        <p:xfrm>
          <a:off x="1475740" y="1963896"/>
          <a:ext cx="8128000" cy="3708400"/>
        </p:xfrm>
        <a:graphic>
          <a:graphicData uri="http://schemas.openxmlformats.org/drawingml/2006/table">
            <a:tbl>
              <a:tblPr bandRow="1">
                <a:tableStyleId>{8799B23B-EC83-4686-B30A-512413B5E67A}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691233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1630188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6051504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06944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double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struct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6944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break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else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switch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2255634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enum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register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typedef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08019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char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extern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return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union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49407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const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float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short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unsigned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47366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continue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for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signed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void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6460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default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goto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sizeof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volatile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021328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if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static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while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3584561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auto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double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int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Struct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1958770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Class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946089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227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64183-4299-DD2F-2D76-7D785C51D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IDENTIFIERS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9BE41E3-359E-46CF-BEAC-879400F1B4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60500"/>
          <a:ext cx="10995660" cy="4895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0C71D2-D227-77EB-C22A-F155EBC1C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13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8871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84737-E01A-00F9-588A-31AD74BBE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LITERALS / CONSTANTS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34B5EB4-5C4C-732F-E016-831CB1D3C5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3840" y="1504944"/>
          <a:ext cx="11757660" cy="4851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F7A918-6B41-ED81-C527-DBE396CA1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14</a:t>
            </a:fld>
            <a:endParaRPr lang="en-I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6582090-10BA-E65D-A699-F68FA41CE00A}"/>
              </a:ext>
            </a:extLst>
          </p:cNvPr>
          <p:cNvCxnSpPr/>
          <p:nvPr/>
        </p:nvCxnSpPr>
        <p:spPr>
          <a:xfrm>
            <a:off x="632460" y="1783080"/>
            <a:ext cx="0" cy="406908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D1E154E-574F-04B7-F63A-B72D96EC6389}"/>
              </a:ext>
            </a:extLst>
          </p:cNvPr>
          <p:cNvCxnSpPr/>
          <p:nvPr/>
        </p:nvCxnSpPr>
        <p:spPr>
          <a:xfrm>
            <a:off x="2651760" y="1783080"/>
            <a:ext cx="0" cy="406908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F7FF4FF-FA63-E63A-99A2-F18F4F8DCFB8}"/>
              </a:ext>
            </a:extLst>
          </p:cNvPr>
          <p:cNvCxnSpPr/>
          <p:nvPr/>
        </p:nvCxnSpPr>
        <p:spPr>
          <a:xfrm>
            <a:off x="4648200" y="1783080"/>
            <a:ext cx="0" cy="406908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3ED4F4-34EF-662B-9CDA-333A1FE2822B}"/>
              </a:ext>
            </a:extLst>
          </p:cNvPr>
          <p:cNvCxnSpPr/>
          <p:nvPr/>
        </p:nvCxnSpPr>
        <p:spPr>
          <a:xfrm>
            <a:off x="6644640" y="1783080"/>
            <a:ext cx="0" cy="406908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160D7F-69A0-8A05-385F-25FBEB564186}"/>
              </a:ext>
            </a:extLst>
          </p:cNvPr>
          <p:cNvCxnSpPr/>
          <p:nvPr/>
        </p:nvCxnSpPr>
        <p:spPr>
          <a:xfrm>
            <a:off x="8648700" y="1783080"/>
            <a:ext cx="0" cy="406908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4726E8-890A-886B-0EA2-1259C121400F}"/>
              </a:ext>
            </a:extLst>
          </p:cNvPr>
          <p:cNvCxnSpPr/>
          <p:nvPr/>
        </p:nvCxnSpPr>
        <p:spPr>
          <a:xfrm>
            <a:off x="10629900" y="1783080"/>
            <a:ext cx="0" cy="406908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9226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29513-77B6-F5BC-216C-65DF3660A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1404C-AC19-6F49-C67A-691D9C550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15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ED7446DE-C8EC-65AE-D204-8422CB283E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9160" y="1504944"/>
            <a:ext cx="1059937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sequence of characters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stored as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array of characters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terminated by a null character </a:t>
            </a:r>
            <a:r>
              <a:rPr lang="en-US" altLang="en-US" sz="1800" b="1" dirty="0">
                <a:latin typeface="Arial" panose="020B0604020202020204" pitchFamily="34" charset="0"/>
              </a:rPr>
              <a:t>‘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\0’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BBA1C48-B965-51D2-53AE-EFC2052ACF03}"/>
              </a:ext>
            </a:extLst>
          </p:cNvPr>
          <p:cNvGraphicFramePr/>
          <p:nvPr/>
        </p:nvGraphicFramePr>
        <p:xfrm>
          <a:off x="1193800" y="2647828"/>
          <a:ext cx="4902200" cy="3853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1">
            <a:extLst>
              <a:ext uri="{FF2B5EF4-FFF2-40B4-BE49-F238E27FC236}">
                <a16:creationId xmlns:a16="http://schemas.microsoft.com/office/drawing/2014/main" id="{9673702B-85BD-568A-2C48-D2CD72ED5F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9160" y="2157799"/>
            <a:ext cx="232627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Declaring Strings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CCAE0A27-45F2-0C26-5D10-0F67DE4FA7F4}"/>
              </a:ext>
            </a:extLst>
          </p:cNvPr>
          <p:cNvGraphicFramePr/>
          <p:nvPr/>
        </p:nvGraphicFramePr>
        <p:xfrm>
          <a:off x="6344876" y="2647828"/>
          <a:ext cx="5153660" cy="30065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0" name="Rectangle 1">
            <a:extLst>
              <a:ext uri="{FF2B5EF4-FFF2-40B4-BE49-F238E27FC236}">
                <a16:creationId xmlns:a16="http://schemas.microsoft.com/office/drawing/2014/main" id="{9473A0AE-A0EC-C276-CAD4-C14950E47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124418"/>
            <a:ext cx="36728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b="1" dirty="0">
                <a:latin typeface="Arial" panose="020B0604020202020204" pitchFamily="34" charset="0"/>
              </a:rPr>
              <a:t>Important Points about String</a:t>
            </a:r>
          </a:p>
        </p:txBody>
      </p:sp>
    </p:spTree>
    <p:extLst>
      <p:ext uri="{BB962C8B-B14F-4D97-AF65-F5344CB8AC3E}">
        <p14:creationId xmlns:p14="http://schemas.microsoft.com/office/powerpoint/2010/main" val="22811558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1374F-10D4-6673-6B9C-504025396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OPERATORS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0E29606-66D0-66BC-5B13-904BFE509C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73380" y="1825625"/>
          <a:ext cx="11468100" cy="42246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01A135-2911-0D7C-9E2B-163010317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4002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3FFDE-D25C-2F17-C6B3-CDBF84C86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8961" y="1920874"/>
            <a:ext cx="3782122" cy="1325563"/>
          </a:xfrm>
        </p:spPr>
        <p:txBody>
          <a:bodyPr/>
          <a:lstStyle/>
          <a:p>
            <a:r>
              <a:rPr lang="en-IN" dirty="0"/>
              <a:t>OPERATOR PRECEDENCE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5AAA68-3800-6325-3D74-7EA75B86B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17</a:t>
            </a:fld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9F65D49E-7407-3797-FE98-E202BE101784}"/>
              </a:ext>
            </a:extLst>
          </p:cNvPr>
          <p:cNvGraphicFramePr>
            <a:graphicFrameLocks noGrp="1"/>
          </p:cNvGraphicFramePr>
          <p:nvPr>
            <p:ph idx="4294967295"/>
          </p:nvPr>
        </p:nvGraphicFramePr>
        <p:xfrm>
          <a:off x="557560" y="136525"/>
          <a:ext cx="7173953" cy="630428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936233">
                  <a:extLst>
                    <a:ext uri="{9D8B030D-6E8A-4147-A177-3AD203B41FA5}">
                      <a16:colId xmlns:a16="http://schemas.microsoft.com/office/drawing/2014/main" val="2452851500"/>
                    </a:ext>
                  </a:extLst>
                </a:gridCol>
                <a:gridCol w="2186109">
                  <a:extLst>
                    <a:ext uri="{9D8B030D-6E8A-4147-A177-3AD203B41FA5}">
                      <a16:colId xmlns:a16="http://schemas.microsoft.com/office/drawing/2014/main" val="2837180579"/>
                    </a:ext>
                  </a:extLst>
                </a:gridCol>
                <a:gridCol w="1234069">
                  <a:extLst>
                    <a:ext uri="{9D8B030D-6E8A-4147-A177-3AD203B41FA5}">
                      <a16:colId xmlns:a16="http://schemas.microsoft.com/office/drawing/2014/main" val="3648010443"/>
                    </a:ext>
                  </a:extLst>
                </a:gridCol>
                <a:gridCol w="2817542">
                  <a:extLst>
                    <a:ext uri="{9D8B030D-6E8A-4147-A177-3AD203B41FA5}">
                      <a16:colId xmlns:a16="http://schemas.microsoft.com/office/drawing/2014/main" val="3386652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chemeClr val="tx1"/>
                          </a:solidFill>
                        </a:rPr>
                        <a:t>Precedence</a:t>
                      </a:r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chemeClr val="tx1"/>
                          </a:solidFill>
                        </a:rPr>
                        <a:t>Operators</a:t>
                      </a:r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>
                          <a:solidFill>
                            <a:schemeClr val="tx1"/>
                          </a:solidFill>
                        </a:rPr>
                        <a:t>Associativity</a:t>
                      </a:r>
                      <a:endParaRPr lang="en-IN" sz="120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>
                          <a:solidFill>
                            <a:schemeClr val="tx1"/>
                          </a:solidFill>
                        </a:rPr>
                        <a:t>Example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8092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/>
                        <a:t>1 (Highest)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() [] -&gt; 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Left to Right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array[i], ptr-&gt;val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70214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/>
                        <a:t>2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++ -- (Postfix)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Left to Right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x++, y--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531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/>
                        <a:t>3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++ -- (Prefix), + - (Unary), ! ~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Right to Left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++x, -y, !flag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973571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/>
                        <a:t>4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* /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Left to Right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 * b, x / 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6958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/>
                        <a:t>5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+ - (Binary)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Left to Right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 + b, x - 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7090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/>
                        <a:t>6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&lt;&lt; &gt;&gt;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Left to Right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x &lt;&lt; 2, y &gt;&gt; 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9449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/>
                        <a:t>7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&lt; &lt;= &gt; &gt;=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Left to Right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 &lt; b, x &gt;= 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0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/>
                        <a:t>8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== !=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Left to Right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 == b, x != 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82683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/>
                        <a:t>9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&amp; (Bitwise AND)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Left to Right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 &amp;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9952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/>
                        <a:t>10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^ (Bitwise XOR)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Left to Right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 ^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9705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/>
                        <a:t>11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` (Bitwise 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Left to Right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 `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2855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/>
                        <a:t>12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&amp;&amp; (Logical AND)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 dirty="0"/>
                        <a:t>Left to Right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a &amp;&amp;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71673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/>
                        <a:t>13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||(Logical 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b="1" dirty="0"/>
                        <a:t>Left to Right</a:t>
                      </a:r>
                      <a:endParaRPr lang="en-IN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 ||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0012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/>
                        <a:t>14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?: (Ternary)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Right to Left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1200"/>
                        <a:t>x = (a &gt; b) ? a : b;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30559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/>
                        <a:t>15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/>
                        <a:t>= += -= *= /= %=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Right to Left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s-ES" sz="1200"/>
                        <a:t>x += 5, y = a * 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63030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b="1"/>
                        <a:t>16 (Lowest)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, (Comma)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b="1"/>
                        <a:t>Left to Right</a:t>
                      </a:r>
                      <a:endParaRPr lang="en-IN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200" dirty="0"/>
                        <a:t>a = 1, b =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02998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3825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2AD8F-6567-4B79-7774-FE751AE0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SHORTHAND OPERATORS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5414F-0E19-98FD-C9D5-7FE68D3C2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18</a:t>
            </a:fld>
            <a:endParaRPr lang="en-IN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4A7789A-CEB0-4335-5F84-9A904678376A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1478280"/>
          <a:ext cx="10810937" cy="492543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60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3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03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04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 dirty="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b="1" spc="-5" dirty="0"/>
                        <a:t>Operator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1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b="1" spc="-5" dirty="0"/>
                        <a:t>Description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 dirty="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b="1" spc="-5" dirty="0"/>
                        <a:t>Example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179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15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dirty="0"/>
                        <a:t>=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795" marB="0"/>
                </a:tc>
                <a:tc>
                  <a:txBody>
                    <a:bodyPr/>
                    <a:lstStyle/>
                    <a:p>
                      <a:pPr marL="76200" marR="69215" algn="just">
                        <a:lnSpc>
                          <a:spcPct val="109100"/>
                        </a:lnSpc>
                        <a:spcBef>
                          <a:spcPts val="1105"/>
                        </a:spcBef>
                      </a:pPr>
                      <a:r>
                        <a:rPr sz="1200" spc="-5" dirty="0"/>
                        <a:t>Simple</a:t>
                      </a:r>
                      <a:r>
                        <a:rPr sz="1200" dirty="0"/>
                        <a:t> </a:t>
                      </a:r>
                      <a:r>
                        <a:rPr sz="1200" spc="-5" dirty="0"/>
                        <a:t>assignment</a:t>
                      </a:r>
                      <a:r>
                        <a:rPr sz="1200" dirty="0"/>
                        <a:t> operator.</a:t>
                      </a:r>
                      <a:r>
                        <a:rPr sz="1200" spc="5" dirty="0"/>
                        <a:t> </a:t>
                      </a:r>
                      <a:r>
                        <a:rPr sz="1200" dirty="0"/>
                        <a:t>Assigns 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values</a:t>
                      </a:r>
                      <a:r>
                        <a:rPr sz="1200" dirty="0"/>
                        <a:t> from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right</a:t>
                      </a:r>
                      <a:r>
                        <a:rPr sz="1200" dirty="0"/>
                        <a:t> side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operands</a:t>
                      </a:r>
                      <a:r>
                        <a:rPr sz="1200" spc="375" dirty="0"/>
                        <a:t> </a:t>
                      </a:r>
                      <a:r>
                        <a:rPr sz="1200" spc="-5" dirty="0"/>
                        <a:t>to</a:t>
                      </a:r>
                      <a:r>
                        <a:rPr sz="1200" spc="375" dirty="0"/>
                        <a:t> </a:t>
                      </a:r>
                      <a:r>
                        <a:rPr sz="1200" spc="-5" dirty="0"/>
                        <a:t>left </a:t>
                      </a:r>
                      <a:r>
                        <a:rPr sz="1200" spc="-375" dirty="0"/>
                        <a:t> </a:t>
                      </a:r>
                      <a:r>
                        <a:rPr sz="1200" spc="-5" dirty="0"/>
                        <a:t>side operand.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99168" marB="0"/>
                </a:tc>
                <a:tc>
                  <a:txBody>
                    <a:bodyPr/>
                    <a:lstStyle/>
                    <a:p>
                      <a:pPr marL="76200" marR="68580" algn="just">
                        <a:lnSpc>
                          <a:spcPct val="109100"/>
                        </a:lnSpc>
                        <a:spcBef>
                          <a:spcPts val="1105"/>
                        </a:spcBef>
                      </a:pPr>
                      <a:r>
                        <a:rPr sz="1200" dirty="0"/>
                        <a:t>C = A + B </a:t>
                      </a:r>
                      <a:r>
                        <a:rPr sz="1200" spc="-5" dirty="0"/>
                        <a:t>will </a:t>
                      </a:r>
                      <a:r>
                        <a:rPr sz="1200" dirty="0"/>
                        <a:t>assign 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the</a:t>
                      </a:r>
                      <a:r>
                        <a:rPr sz="1200" spc="130" dirty="0"/>
                        <a:t> </a:t>
                      </a:r>
                      <a:r>
                        <a:rPr sz="1200" spc="-5" dirty="0"/>
                        <a:t>value</a:t>
                      </a:r>
                      <a:r>
                        <a:rPr sz="1200" spc="130" dirty="0"/>
                        <a:t> </a:t>
                      </a:r>
                      <a:r>
                        <a:rPr sz="1200" dirty="0"/>
                        <a:t>of</a:t>
                      </a:r>
                      <a:r>
                        <a:rPr sz="1200" spc="125" dirty="0"/>
                        <a:t> </a:t>
                      </a:r>
                      <a:r>
                        <a:rPr sz="1200" dirty="0"/>
                        <a:t>A</a:t>
                      </a:r>
                      <a:r>
                        <a:rPr sz="1200" spc="135" dirty="0"/>
                        <a:t> </a:t>
                      </a:r>
                      <a:r>
                        <a:rPr sz="1200" dirty="0"/>
                        <a:t>+</a:t>
                      </a:r>
                      <a:r>
                        <a:rPr sz="1200" spc="125" dirty="0"/>
                        <a:t> </a:t>
                      </a:r>
                      <a:r>
                        <a:rPr sz="1200" dirty="0"/>
                        <a:t>B</a:t>
                      </a:r>
                      <a:r>
                        <a:rPr sz="1200" spc="135" dirty="0"/>
                        <a:t> </a:t>
                      </a:r>
                      <a:r>
                        <a:rPr sz="1200" dirty="0"/>
                        <a:t>to </a:t>
                      </a:r>
                      <a:r>
                        <a:rPr sz="1200" spc="-375" dirty="0"/>
                        <a:t> </a:t>
                      </a:r>
                      <a:r>
                        <a:rPr sz="1200" dirty="0"/>
                        <a:t>C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99168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0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spc="-5" dirty="0"/>
                        <a:t>+=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795" marB="0"/>
                </a:tc>
                <a:tc>
                  <a:txBody>
                    <a:bodyPr/>
                    <a:lstStyle/>
                    <a:p>
                      <a:pPr marL="76200" marR="68580" algn="just">
                        <a:lnSpc>
                          <a:spcPct val="109200"/>
                        </a:lnSpc>
                        <a:spcBef>
                          <a:spcPts val="1105"/>
                        </a:spcBef>
                      </a:pPr>
                      <a:r>
                        <a:rPr sz="1200" dirty="0"/>
                        <a:t>Add AND </a:t>
                      </a:r>
                      <a:r>
                        <a:rPr sz="1200" spc="-5" dirty="0"/>
                        <a:t>assignment operator. </a:t>
                      </a:r>
                      <a:r>
                        <a:rPr sz="1200" dirty="0"/>
                        <a:t>It </a:t>
                      </a:r>
                      <a:r>
                        <a:rPr sz="1200" spc="-5" dirty="0"/>
                        <a:t>adds the </a:t>
                      </a:r>
                      <a:r>
                        <a:rPr sz="1200" spc="-375" dirty="0"/>
                        <a:t> </a:t>
                      </a:r>
                      <a:r>
                        <a:rPr sz="1200" spc="-5" dirty="0"/>
                        <a:t>right</a:t>
                      </a:r>
                      <a:r>
                        <a:rPr sz="1200" dirty="0"/>
                        <a:t> operand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to</a:t>
                      </a:r>
                      <a:r>
                        <a:rPr sz="1200" dirty="0"/>
                        <a:t> the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left</a:t>
                      </a:r>
                      <a:r>
                        <a:rPr sz="1200" dirty="0"/>
                        <a:t> operand</a:t>
                      </a:r>
                      <a:r>
                        <a:rPr sz="1200" spc="5" dirty="0"/>
                        <a:t> </a:t>
                      </a:r>
                      <a:r>
                        <a:rPr sz="1200" dirty="0"/>
                        <a:t>and 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assigns the </a:t>
                      </a:r>
                      <a:r>
                        <a:rPr sz="1200" dirty="0"/>
                        <a:t>result</a:t>
                      </a:r>
                      <a:r>
                        <a:rPr sz="1200" spc="-10" dirty="0"/>
                        <a:t> </a:t>
                      </a:r>
                      <a:r>
                        <a:rPr sz="1200" spc="-5" dirty="0"/>
                        <a:t>to</a:t>
                      </a:r>
                      <a:r>
                        <a:rPr sz="1200" spc="-20" dirty="0"/>
                        <a:t> </a:t>
                      </a:r>
                      <a:r>
                        <a:rPr sz="1200" dirty="0"/>
                        <a:t>the</a:t>
                      </a:r>
                      <a:r>
                        <a:rPr sz="1200" spc="-5" dirty="0"/>
                        <a:t> left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operand.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99168" marB="0"/>
                </a:tc>
                <a:tc>
                  <a:txBody>
                    <a:bodyPr/>
                    <a:lstStyle/>
                    <a:p>
                      <a:pPr marL="76200" marR="69215">
                        <a:lnSpc>
                          <a:spcPct val="109100"/>
                        </a:lnSpc>
                        <a:spcBef>
                          <a:spcPts val="1105"/>
                        </a:spcBef>
                      </a:pPr>
                      <a:r>
                        <a:rPr sz="1200" dirty="0"/>
                        <a:t>C</a:t>
                      </a:r>
                      <a:r>
                        <a:rPr sz="1200" spc="220" dirty="0"/>
                        <a:t> </a:t>
                      </a:r>
                      <a:r>
                        <a:rPr sz="1200" dirty="0"/>
                        <a:t>+=</a:t>
                      </a:r>
                      <a:r>
                        <a:rPr sz="1200" spc="215" dirty="0"/>
                        <a:t> </a:t>
                      </a:r>
                      <a:r>
                        <a:rPr sz="1200" dirty="0"/>
                        <a:t>A</a:t>
                      </a:r>
                      <a:r>
                        <a:rPr sz="1200" spc="240" dirty="0"/>
                        <a:t> </a:t>
                      </a:r>
                      <a:r>
                        <a:rPr sz="1200" spc="-10" dirty="0"/>
                        <a:t>is</a:t>
                      </a:r>
                      <a:r>
                        <a:rPr sz="1200" spc="235" dirty="0"/>
                        <a:t> </a:t>
                      </a:r>
                      <a:r>
                        <a:rPr sz="1200" dirty="0"/>
                        <a:t>equivalent </a:t>
                      </a:r>
                      <a:r>
                        <a:rPr sz="1200" spc="-370" dirty="0"/>
                        <a:t> </a:t>
                      </a:r>
                      <a:r>
                        <a:rPr sz="1200" spc="-5" dirty="0"/>
                        <a:t>to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C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=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C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+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A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99168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503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dirty="0"/>
                        <a:t>-=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795" marB="0"/>
                </a:tc>
                <a:tc>
                  <a:txBody>
                    <a:bodyPr/>
                    <a:lstStyle/>
                    <a:p>
                      <a:pPr marL="76200" marR="67310" algn="just">
                        <a:lnSpc>
                          <a:spcPct val="109100"/>
                        </a:lnSpc>
                        <a:spcBef>
                          <a:spcPts val="1105"/>
                        </a:spcBef>
                      </a:pPr>
                      <a:r>
                        <a:rPr sz="1200" spc="-5" dirty="0"/>
                        <a:t>Subtract</a:t>
                      </a:r>
                      <a:r>
                        <a:rPr sz="1200" dirty="0"/>
                        <a:t> AND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assignment</a:t>
                      </a:r>
                      <a:r>
                        <a:rPr sz="1200" dirty="0"/>
                        <a:t> operator.</a:t>
                      </a:r>
                      <a:r>
                        <a:rPr sz="1200" spc="5" dirty="0"/>
                        <a:t> </a:t>
                      </a:r>
                      <a:r>
                        <a:rPr sz="1200" dirty="0"/>
                        <a:t>It 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subtracts the right </a:t>
                      </a:r>
                      <a:r>
                        <a:rPr sz="1200" dirty="0"/>
                        <a:t>operand </a:t>
                      </a:r>
                      <a:r>
                        <a:rPr sz="1200" spc="-5" dirty="0"/>
                        <a:t>from the left </a:t>
                      </a:r>
                      <a:r>
                        <a:rPr sz="1200" dirty="0"/>
                        <a:t> operand and assigns </a:t>
                      </a:r>
                      <a:r>
                        <a:rPr sz="1200" spc="-5" dirty="0"/>
                        <a:t>the result </a:t>
                      </a:r>
                      <a:r>
                        <a:rPr sz="1200" dirty="0"/>
                        <a:t>to </a:t>
                      </a:r>
                      <a:r>
                        <a:rPr sz="1200" spc="-5" dirty="0"/>
                        <a:t>the left </a:t>
                      </a:r>
                      <a:r>
                        <a:rPr sz="1200" dirty="0"/>
                        <a:t> operand.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99168" marB="0"/>
                </a:tc>
                <a:tc>
                  <a:txBody>
                    <a:bodyPr/>
                    <a:lstStyle/>
                    <a:p>
                      <a:pPr marL="76200" marR="68580">
                        <a:lnSpc>
                          <a:spcPct val="109100"/>
                        </a:lnSpc>
                        <a:spcBef>
                          <a:spcPts val="1105"/>
                        </a:spcBef>
                      </a:pPr>
                      <a:r>
                        <a:rPr sz="1200" dirty="0"/>
                        <a:t>C</a:t>
                      </a:r>
                      <a:r>
                        <a:rPr sz="1200" spc="340" dirty="0"/>
                        <a:t> </a:t>
                      </a:r>
                      <a:r>
                        <a:rPr sz="1200" dirty="0"/>
                        <a:t>-=</a:t>
                      </a:r>
                      <a:r>
                        <a:rPr sz="1200" spc="340" dirty="0"/>
                        <a:t> </a:t>
                      </a:r>
                      <a:r>
                        <a:rPr sz="1200" dirty="0"/>
                        <a:t>A</a:t>
                      </a:r>
                      <a:r>
                        <a:rPr sz="1200" spc="350" dirty="0"/>
                        <a:t> </a:t>
                      </a:r>
                      <a:r>
                        <a:rPr sz="1200" spc="-10" dirty="0"/>
                        <a:t>is</a:t>
                      </a:r>
                      <a:r>
                        <a:rPr sz="1200" spc="345" dirty="0"/>
                        <a:t> </a:t>
                      </a:r>
                      <a:r>
                        <a:rPr sz="1200" spc="-5" dirty="0"/>
                        <a:t>equivalent </a:t>
                      </a:r>
                      <a:r>
                        <a:rPr sz="1200" spc="-370" dirty="0"/>
                        <a:t> </a:t>
                      </a:r>
                      <a:r>
                        <a:rPr sz="1200" spc="-5" dirty="0"/>
                        <a:t>to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C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=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C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- A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99168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spc="-10" dirty="0"/>
                        <a:t>*=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795" marB="0"/>
                </a:tc>
                <a:tc>
                  <a:txBody>
                    <a:bodyPr/>
                    <a:lstStyle/>
                    <a:p>
                      <a:pPr marL="76200" marR="66675" algn="just">
                        <a:lnSpc>
                          <a:spcPct val="109400"/>
                        </a:lnSpc>
                        <a:spcBef>
                          <a:spcPts val="1100"/>
                        </a:spcBef>
                      </a:pPr>
                      <a:r>
                        <a:rPr sz="1200" spc="-5" dirty="0"/>
                        <a:t>Multiply</a:t>
                      </a:r>
                      <a:r>
                        <a:rPr sz="1200" dirty="0"/>
                        <a:t> AND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assignment</a:t>
                      </a:r>
                      <a:r>
                        <a:rPr sz="1200" dirty="0"/>
                        <a:t> operator.</a:t>
                      </a:r>
                      <a:r>
                        <a:rPr sz="1200" spc="5" dirty="0"/>
                        <a:t> </a:t>
                      </a:r>
                      <a:r>
                        <a:rPr sz="1200" dirty="0"/>
                        <a:t>It </a:t>
                      </a:r>
                      <a:r>
                        <a:rPr sz="1200" spc="-380" dirty="0"/>
                        <a:t> </a:t>
                      </a:r>
                      <a:r>
                        <a:rPr sz="1200" spc="-5" dirty="0"/>
                        <a:t>multiplies the right </a:t>
                      </a:r>
                      <a:r>
                        <a:rPr sz="1200" dirty="0"/>
                        <a:t>operand </a:t>
                      </a:r>
                      <a:r>
                        <a:rPr sz="1200" spc="-5" dirty="0"/>
                        <a:t>with the left </a:t>
                      </a:r>
                      <a:r>
                        <a:rPr sz="1200" dirty="0"/>
                        <a:t> operand and assigns </a:t>
                      </a:r>
                      <a:r>
                        <a:rPr sz="1200" spc="-5" dirty="0"/>
                        <a:t>the result </a:t>
                      </a:r>
                      <a:r>
                        <a:rPr sz="1200" dirty="0"/>
                        <a:t>to </a:t>
                      </a:r>
                      <a:r>
                        <a:rPr sz="1200" spc="-5" dirty="0"/>
                        <a:t>the left </a:t>
                      </a:r>
                      <a:r>
                        <a:rPr sz="1200" dirty="0"/>
                        <a:t> operand.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98719" marB="0"/>
                </a:tc>
                <a:tc>
                  <a:txBody>
                    <a:bodyPr/>
                    <a:lstStyle/>
                    <a:p>
                      <a:pPr marL="76200" marR="69215">
                        <a:lnSpc>
                          <a:spcPct val="109100"/>
                        </a:lnSpc>
                        <a:spcBef>
                          <a:spcPts val="1105"/>
                        </a:spcBef>
                      </a:pPr>
                      <a:r>
                        <a:rPr sz="1200" dirty="0"/>
                        <a:t>C </a:t>
                      </a:r>
                      <a:r>
                        <a:rPr sz="1200" spc="-5" dirty="0"/>
                        <a:t>*=</a:t>
                      </a:r>
                      <a:r>
                        <a:rPr sz="1200" dirty="0"/>
                        <a:t> A</a:t>
                      </a:r>
                      <a:r>
                        <a:rPr sz="1200" spc="5" dirty="0"/>
                        <a:t> </a:t>
                      </a:r>
                      <a:r>
                        <a:rPr sz="1200" spc="-10" dirty="0"/>
                        <a:t>is</a:t>
                      </a:r>
                      <a:r>
                        <a:rPr sz="1200" spc="365" dirty="0"/>
                        <a:t> </a:t>
                      </a:r>
                      <a:r>
                        <a:rPr sz="1200" dirty="0"/>
                        <a:t>equivalent </a:t>
                      </a:r>
                      <a:r>
                        <a:rPr sz="1200" spc="-375" dirty="0"/>
                        <a:t> </a:t>
                      </a:r>
                      <a:r>
                        <a:rPr sz="1200" spc="-5" dirty="0"/>
                        <a:t>to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C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=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C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*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A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99168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3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dirty="0"/>
                        <a:t>/=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795" marB="0"/>
                </a:tc>
                <a:tc>
                  <a:txBody>
                    <a:bodyPr/>
                    <a:lstStyle/>
                    <a:p>
                      <a:pPr marL="76200" marR="66675" algn="just">
                        <a:lnSpc>
                          <a:spcPct val="109400"/>
                        </a:lnSpc>
                        <a:spcBef>
                          <a:spcPts val="1100"/>
                        </a:spcBef>
                      </a:pPr>
                      <a:r>
                        <a:rPr sz="1200" spc="-5" dirty="0"/>
                        <a:t>Divide</a:t>
                      </a:r>
                      <a:r>
                        <a:rPr sz="1200" dirty="0"/>
                        <a:t> AND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assignment</a:t>
                      </a:r>
                      <a:r>
                        <a:rPr sz="1200" dirty="0"/>
                        <a:t> operator.</a:t>
                      </a:r>
                      <a:r>
                        <a:rPr sz="1200" spc="390" dirty="0"/>
                        <a:t> </a:t>
                      </a:r>
                      <a:r>
                        <a:rPr sz="1200" dirty="0"/>
                        <a:t>It 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divides</a:t>
                      </a:r>
                      <a:r>
                        <a:rPr sz="1200" dirty="0"/>
                        <a:t> </a:t>
                      </a:r>
                      <a:r>
                        <a:rPr sz="1200" spc="-5" dirty="0"/>
                        <a:t>the</a:t>
                      </a:r>
                      <a:r>
                        <a:rPr sz="1200" dirty="0"/>
                        <a:t> </a:t>
                      </a:r>
                      <a:r>
                        <a:rPr sz="1200" spc="-5" dirty="0"/>
                        <a:t>left</a:t>
                      </a:r>
                      <a:r>
                        <a:rPr sz="1200" dirty="0"/>
                        <a:t> operand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with</a:t>
                      </a:r>
                      <a:r>
                        <a:rPr sz="1200" dirty="0"/>
                        <a:t> </a:t>
                      </a:r>
                      <a:r>
                        <a:rPr sz="1200" spc="-5" dirty="0"/>
                        <a:t>the</a:t>
                      </a:r>
                      <a:r>
                        <a:rPr sz="1200" dirty="0"/>
                        <a:t> </a:t>
                      </a:r>
                      <a:r>
                        <a:rPr sz="1200" spc="-5" dirty="0"/>
                        <a:t>right </a:t>
                      </a:r>
                      <a:r>
                        <a:rPr sz="1200" dirty="0"/>
                        <a:t> operand and assigns </a:t>
                      </a:r>
                      <a:r>
                        <a:rPr sz="1200" spc="-5" dirty="0"/>
                        <a:t>the result </a:t>
                      </a:r>
                      <a:r>
                        <a:rPr sz="1200" dirty="0"/>
                        <a:t>to </a:t>
                      </a:r>
                      <a:r>
                        <a:rPr sz="1200" spc="-5" dirty="0"/>
                        <a:t>the left </a:t>
                      </a:r>
                      <a:r>
                        <a:rPr sz="1200" dirty="0"/>
                        <a:t> operand.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98719" marB="0"/>
                </a:tc>
                <a:tc>
                  <a:txBody>
                    <a:bodyPr/>
                    <a:lstStyle/>
                    <a:p>
                      <a:pPr marL="76200" marR="68580">
                        <a:lnSpc>
                          <a:spcPct val="109100"/>
                        </a:lnSpc>
                        <a:spcBef>
                          <a:spcPts val="1105"/>
                        </a:spcBef>
                      </a:pPr>
                      <a:r>
                        <a:rPr sz="1200" dirty="0"/>
                        <a:t>C</a:t>
                      </a:r>
                      <a:r>
                        <a:rPr sz="1200" spc="340" dirty="0"/>
                        <a:t> </a:t>
                      </a:r>
                      <a:r>
                        <a:rPr sz="1200" dirty="0"/>
                        <a:t>/=</a:t>
                      </a:r>
                      <a:r>
                        <a:rPr sz="1200" spc="340" dirty="0"/>
                        <a:t> </a:t>
                      </a:r>
                      <a:r>
                        <a:rPr sz="1200" dirty="0"/>
                        <a:t>A</a:t>
                      </a:r>
                      <a:r>
                        <a:rPr sz="1200" spc="345" dirty="0"/>
                        <a:t> </a:t>
                      </a:r>
                      <a:r>
                        <a:rPr sz="1200" spc="-10" dirty="0"/>
                        <a:t>is</a:t>
                      </a:r>
                      <a:r>
                        <a:rPr sz="1200" spc="345" dirty="0"/>
                        <a:t> </a:t>
                      </a:r>
                      <a:r>
                        <a:rPr sz="1200" spc="-5" dirty="0"/>
                        <a:t>equivalent </a:t>
                      </a:r>
                      <a:r>
                        <a:rPr sz="1200" spc="-370" dirty="0"/>
                        <a:t> </a:t>
                      </a:r>
                      <a:r>
                        <a:rPr sz="1200" spc="-5" dirty="0"/>
                        <a:t>to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C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=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C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/ A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99168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3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spc="-5" dirty="0"/>
                        <a:t>%=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795" marB="0"/>
                </a:tc>
                <a:tc>
                  <a:txBody>
                    <a:bodyPr/>
                    <a:lstStyle/>
                    <a:p>
                      <a:pPr marL="76200" marR="66675" algn="just">
                        <a:lnSpc>
                          <a:spcPct val="109500"/>
                        </a:lnSpc>
                        <a:spcBef>
                          <a:spcPts val="1100"/>
                        </a:spcBef>
                      </a:pPr>
                      <a:r>
                        <a:rPr sz="1200" spc="-5" dirty="0"/>
                        <a:t>Modulus</a:t>
                      </a:r>
                      <a:r>
                        <a:rPr sz="1200" dirty="0"/>
                        <a:t> AND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assignment</a:t>
                      </a:r>
                      <a:r>
                        <a:rPr sz="1200" dirty="0"/>
                        <a:t> operator.</a:t>
                      </a:r>
                      <a:r>
                        <a:rPr sz="1200" spc="5" dirty="0"/>
                        <a:t> </a:t>
                      </a:r>
                      <a:r>
                        <a:rPr sz="1200" dirty="0"/>
                        <a:t>It 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takes</a:t>
                      </a:r>
                      <a:r>
                        <a:rPr sz="1200" dirty="0"/>
                        <a:t> </a:t>
                      </a:r>
                      <a:r>
                        <a:rPr sz="1200" spc="-5" dirty="0"/>
                        <a:t>modulus</a:t>
                      </a:r>
                      <a:r>
                        <a:rPr sz="1200" dirty="0"/>
                        <a:t> using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two</a:t>
                      </a:r>
                      <a:r>
                        <a:rPr sz="1200" dirty="0"/>
                        <a:t> </a:t>
                      </a:r>
                      <a:r>
                        <a:rPr sz="1200" spc="-5" dirty="0"/>
                        <a:t>operands</a:t>
                      </a:r>
                      <a:r>
                        <a:rPr sz="1200" dirty="0"/>
                        <a:t> and </a:t>
                      </a:r>
                      <a:r>
                        <a:rPr sz="1200" spc="-375" dirty="0"/>
                        <a:t> </a:t>
                      </a:r>
                      <a:r>
                        <a:rPr sz="1200" spc="-5" dirty="0"/>
                        <a:t>assigns the </a:t>
                      </a:r>
                      <a:r>
                        <a:rPr sz="1200" dirty="0"/>
                        <a:t>result</a:t>
                      </a:r>
                      <a:r>
                        <a:rPr sz="1200" spc="-10" dirty="0"/>
                        <a:t> </a:t>
                      </a:r>
                      <a:r>
                        <a:rPr sz="1200" spc="-5" dirty="0"/>
                        <a:t>to</a:t>
                      </a:r>
                      <a:r>
                        <a:rPr sz="1200" spc="-20" dirty="0"/>
                        <a:t> </a:t>
                      </a:r>
                      <a:r>
                        <a:rPr sz="1200" dirty="0"/>
                        <a:t>the</a:t>
                      </a:r>
                      <a:r>
                        <a:rPr sz="1200" spc="-5" dirty="0"/>
                        <a:t> left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operand.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98719" marB="0"/>
                </a:tc>
                <a:tc>
                  <a:txBody>
                    <a:bodyPr/>
                    <a:lstStyle/>
                    <a:p>
                      <a:pPr marL="76200" marR="69215">
                        <a:lnSpc>
                          <a:spcPct val="109100"/>
                        </a:lnSpc>
                        <a:spcBef>
                          <a:spcPts val="1105"/>
                        </a:spcBef>
                      </a:pPr>
                      <a:r>
                        <a:rPr sz="1200" dirty="0"/>
                        <a:t>C</a:t>
                      </a:r>
                      <a:r>
                        <a:rPr sz="1200" spc="145" dirty="0"/>
                        <a:t> </a:t>
                      </a:r>
                      <a:r>
                        <a:rPr sz="1200" dirty="0"/>
                        <a:t>%=</a:t>
                      </a:r>
                      <a:r>
                        <a:rPr sz="1200" spc="150" dirty="0"/>
                        <a:t> </a:t>
                      </a:r>
                      <a:r>
                        <a:rPr sz="1200" dirty="0"/>
                        <a:t>A</a:t>
                      </a:r>
                      <a:r>
                        <a:rPr sz="1200" spc="170" dirty="0"/>
                        <a:t> </a:t>
                      </a:r>
                      <a:r>
                        <a:rPr sz="1200" spc="-10" dirty="0"/>
                        <a:t>is</a:t>
                      </a:r>
                      <a:r>
                        <a:rPr sz="1200" spc="165" dirty="0"/>
                        <a:t> </a:t>
                      </a:r>
                      <a:r>
                        <a:rPr sz="1200" dirty="0"/>
                        <a:t>equivalent </a:t>
                      </a:r>
                      <a:r>
                        <a:rPr sz="1200" spc="-370" dirty="0"/>
                        <a:t> </a:t>
                      </a:r>
                      <a:r>
                        <a:rPr sz="1200" spc="-5" dirty="0"/>
                        <a:t>to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C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=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C</a:t>
                      </a:r>
                      <a:r>
                        <a:rPr sz="1200" spc="-15" dirty="0"/>
                        <a:t> </a:t>
                      </a:r>
                      <a:r>
                        <a:rPr sz="1200" dirty="0"/>
                        <a:t>%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A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99168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24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spc="-5" dirty="0"/>
                        <a:t>&lt;&lt;=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spc="-5" dirty="0"/>
                        <a:t>Left</a:t>
                      </a:r>
                      <a:r>
                        <a:rPr sz="1200" spc="-15" dirty="0"/>
                        <a:t> </a:t>
                      </a:r>
                      <a:r>
                        <a:rPr sz="1200" spc="-5" dirty="0"/>
                        <a:t>shift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AND </a:t>
                      </a:r>
                      <a:r>
                        <a:rPr sz="1200" spc="-5" dirty="0"/>
                        <a:t>assignment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operator.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 dirty="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dirty="0"/>
                        <a:t>C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&lt;&lt;=</a:t>
                      </a:r>
                      <a:r>
                        <a:rPr sz="1200" spc="15" dirty="0"/>
                        <a:t> </a:t>
                      </a:r>
                      <a:r>
                        <a:rPr sz="1200" dirty="0"/>
                        <a:t>2</a:t>
                      </a:r>
                      <a:r>
                        <a:rPr sz="1200" spc="15" dirty="0"/>
                        <a:t> </a:t>
                      </a:r>
                      <a:r>
                        <a:rPr sz="1200" spc="-10" dirty="0"/>
                        <a:t>is</a:t>
                      </a:r>
                      <a:r>
                        <a:rPr sz="1200" spc="20" dirty="0"/>
                        <a:t> </a:t>
                      </a:r>
                      <a:r>
                        <a:rPr sz="1200" dirty="0"/>
                        <a:t>same</a:t>
                      </a:r>
                      <a:r>
                        <a:rPr sz="1200" spc="10" dirty="0"/>
                        <a:t> </a:t>
                      </a:r>
                      <a:r>
                        <a:rPr sz="1200" spc="-5" dirty="0"/>
                        <a:t>as</a:t>
                      </a:r>
                      <a:r>
                        <a:rPr sz="1200" spc="30" dirty="0"/>
                        <a:t> </a:t>
                      </a:r>
                      <a:r>
                        <a:rPr sz="1200" dirty="0"/>
                        <a:t>C</a:t>
                      </a: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/>
                        <a:t>=</a:t>
                      </a:r>
                      <a:r>
                        <a:rPr sz="1200" spc="-35" dirty="0"/>
                        <a:t> </a:t>
                      </a:r>
                      <a:r>
                        <a:rPr sz="1200" dirty="0"/>
                        <a:t>C</a:t>
                      </a:r>
                      <a:r>
                        <a:rPr sz="1200" spc="-35" dirty="0"/>
                        <a:t> </a:t>
                      </a:r>
                      <a:r>
                        <a:rPr sz="1200" dirty="0"/>
                        <a:t>&lt;&lt;</a:t>
                      </a:r>
                      <a:r>
                        <a:rPr sz="1200" spc="-30" dirty="0"/>
                        <a:t> </a:t>
                      </a:r>
                      <a:r>
                        <a:rPr sz="1200" dirty="0"/>
                        <a:t>2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179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244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spc="-5" dirty="0"/>
                        <a:t>&gt;&gt;=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spc="-5" dirty="0"/>
                        <a:t>Right</a:t>
                      </a:r>
                      <a:r>
                        <a:rPr sz="1200" spc="-15" dirty="0"/>
                        <a:t> </a:t>
                      </a:r>
                      <a:r>
                        <a:rPr sz="1200" spc="-5" dirty="0"/>
                        <a:t>shift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AND </a:t>
                      </a:r>
                      <a:r>
                        <a:rPr sz="1200" spc="-5" dirty="0"/>
                        <a:t>assignment</a:t>
                      </a:r>
                      <a:r>
                        <a:rPr sz="1200" spc="-10" dirty="0"/>
                        <a:t> </a:t>
                      </a:r>
                      <a:r>
                        <a:rPr sz="1200" dirty="0"/>
                        <a:t>operator.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1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1100" dirty="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dirty="0"/>
                        <a:t>C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&gt;&gt;=</a:t>
                      </a:r>
                      <a:r>
                        <a:rPr sz="1200" spc="15" dirty="0"/>
                        <a:t> </a:t>
                      </a:r>
                      <a:r>
                        <a:rPr sz="1200" dirty="0"/>
                        <a:t>2</a:t>
                      </a:r>
                      <a:r>
                        <a:rPr sz="1200" spc="15" dirty="0"/>
                        <a:t> </a:t>
                      </a:r>
                      <a:r>
                        <a:rPr sz="1200" spc="-10" dirty="0"/>
                        <a:t>is</a:t>
                      </a:r>
                      <a:r>
                        <a:rPr sz="1200" spc="20" dirty="0"/>
                        <a:t> </a:t>
                      </a:r>
                      <a:r>
                        <a:rPr sz="1200" dirty="0"/>
                        <a:t>same</a:t>
                      </a:r>
                      <a:r>
                        <a:rPr sz="1200" spc="10" dirty="0"/>
                        <a:t> </a:t>
                      </a:r>
                      <a:r>
                        <a:rPr sz="1200" spc="-5" dirty="0"/>
                        <a:t>as</a:t>
                      </a:r>
                      <a:r>
                        <a:rPr sz="1200" spc="30" dirty="0"/>
                        <a:t> </a:t>
                      </a:r>
                      <a:r>
                        <a:rPr sz="1200" dirty="0"/>
                        <a:t>C</a:t>
                      </a: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sz="1200" dirty="0"/>
                        <a:t>=</a:t>
                      </a:r>
                      <a:r>
                        <a:rPr sz="1200" spc="-35" dirty="0"/>
                        <a:t> </a:t>
                      </a:r>
                      <a:r>
                        <a:rPr sz="1200" dirty="0"/>
                        <a:t>C</a:t>
                      </a:r>
                      <a:r>
                        <a:rPr sz="1200" spc="-35" dirty="0"/>
                        <a:t> </a:t>
                      </a:r>
                      <a:r>
                        <a:rPr sz="1200" dirty="0"/>
                        <a:t>&gt;&gt;</a:t>
                      </a:r>
                      <a:r>
                        <a:rPr sz="1200" spc="-30" dirty="0"/>
                        <a:t> </a:t>
                      </a:r>
                      <a:r>
                        <a:rPr sz="1200" dirty="0"/>
                        <a:t>2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179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04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0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dirty="0"/>
                        <a:t>&amp;=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692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0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spc="-5" dirty="0"/>
                        <a:t>Bitwise</a:t>
                      </a:r>
                      <a:r>
                        <a:rPr sz="1200" dirty="0"/>
                        <a:t> AND</a:t>
                      </a:r>
                      <a:r>
                        <a:rPr sz="1200" spc="5" dirty="0"/>
                        <a:t> </a:t>
                      </a:r>
                      <a:r>
                        <a:rPr sz="1200" spc="-5" dirty="0"/>
                        <a:t>assignment operator.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2692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00" dirty="0"/>
                    </a:p>
                    <a:p>
                      <a:pPr marL="76200">
                        <a:lnSpc>
                          <a:spcPct val="100000"/>
                        </a:lnSpc>
                      </a:pPr>
                      <a:r>
                        <a:rPr sz="1200" dirty="0"/>
                        <a:t>C</a:t>
                      </a:r>
                      <a:r>
                        <a:rPr sz="1200" spc="170" dirty="0"/>
                        <a:t> </a:t>
                      </a:r>
                      <a:r>
                        <a:rPr sz="1200" dirty="0"/>
                        <a:t>&amp;=</a:t>
                      </a:r>
                      <a:r>
                        <a:rPr sz="1200" spc="175" dirty="0"/>
                        <a:t> </a:t>
                      </a:r>
                      <a:r>
                        <a:rPr sz="1200" dirty="0"/>
                        <a:t>2</a:t>
                      </a:r>
                      <a:r>
                        <a:rPr sz="1200" spc="190" dirty="0"/>
                        <a:t> </a:t>
                      </a:r>
                      <a:r>
                        <a:rPr sz="1200" spc="-10" dirty="0"/>
                        <a:t>is</a:t>
                      </a:r>
                      <a:r>
                        <a:rPr sz="1200" spc="175" dirty="0"/>
                        <a:t> </a:t>
                      </a:r>
                      <a:r>
                        <a:rPr sz="1200" dirty="0"/>
                        <a:t>same</a:t>
                      </a:r>
                      <a:r>
                        <a:rPr sz="1200" spc="180" dirty="0"/>
                        <a:t> </a:t>
                      </a:r>
                      <a:r>
                        <a:rPr sz="1200" spc="-5" dirty="0"/>
                        <a:t>as</a:t>
                      </a:r>
                      <a:r>
                        <a:rPr sz="1200" spc="200" dirty="0"/>
                        <a:t> </a:t>
                      </a:r>
                      <a:r>
                        <a:rPr sz="1200" dirty="0"/>
                        <a:t>C</a:t>
                      </a:r>
                      <a:endParaRPr sz="1200" dirty="0">
                        <a:latin typeface="Verdana"/>
                        <a:cs typeface="Verdana"/>
                      </a:endParaRPr>
                    </a:p>
                  </a:txBody>
                  <a:tcPr marL="0" marR="0" marT="2692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84489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A14CB-CF23-4767-BFA6-C9584E74A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Storage Types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C62F6B8-82DB-4E70-BBC4-EC853BBCA51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47651" y="1825624"/>
          <a:ext cx="11706224" cy="4530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FCF23-E291-44EF-A7C2-C6B004B6D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4614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95480-B5C1-14BF-7BF4-89539FB39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158A697-445E-7710-3F09-F5D534EE1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417320"/>
          <a:ext cx="10515600" cy="47596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5F39FD-288D-52F9-4A84-57B79800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92296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59C87-B35B-47FE-5924-039FA7D87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CONDITIONAL STATEMENTS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7EC546B-427C-D1BD-6027-B6F84DF9BF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536177"/>
              </p:ext>
            </p:extLst>
          </p:nvPr>
        </p:nvGraphicFramePr>
        <p:xfrm>
          <a:off x="419100" y="1356360"/>
          <a:ext cx="11216640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19AF4-8529-3AE1-42A5-325F80CDF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531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02782-EE55-4A4E-8ACE-1B2791C49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STATEMENTS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B44394F4-AA11-45DE-8A31-5F7235B75B0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209A1-BC93-4AA8-9BB6-F15C733DC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79173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F7B89-C58E-48A6-81CD-B11A7A9B0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A32B5F-B45A-425A-A5F5-3E1D56C84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23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A77836-DC3E-48E7-83F6-06CC92D8C518}"/>
              </a:ext>
            </a:extLst>
          </p:cNvPr>
          <p:cNvSpPr txBox="1"/>
          <p:nvPr/>
        </p:nvSpPr>
        <p:spPr>
          <a:xfrm>
            <a:off x="838200" y="1504944"/>
            <a:ext cx="856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Syntax: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6DDDA11-55C7-418D-A767-35CB4DC9BE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46" y="1874276"/>
            <a:ext cx="3620005" cy="9907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09AACB-EAE0-480C-ACB0-8CD8113A73DC}"/>
              </a:ext>
            </a:extLst>
          </p:cNvPr>
          <p:cNvSpPr txBox="1"/>
          <p:nvPr/>
        </p:nvSpPr>
        <p:spPr>
          <a:xfrm>
            <a:off x="917646" y="2881280"/>
            <a:ext cx="1444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Components: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739BF4-B126-49FA-934A-52D03B4D9FAE}"/>
              </a:ext>
            </a:extLst>
          </p:cNvPr>
          <p:cNvSpPr txBox="1"/>
          <p:nvPr/>
        </p:nvSpPr>
        <p:spPr>
          <a:xfrm>
            <a:off x="945502" y="3371137"/>
            <a:ext cx="4438261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Initialization → Sets the loop variable (runs once).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Condition → Checks before each iteration (loop runs if true).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Iteration/Update → Modifies the loop variable after each iteration.</a:t>
            </a:r>
            <a:endParaRPr lang="en-IN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601CB8-E74A-4C36-B518-BDD617225998}"/>
              </a:ext>
            </a:extLst>
          </p:cNvPr>
          <p:cNvSpPr txBox="1"/>
          <p:nvPr/>
        </p:nvSpPr>
        <p:spPr>
          <a:xfrm>
            <a:off x="6096000" y="1504944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46CCAA-BBA3-449E-B477-7E574D8C7D83}"/>
              </a:ext>
            </a:extLst>
          </p:cNvPr>
          <p:cNvSpPr txBox="1"/>
          <p:nvPr/>
        </p:nvSpPr>
        <p:spPr>
          <a:xfrm>
            <a:off x="6096000" y="2068707"/>
            <a:ext cx="43076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dirty="0">
                <a:solidFill>
                  <a:srgbClr val="993366"/>
                </a:solidFill>
                <a:latin typeface="Consolas" panose="020B0609020204030204" pitchFamily="49" charset="0"/>
              </a:rPr>
              <a:t>for</a:t>
            </a:r>
            <a:r>
              <a:rPr lang="nn-NO" dirty="0">
                <a:latin typeface="Consolas" panose="020B0609020204030204" pitchFamily="49" charset="0"/>
              </a:rPr>
              <a:t> (</a:t>
            </a:r>
            <a:r>
              <a:rPr lang="nn-NO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latin typeface="Consolas" panose="020B0609020204030204" pitchFamily="49" charset="0"/>
              </a:rPr>
              <a:t> i = 1; i &lt;= 5; i++) {</a:t>
            </a:r>
          </a:p>
          <a:p>
            <a:r>
              <a:rPr lang="nn-NO" dirty="0">
                <a:latin typeface="Consolas" panose="020B0609020204030204" pitchFamily="49" charset="0"/>
              </a:rPr>
              <a:t>    </a:t>
            </a:r>
            <a:r>
              <a:rPr lang="nn-NO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cout&lt;&lt;</a:t>
            </a:r>
            <a:r>
              <a:rPr lang="nn-NO" dirty="0">
                <a:latin typeface="Consolas" panose="020B0609020204030204" pitchFamily="49" charset="0"/>
              </a:rPr>
              <a:t>i;</a:t>
            </a:r>
          </a:p>
          <a:p>
            <a:r>
              <a:rPr lang="nn-NO" dirty="0">
                <a:latin typeface="Consolas" panose="020B0609020204030204" pitchFamily="49" charset="0"/>
              </a:rPr>
              <a:t>}</a:t>
            </a:r>
            <a:endParaRPr lang="en-IN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988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5F00C-08B0-4346-A7ED-AB480034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836FE-62DB-4051-8115-0C8EBDDBD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24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E6BBAF-43FF-4A33-85FD-A801589D7CD3}"/>
              </a:ext>
            </a:extLst>
          </p:cNvPr>
          <p:cNvSpPr txBox="1"/>
          <p:nvPr/>
        </p:nvSpPr>
        <p:spPr>
          <a:xfrm>
            <a:off x="838200" y="1504944"/>
            <a:ext cx="856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609A16-E145-459F-9EE4-70A6CF6F9F63}"/>
              </a:ext>
            </a:extLst>
          </p:cNvPr>
          <p:cNvSpPr txBox="1"/>
          <p:nvPr/>
        </p:nvSpPr>
        <p:spPr>
          <a:xfrm>
            <a:off x="917646" y="2993252"/>
            <a:ext cx="1444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Components: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F42EB-8B90-43C0-A7EA-0008E72AD815}"/>
              </a:ext>
            </a:extLst>
          </p:cNvPr>
          <p:cNvSpPr txBox="1"/>
          <p:nvPr/>
        </p:nvSpPr>
        <p:spPr>
          <a:xfrm>
            <a:off x="945502" y="3483109"/>
            <a:ext cx="44382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Condition → Checks before each iteration (loop runs if true).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06A678-C517-415C-96B2-657FF1006FB5}"/>
              </a:ext>
            </a:extLst>
          </p:cNvPr>
          <p:cNvSpPr txBox="1"/>
          <p:nvPr/>
        </p:nvSpPr>
        <p:spPr>
          <a:xfrm>
            <a:off x="6096000" y="1504944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A12ED-E485-4226-BB56-3FF65FFD1501}"/>
              </a:ext>
            </a:extLst>
          </p:cNvPr>
          <p:cNvSpPr txBox="1"/>
          <p:nvPr/>
        </p:nvSpPr>
        <p:spPr>
          <a:xfrm>
            <a:off x="6096000" y="2068707"/>
            <a:ext cx="43076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latin typeface="Consolas" panose="020B0609020204030204" pitchFamily="49" charset="0"/>
              </a:rPr>
              <a:t> i = 1;</a:t>
            </a:r>
            <a:endParaRPr lang="nn-NO" dirty="0">
              <a:solidFill>
                <a:srgbClr val="993366"/>
              </a:solidFill>
              <a:latin typeface="Consolas" panose="020B0609020204030204" pitchFamily="49" charset="0"/>
            </a:endParaRPr>
          </a:p>
          <a:p>
            <a:r>
              <a:rPr lang="nn-NO" dirty="0">
                <a:solidFill>
                  <a:srgbClr val="993366"/>
                </a:solidFill>
                <a:latin typeface="Consolas" panose="020B0609020204030204" pitchFamily="49" charset="0"/>
              </a:rPr>
              <a:t>while</a:t>
            </a:r>
            <a:r>
              <a:rPr lang="nn-NO" dirty="0">
                <a:latin typeface="Consolas" panose="020B0609020204030204" pitchFamily="49" charset="0"/>
              </a:rPr>
              <a:t> (i &lt;= 5) {</a:t>
            </a:r>
          </a:p>
          <a:p>
            <a:r>
              <a:rPr lang="nn-NO" dirty="0">
                <a:latin typeface="Consolas" panose="020B0609020204030204" pitchFamily="49" charset="0"/>
              </a:rPr>
              <a:t>    </a:t>
            </a:r>
            <a:r>
              <a:rPr lang="nn-NO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cout&lt;&lt;</a:t>
            </a:r>
            <a:r>
              <a:rPr lang="nn-NO" dirty="0">
                <a:latin typeface="Consolas" panose="020B0609020204030204" pitchFamily="49" charset="0"/>
              </a:rPr>
              <a:t>i;</a:t>
            </a:r>
          </a:p>
          <a:p>
            <a:r>
              <a:rPr lang="nn-NO" dirty="0">
                <a:latin typeface="Consolas" panose="020B0609020204030204" pitchFamily="49" charset="0"/>
              </a:rPr>
              <a:t>    i++;</a:t>
            </a:r>
          </a:p>
          <a:p>
            <a:r>
              <a:rPr lang="nn-NO" dirty="0">
                <a:latin typeface="Consolas" panose="020B0609020204030204" pitchFamily="49" charset="0"/>
              </a:rPr>
              <a:t>}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0449C4-F4CA-4CA4-8A06-AD99ED7AF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646" y="1947921"/>
            <a:ext cx="3515216" cy="97168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297380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5F00C-08B0-4346-A7ED-AB4800348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WHILE LOOP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8836FE-62DB-4051-8115-0C8EBDDBD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25</a:t>
            </a:fld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E6BBAF-43FF-4A33-85FD-A801589D7CD3}"/>
              </a:ext>
            </a:extLst>
          </p:cNvPr>
          <p:cNvSpPr txBox="1"/>
          <p:nvPr/>
        </p:nvSpPr>
        <p:spPr>
          <a:xfrm>
            <a:off x="838200" y="1504944"/>
            <a:ext cx="856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Syntax: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E609A16-E145-459F-9EE4-70A6CF6F9F63}"/>
              </a:ext>
            </a:extLst>
          </p:cNvPr>
          <p:cNvSpPr txBox="1"/>
          <p:nvPr/>
        </p:nvSpPr>
        <p:spPr>
          <a:xfrm>
            <a:off x="917646" y="2993252"/>
            <a:ext cx="1444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Components: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FF42EB-8B90-43C0-A7EA-0008E72AD815}"/>
              </a:ext>
            </a:extLst>
          </p:cNvPr>
          <p:cNvSpPr txBox="1"/>
          <p:nvPr/>
        </p:nvSpPr>
        <p:spPr>
          <a:xfrm>
            <a:off x="945502" y="3483109"/>
            <a:ext cx="44382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Condition → Checks before each iteration (loop runs if true).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06A678-C517-415C-96B2-657FF1006FB5}"/>
              </a:ext>
            </a:extLst>
          </p:cNvPr>
          <p:cNvSpPr txBox="1"/>
          <p:nvPr/>
        </p:nvSpPr>
        <p:spPr>
          <a:xfrm>
            <a:off x="6096000" y="1504944"/>
            <a:ext cx="1039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Example: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A12ED-E485-4226-BB56-3FF65FFD1501}"/>
              </a:ext>
            </a:extLst>
          </p:cNvPr>
          <p:cNvSpPr txBox="1"/>
          <p:nvPr/>
        </p:nvSpPr>
        <p:spPr>
          <a:xfrm>
            <a:off x="6096000" y="2068707"/>
            <a:ext cx="43076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n-NO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int</a:t>
            </a:r>
            <a:r>
              <a:rPr lang="nn-NO" dirty="0">
                <a:latin typeface="Consolas" panose="020B0609020204030204" pitchFamily="49" charset="0"/>
              </a:rPr>
              <a:t> i = 1;</a:t>
            </a:r>
            <a:endParaRPr lang="nn-NO" dirty="0">
              <a:solidFill>
                <a:srgbClr val="993366"/>
              </a:solidFill>
              <a:latin typeface="Consolas" panose="020B0609020204030204" pitchFamily="49" charset="0"/>
            </a:endParaRPr>
          </a:p>
          <a:p>
            <a:r>
              <a:rPr lang="nn-NO" dirty="0">
                <a:solidFill>
                  <a:srgbClr val="993366"/>
                </a:solidFill>
                <a:latin typeface="Consolas" panose="020B0609020204030204" pitchFamily="49" charset="0"/>
              </a:rPr>
              <a:t>do</a:t>
            </a:r>
            <a:r>
              <a:rPr lang="nn-NO" dirty="0">
                <a:latin typeface="Consolas" panose="020B0609020204030204" pitchFamily="49" charset="0"/>
              </a:rPr>
              <a:t> {</a:t>
            </a:r>
          </a:p>
          <a:p>
            <a:r>
              <a:rPr lang="nn-NO" dirty="0">
                <a:latin typeface="Consolas" panose="020B0609020204030204" pitchFamily="49" charset="0"/>
              </a:rPr>
              <a:t>    </a:t>
            </a:r>
            <a:r>
              <a:rPr lang="nn-NO" dirty="0">
                <a:solidFill>
                  <a:schemeClr val="accent2">
                    <a:lumMod val="50000"/>
                  </a:schemeClr>
                </a:solidFill>
                <a:latin typeface="Consolas" panose="020B0609020204030204" pitchFamily="49" charset="0"/>
              </a:rPr>
              <a:t>cout&lt;&lt;</a:t>
            </a:r>
            <a:r>
              <a:rPr lang="nn-NO" dirty="0">
                <a:latin typeface="Consolas" panose="020B0609020204030204" pitchFamily="49" charset="0"/>
              </a:rPr>
              <a:t>i;</a:t>
            </a:r>
          </a:p>
          <a:p>
            <a:r>
              <a:rPr lang="nn-NO" dirty="0">
                <a:latin typeface="Consolas" panose="020B0609020204030204" pitchFamily="49" charset="0"/>
              </a:rPr>
              <a:t>    i++;</a:t>
            </a:r>
          </a:p>
          <a:p>
            <a:r>
              <a:rPr lang="nn-NO" dirty="0">
                <a:latin typeface="Consolas" panose="020B0609020204030204" pitchFamily="49" charset="0"/>
              </a:rPr>
              <a:t>} </a:t>
            </a:r>
            <a:r>
              <a:rPr lang="nn-NO" dirty="0">
                <a:solidFill>
                  <a:srgbClr val="993366"/>
                </a:solidFill>
                <a:latin typeface="Consolas" panose="020B0609020204030204" pitchFamily="49" charset="0"/>
              </a:rPr>
              <a:t>while</a:t>
            </a:r>
            <a:r>
              <a:rPr lang="nn-NO" dirty="0">
                <a:latin typeface="Consolas" panose="020B0609020204030204" pitchFamily="49" charset="0"/>
              </a:rPr>
              <a:t> (i &lt;= 5);</a:t>
            </a:r>
            <a:endParaRPr lang="en-IN" dirty="0"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8CBF79-7AA7-4554-A39D-F2566DF7D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502" y="1974790"/>
            <a:ext cx="3353268" cy="9240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910088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7F3B-3C30-69E3-DB3C-17FF19203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JUMP STATEMENTS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9EA72A8-1A61-2EBE-DCDC-02C90C36AAE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3340" y="1504944"/>
          <a:ext cx="11955780" cy="46824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AAAB17-3BCA-EADF-FE86-27CF87CB1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80429B0-75EA-4CF5-A1DC-DE63F67832A0}" type="slidenum">
              <a:rPr lang="en-IN" smtClean="0"/>
              <a:pPr/>
              <a:t>26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202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516</TotalTime>
  <Words>2692</Words>
  <Application>Microsoft Office PowerPoint</Application>
  <PresentationFormat>Widescreen</PresentationFormat>
  <Paragraphs>590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Consolas</vt:lpstr>
      <vt:lpstr>Verdana</vt:lpstr>
      <vt:lpstr>Office Theme</vt:lpstr>
      <vt:lpstr>C++ Programming</vt:lpstr>
      <vt:lpstr>C++</vt:lpstr>
      <vt:lpstr>Applications of C++</vt:lpstr>
      <vt:lpstr>Features of C++</vt:lpstr>
      <vt:lpstr>C++ Vs C Programming</vt:lpstr>
      <vt:lpstr>TYPES OF PROGRAMMING LANGUAGES</vt:lpstr>
      <vt:lpstr>C++ Versions</vt:lpstr>
      <vt:lpstr>C++ PROGRAM STRUCTURE</vt:lpstr>
      <vt:lpstr>C++ PROGRAM EXECUTE CYCLE</vt:lpstr>
      <vt:lpstr>First C++ Program</vt:lpstr>
      <vt:lpstr>C++ TOKENS</vt:lpstr>
      <vt:lpstr>KEYWORDS</vt:lpstr>
      <vt:lpstr>IDENTIFIERS</vt:lpstr>
      <vt:lpstr>LITERALS / CONSTANTS</vt:lpstr>
      <vt:lpstr>STRINGS</vt:lpstr>
      <vt:lpstr>OPERATORS</vt:lpstr>
      <vt:lpstr>OPERATOR PRECEDENCE</vt:lpstr>
      <vt:lpstr>SHORTHAND OPERATORS</vt:lpstr>
      <vt:lpstr>Variable Storage Types</vt:lpstr>
      <vt:lpstr>STATEMENTS</vt:lpstr>
      <vt:lpstr>CONDITIONAL STATEMENTS</vt:lpstr>
      <vt:lpstr>LOOPING STATEMENTS</vt:lpstr>
      <vt:lpstr>FOR LOOP</vt:lpstr>
      <vt:lpstr>WHILE LOOP</vt:lpstr>
      <vt:lpstr>DO WHILE LOOP</vt:lpstr>
      <vt:lpstr>JUMP STATEMENTS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Priyanka Sinha</dc:creator>
  <cp:lastModifiedBy>Priyanka Sinha</cp:lastModifiedBy>
  <cp:revision>25</cp:revision>
  <dcterms:created xsi:type="dcterms:W3CDTF">2025-03-27T04:57:18Z</dcterms:created>
  <dcterms:modified xsi:type="dcterms:W3CDTF">2025-11-18T03:14:40Z</dcterms:modified>
</cp:coreProperties>
</file>