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19" r:id="rId2"/>
    <p:sldId id="320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104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20A6AD-7130-46AE-8680-5DD33590D91D}" type="doc">
      <dgm:prSet loTypeId="urn:microsoft.com/office/officeart/2005/8/layout/hList1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A812C6BB-50CD-4CC2-8A80-4D0C4B8C0629}">
      <dgm:prSet phldrT="[Text]" custT="1"/>
      <dgm:spPr/>
      <dgm:t>
        <a:bodyPr/>
        <a:lstStyle/>
        <a:p>
          <a:pPr>
            <a:buNone/>
          </a:pPr>
          <a:r>
            <a:rPr lang="en-IN" sz="1800" b="1" dirty="0"/>
            <a:t>Arrays</a:t>
          </a:r>
          <a:endParaRPr lang="en-IN" sz="1800" dirty="0"/>
        </a:p>
      </dgm:t>
    </dgm:pt>
    <dgm:pt modelId="{F3C15FE2-8583-45B8-951D-18CB3A00B884}" type="parTrans" cxnId="{FF2A8AFB-6BD4-486C-A3A9-AE61F341EA53}">
      <dgm:prSet/>
      <dgm:spPr/>
      <dgm:t>
        <a:bodyPr/>
        <a:lstStyle/>
        <a:p>
          <a:endParaRPr lang="en-IN"/>
        </a:p>
      </dgm:t>
    </dgm:pt>
    <dgm:pt modelId="{C766C809-4049-45D9-B084-4C0C812DDBE2}" type="sibTrans" cxnId="{FF2A8AFB-6BD4-486C-A3A9-AE61F341EA53}">
      <dgm:prSet/>
      <dgm:spPr/>
      <dgm:t>
        <a:bodyPr/>
        <a:lstStyle/>
        <a:p>
          <a:endParaRPr lang="en-IN"/>
        </a:p>
      </dgm:t>
    </dgm:pt>
    <dgm:pt modelId="{2156DF40-6200-4016-B013-EEFEC52A775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Compile-time, non-resizable array.</a:t>
          </a:r>
        </a:p>
      </dgm:t>
    </dgm:pt>
    <dgm:pt modelId="{84402BB9-16B4-4FE8-A9C8-90694DB3CC8B}" type="parTrans" cxnId="{A9E3E68E-33D3-4FF0-8D5C-A6A4883AB50E}">
      <dgm:prSet/>
      <dgm:spPr/>
      <dgm:t>
        <a:bodyPr/>
        <a:lstStyle/>
        <a:p>
          <a:endParaRPr lang="en-IN"/>
        </a:p>
      </dgm:t>
    </dgm:pt>
    <dgm:pt modelId="{A2F04C7A-8938-4BE8-8A51-3705AA790CA5}" type="sibTrans" cxnId="{A9E3E68E-33D3-4FF0-8D5C-A6A4883AB50E}">
      <dgm:prSet/>
      <dgm:spPr/>
      <dgm:t>
        <a:bodyPr/>
        <a:lstStyle/>
        <a:p>
          <a:endParaRPr lang="en-IN"/>
        </a:p>
      </dgm:t>
    </dgm:pt>
    <dgm:pt modelId="{988B2D5D-D9A1-4CF2-9108-C556CE817FD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Contains methods for common array operations.</a:t>
          </a:r>
        </a:p>
      </dgm:t>
    </dgm:pt>
    <dgm:pt modelId="{53CD4370-5DAB-4072-B259-B057EDB10FA4}" type="parTrans" cxnId="{30CF62A2-4167-48F5-9284-B38008E20CC8}">
      <dgm:prSet/>
      <dgm:spPr/>
      <dgm:t>
        <a:bodyPr/>
        <a:lstStyle/>
        <a:p>
          <a:endParaRPr lang="en-IN"/>
        </a:p>
      </dgm:t>
    </dgm:pt>
    <dgm:pt modelId="{88515F43-5BEF-4879-9718-34369E0AC60F}" type="sibTrans" cxnId="{30CF62A2-4167-48F5-9284-B38008E20CC8}">
      <dgm:prSet/>
      <dgm:spPr/>
      <dgm:t>
        <a:bodyPr/>
        <a:lstStyle/>
        <a:p>
          <a:endParaRPr lang="en-IN"/>
        </a:p>
      </dgm:t>
    </dgm:pt>
    <dgm:pt modelId="{6E6595B5-DF6A-4DB1-B1E4-AE2C7CD8BB26}">
      <dgm:prSet custT="1"/>
      <dgm:spPr/>
      <dgm:t>
        <a:bodyPr/>
        <a:lstStyle/>
        <a:p>
          <a:pPr>
            <a:buNone/>
          </a:pPr>
          <a:r>
            <a:rPr lang="en-IN" sz="1800" b="1"/>
            <a:t>Vector</a:t>
          </a:r>
          <a:endParaRPr lang="en-IN" sz="1800"/>
        </a:p>
      </dgm:t>
    </dgm:pt>
    <dgm:pt modelId="{CBBE3209-0BA9-4364-82A2-EDB74E0836AB}" type="parTrans" cxnId="{7E507F0C-8ABD-4898-9BBB-9F630EB460BD}">
      <dgm:prSet/>
      <dgm:spPr/>
      <dgm:t>
        <a:bodyPr/>
        <a:lstStyle/>
        <a:p>
          <a:endParaRPr lang="en-IN"/>
        </a:p>
      </dgm:t>
    </dgm:pt>
    <dgm:pt modelId="{98F160C3-938D-4FED-9494-D4E86E7CA4CE}" type="sibTrans" cxnId="{7E507F0C-8ABD-4898-9BBB-9F630EB460BD}">
      <dgm:prSet/>
      <dgm:spPr/>
      <dgm:t>
        <a:bodyPr/>
        <a:lstStyle/>
        <a:p>
          <a:endParaRPr lang="en-IN"/>
        </a:p>
      </dgm:t>
    </dgm:pt>
    <dgm:pt modelId="{98587968-3D1B-4346-B1C6-BCA62C37EE7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Dynamic-sized array.</a:t>
          </a:r>
        </a:p>
      </dgm:t>
    </dgm:pt>
    <dgm:pt modelId="{AE40EC5C-12D4-4A2A-9C49-132A4FAE18E7}" type="parTrans" cxnId="{78EF0F80-EC10-4A42-9E48-76B85D1316E3}">
      <dgm:prSet/>
      <dgm:spPr/>
      <dgm:t>
        <a:bodyPr/>
        <a:lstStyle/>
        <a:p>
          <a:endParaRPr lang="en-IN"/>
        </a:p>
      </dgm:t>
    </dgm:pt>
    <dgm:pt modelId="{6380A37E-56E9-42C2-AF35-DF5C70980B22}" type="sibTrans" cxnId="{78EF0F80-EC10-4A42-9E48-76B85D1316E3}">
      <dgm:prSet/>
      <dgm:spPr/>
      <dgm:t>
        <a:bodyPr/>
        <a:lstStyle/>
        <a:p>
          <a:endParaRPr lang="en-IN"/>
        </a:p>
      </dgm:t>
    </dgm:pt>
    <dgm:pt modelId="{2E7B750A-8C25-4EC7-BC1E-370ED8E899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Automatically resizes when elements are added or removed.</a:t>
          </a:r>
        </a:p>
      </dgm:t>
    </dgm:pt>
    <dgm:pt modelId="{489791FA-FDA6-440D-B40B-14C9A345D56B}" type="parTrans" cxnId="{5E049E8A-1BD0-4531-93C6-2E8EA02B5E60}">
      <dgm:prSet/>
      <dgm:spPr/>
      <dgm:t>
        <a:bodyPr/>
        <a:lstStyle/>
        <a:p>
          <a:endParaRPr lang="en-IN"/>
        </a:p>
      </dgm:t>
    </dgm:pt>
    <dgm:pt modelId="{C6592029-E03A-4BD2-BBD4-1EE68220B8D7}" type="sibTrans" cxnId="{5E049E8A-1BD0-4531-93C6-2E8EA02B5E60}">
      <dgm:prSet/>
      <dgm:spPr/>
      <dgm:t>
        <a:bodyPr/>
        <a:lstStyle/>
        <a:p>
          <a:endParaRPr lang="en-IN"/>
        </a:p>
      </dgm:t>
    </dgm:pt>
    <dgm:pt modelId="{3A557847-2E89-491F-8808-F9A807C9D457}">
      <dgm:prSet custT="1"/>
      <dgm:spPr/>
      <dgm:t>
        <a:bodyPr/>
        <a:lstStyle/>
        <a:p>
          <a:pPr>
            <a:buNone/>
          </a:pPr>
          <a:r>
            <a:rPr lang="en-IN" sz="1800" b="1" dirty="0"/>
            <a:t>Deque (Double-Ended Queue)</a:t>
          </a:r>
          <a:endParaRPr lang="en-IN" sz="1800" dirty="0"/>
        </a:p>
      </dgm:t>
    </dgm:pt>
    <dgm:pt modelId="{71D3C110-8908-4A6E-ABD9-C43656535FC8}" type="parTrans" cxnId="{A0006222-DF89-4180-A0D1-819D1C5A9CEC}">
      <dgm:prSet/>
      <dgm:spPr/>
      <dgm:t>
        <a:bodyPr/>
        <a:lstStyle/>
        <a:p>
          <a:endParaRPr lang="en-IN"/>
        </a:p>
      </dgm:t>
    </dgm:pt>
    <dgm:pt modelId="{2A82C26E-D7B9-489D-9945-9C605CCA8B6B}" type="sibTrans" cxnId="{A0006222-DF89-4180-A0D1-819D1C5A9CEC}">
      <dgm:prSet/>
      <dgm:spPr/>
      <dgm:t>
        <a:bodyPr/>
        <a:lstStyle/>
        <a:p>
          <a:endParaRPr lang="en-IN"/>
        </a:p>
      </dgm:t>
    </dgm:pt>
    <dgm:pt modelId="{BA9C0EB3-6471-4E45-8B71-75678F58804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Allows insertion and deletion at both ends.</a:t>
          </a:r>
        </a:p>
      </dgm:t>
    </dgm:pt>
    <dgm:pt modelId="{59C370AF-B774-4256-AC17-CC514A3BB000}" type="parTrans" cxnId="{97AFAC73-CA4A-45F2-A017-01862B2C96AF}">
      <dgm:prSet/>
      <dgm:spPr/>
      <dgm:t>
        <a:bodyPr/>
        <a:lstStyle/>
        <a:p>
          <a:endParaRPr lang="en-IN"/>
        </a:p>
      </dgm:t>
    </dgm:pt>
    <dgm:pt modelId="{1814AF90-BB07-46E1-85FB-06299273AB5B}" type="sibTrans" cxnId="{97AFAC73-CA4A-45F2-A017-01862B2C96AF}">
      <dgm:prSet/>
      <dgm:spPr/>
      <dgm:t>
        <a:bodyPr/>
        <a:lstStyle/>
        <a:p>
          <a:endParaRPr lang="en-IN"/>
        </a:p>
      </dgm:t>
    </dgm:pt>
    <dgm:pt modelId="{E648D3FD-CE51-437E-91AF-49D16B34E9A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Supports expansion/contraction from both front and back.</a:t>
          </a:r>
        </a:p>
      </dgm:t>
    </dgm:pt>
    <dgm:pt modelId="{D5F75B38-56A6-4BA4-BE20-CE3097073827}" type="parTrans" cxnId="{01294A54-1B42-45F1-9FFB-3E878D9AD08C}">
      <dgm:prSet/>
      <dgm:spPr/>
      <dgm:t>
        <a:bodyPr/>
        <a:lstStyle/>
        <a:p>
          <a:endParaRPr lang="en-IN"/>
        </a:p>
      </dgm:t>
    </dgm:pt>
    <dgm:pt modelId="{3D1FC528-11BA-4F0D-833D-7BEF52AC7DF5}" type="sibTrans" cxnId="{01294A54-1B42-45F1-9FFB-3E878D9AD08C}">
      <dgm:prSet/>
      <dgm:spPr/>
      <dgm:t>
        <a:bodyPr/>
        <a:lstStyle/>
        <a:p>
          <a:endParaRPr lang="en-IN"/>
        </a:p>
      </dgm:t>
    </dgm:pt>
    <dgm:pt modelId="{58565D84-E0FB-4204-89AE-281FC3BB388B}">
      <dgm:prSet custT="1"/>
      <dgm:spPr/>
      <dgm:t>
        <a:bodyPr/>
        <a:lstStyle/>
        <a:p>
          <a:pPr>
            <a:buNone/>
          </a:pPr>
          <a:r>
            <a:rPr lang="en-IN" sz="1800" b="1"/>
            <a:t>List</a:t>
          </a:r>
          <a:endParaRPr lang="en-IN" sz="1800"/>
        </a:p>
      </dgm:t>
    </dgm:pt>
    <dgm:pt modelId="{C2A0926F-148A-4C89-8864-EFC37B263FBC}" type="parTrans" cxnId="{B286EC7C-025A-4BCB-9150-E68794FDB3B5}">
      <dgm:prSet/>
      <dgm:spPr/>
      <dgm:t>
        <a:bodyPr/>
        <a:lstStyle/>
        <a:p>
          <a:endParaRPr lang="en-IN"/>
        </a:p>
      </dgm:t>
    </dgm:pt>
    <dgm:pt modelId="{2D90A313-1710-40F8-9720-71ADA2E2B03F}" type="sibTrans" cxnId="{B286EC7C-025A-4BCB-9150-E68794FDB3B5}">
      <dgm:prSet/>
      <dgm:spPr/>
      <dgm:t>
        <a:bodyPr/>
        <a:lstStyle/>
        <a:p>
          <a:endParaRPr lang="en-IN"/>
        </a:p>
      </dgm:t>
    </dgm:pt>
    <dgm:pt modelId="{D498A65F-4E2E-4135-BFCB-93622A6D11F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Non-contiguous memory storage.</a:t>
          </a:r>
        </a:p>
      </dgm:t>
    </dgm:pt>
    <dgm:pt modelId="{B4485511-8808-4F06-AC05-2CEA0B64775A}" type="parTrans" cxnId="{3BC68807-293F-490B-937A-62B52C411E9F}">
      <dgm:prSet/>
      <dgm:spPr/>
      <dgm:t>
        <a:bodyPr/>
        <a:lstStyle/>
        <a:p>
          <a:endParaRPr lang="en-IN"/>
        </a:p>
      </dgm:t>
    </dgm:pt>
    <dgm:pt modelId="{BD907946-D096-4691-B3D1-857E4011AA5F}" type="sibTrans" cxnId="{3BC68807-293F-490B-937A-62B52C411E9F}">
      <dgm:prSet/>
      <dgm:spPr/>
      <dgm:t>
        <a:bodyPr/>
        <a:lstStyle/>
        <a:p>
          <a:endParaRPr lang="en-IN"/>
        </a:p>
      </dgm:t>
    </dgm:pt>
    <dgm:pt modelId="{0838A368-A3E6-4B69-8A80-B31AC62E76A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Implements doubly linked list.</a:t>
          </a:r>
        </a:p>
      </dgm:t>
    </dgm:pt>
    <dgm:pt modelId="{EFA184A6-97D2-4C02-A18A-688CE53A7BD4}" type="parTrans" cxnId="{6F2BF5FF-CE79-4674-B11C-6BD69046C684}">
      <dgm:prSet/>
      <dgm:spPr/>
      <dgm:t>
        <a:bodyPr/>
        <a:lstStyle/>
        <a:p>
          <a:endParaRPr lang="en-IN"/>
        </a:p>
      </dgm:t>
    </dgm:pt>
    <dgm:pt modelId="{2F72DAE2-F2F4-46BF-AF9D-1791030AFFD4}" type="sibTrans" cxnId="{6F2BF5FF-CE79-4674-B11C-6BD69046C684}">
      <dgm:prSet/>
      <dgm:spPr/>
      <dgm:t>
        <a:bodyPr/>
        <a:lstStyle/>
        <a:p>
          <a:endParaRPr lang="en-IN"/>
        </a:p>
      </dgm:t>
    </dgm:pt>
    <dgm:pt modelId="{D701923E-6DFB-4D91-9706-D37CDD55B3B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Supports sequential access only.</a:t>
          </a:r>
        </a:p>
      </dgm:t>
    </dgm:pt>
    <dgm:pt modelId="{811A1C23-BE10-436F-A3C6-6410075A5B6F}" type="parTrans" cxnId="{D07463C1-22E5-4D73-BF8F-41AD1C70EACD}">
      <dgm:prSet/>
      <dgm:spPr/>
      <dgm:t>
        <a:bodyPr/>
        <a:lstStyle/>
        <a:p>
          <a:endParaRPr lang="en-IN"/>
        </a:p>
      </dgm:t>
    </dgm:pt>
    <dgm:pt modelId="{38ED0CD0-6813-46BE-8679-4C0C1B8538D0}" type="sibTrans" cxnId="{D07463C1-22E5-4D73-BF8F-41AD1C70EACD}">
      <dgm:prSet/>
      <dgm:spPr/>
      <dgm:t>
        <a:bodyPr/>
        <a:lstStyle/>
        <a:p>
          <a:endParaRPr lang="en-IN"/>
        </a:p>
      </dgm:t>
    </dgm:pt>
    <dgm:pt modelId="{E1AE9E7A-938C-4CCA-B9C3-F89F75FF9599}">
      <dgm:prSet custT="1"/>
      <dgm:spPr/>
      <dgm:t>
        <a:bodyPr/>
        <a:lstStyle/>
        <a:p>
          <a:pPr>
            <a:buNone/>
          </a:pPr>
          <a:r>
            <a:rPr lang="en-IN" sz="1800" b="1"/>
            <a:t>Forward List</a:t>
          </a:r>
          <a:endParaRPr lang="en-IN" sz="1800"/>
        </a:p>
      </dgm:t>
    </dgm:pt>
    <dgm:pt modelId="{811544F8-F2D0-4323-A544-4D7206C64552}" type="parTrans" cxnId="{8A78CDC2-107B-42B5-8290-934F2E3B7382}">
      <dgm:prSet/>
      <dgm:spPr/>
      <dgm:t>
        <a:bodyPr/>
        <a:lstStyle/>
        <a:p>
          <a:endParaRPr lang="en-IN"/>
        </a:p>
      </dgm:t>
    </dgm:pt>
    <dgm:pt modelId="{206BBA33-6CDF-4EA8-84D0-5A0635098CBD}" type="sibTrans" cxnId="{8A78CDC2-107B-42B5-8290-934F2E3B7382}">
      <dgm:prSet/>
      <dgm:spPr/>
      <dgm:t>
        <a:bodyPr/>
        <a:lstStyle/>
        <a:p>
          <a:endParaRPr lang="en-IN"/>
        </a:p>
      </dgm:t>
    </dgm:pt>
    <dgm:pt modelId="{79661BDC-D7CE-4664-99A1-E2F88AEEAD6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Stores only the next element’s address.</a:t>
          </a:r>
        </a:p>
      </dgm:t>
    </dgm:pt>
    <dgm:pt modelId="{657962F8-D78B-4460-9634-600EED2E8128}" type="parTrans" cxnId="{6A03B798-F068-4E36-94EE-777A2E8AA563}">
      <dgm:prSet/>
      <dgm:spPr/>
      <dgm:t>
        <a:bodyPr/>
        <a:lstStyle/>
        <a:p>
          <a:endParaRPr lang="en-IN"/>
        </a:p>
      </dgm:t>
    </dgm:pt>
    <dgm:pt modelId="{A0685152-C4C1-4F61-AAA6-B5F0A524258B}" type="sibTrans" cxnId="{6A03B798-F068-4E36-94EE-777A2E8AA563}">
      <dgm:prSet/>
      <dgm:spPr/>
      <dgm:t>
        <a:bodyPr/>
        <a:lstStyle/>
        <a:p>
          <a:endParaRPr lang="en-IN"/>
        </a:p>
      </dgm:t>
    </dgm:pt>
    <dgm:pt modelId="{3DF4A24F-B5C9-423C-B31C-3538B4103C1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Implements singly linked list.</a:t>
          </a:r>
        </a:p>
      </dgm:t>
    </dgm:pt>
    <dgm:pt modelId="{02E416ED-948E-495A-8C5D-99F39379A49C}" type="parTrans" cxnId="{DBE4A6C3-B936-49AC-8610-4D1AA988C68E}">
      <dgm:prSet/>
      <dgm:spPr/>
      <dgm:t>
        <a:bodyPr/>
        <a:lstStyle/>
        <a:p>
          <a:endParaRPr lang="en-IN"/>
        </a:p>
      </dgm:t>
    </dgm:pt>
    <dgm:pt modelId="{9E0ED6BA-41F1-486B-B3CE-DD199266010D}" type="sibTrans" cxnId="{DBE4A6C3-B936-49AC-8610-4D1AA988C68E}">
      <dgm:prSet/>
      <dgm:spPr/>
      <dgm:t>
        <a:bodyPr/>
        <a:lstStyle/>
        <a:p>
          <a:endParaRPr lang="en-IN"/>
        </a:p>
      </dgm:t>
    </dgm:pt>
    <dgm:pt modelId="{4C9CA113-F421-422E-A186-4A7B0B1221C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/>
            <a:t>More memory-efficient than list.</a:t>
          </a:r>
        </a:p>
      </dgm:t>
    </dgm:pt>
    <dgm:pt modelId="{CDEEEE06-3850-4D45-B86F-2A7F04DD6ADA}" type="parTrans" cxnId="{F8ABC959-0E73-401D-8559-6B8309733DB8}">
      <dgm:prSet/>
      <dgm:spPr/>
      <dgm:t>
        <a:bodyPr/>
        <a:lstStyle/>
        <a:p>
          <a:endParaRPr lang="en-IN"/>
        </a:p>
      </dgm:t>
    </dgm:pt>
    <dgm:pt modelId="{FCD8B5B7-074B-43BA-921D-9207514A39CA}" type="sibTrans" cxnId="{F8ABC959-0E73-401D-8559-6B8309733DB8}">
      <dgm:prSet/>
      <dgm:spPr/>
      <dgm:t>
        <a:bodyPr/>
        <a:lstStyle/>
        <a:p>
          <a:endParaRPr lang="en-IN"/>
        </a:p>
      </dgm:t>
    </dgm:pt>
    <dgm:pt modelId="{3C0AB403-A025-4087-8C37-06EA3FA12A60}" type="pres">
      <dgm:prSet presAssocID="{9F20A6AD-7130-46AE-8680-5DD33590D91D}" presName="Name0" presStyleCnt="0">
        <dgm:presLayoutVars>
          <dgm:dir/>
          <dgm:animLvl val="lvl"/>
          <dgm:resizeHandles val="exact"/>
        </dgm:presLayoutVars>
      </dgm:prSet>
      <dgm:spPr/>
    </dgm:pt>
    <dgm:pt modelId="{E8D5229D-597C-40D1-B423-1999BC41B358}" type="pres">
      <dgm:prSet presAssocID="{A812C6BB-50CD-4CC2-8A80-4D0C4B8C0629}" presName="composite" presStyleCnt="0"/>
      <dgm:spPr/>
    </dgm:pt>
    <dgm:pt modelId="{BAEA0FA8-07E5-4074-AE68-B0C9C613F137}" type="pres">
      <dgm:prSet presAssocID="{A812C6BB-50CD-4CC2-8A80-4D0C4B8C0629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063B72AA-E1D7-44E3-96E5-BDA55D0CAEC2}" type="pres">
      <dgm:prSet presAssocID="{A812C6BB-50CD-4CC2-8A80-4D0C4B8C0629}" presName="desTx" presStyleLbl="alignAccFollowNode1" presStyleIdx="0" presStyleCnt="5">
        <dgm:presLayoutVars>
          <dgm:bulletEnabled val="1"/>
        </dgm:presLayoutVars>
      </dgm:prSet>
      <dgm:spPr/>
    </dgm:pt>
    <dgm:pt modelId="{167468B3-4A61-4931-B930-67D1C0E54906}" type="pres">
      <dgm:prSet presAssocID="{C766C809-4049-45D9-B084-4C0C812DDBE2}" presName="space" presStyleCnt="0"/>
      <dgm:spPr/>
    </dgm:pt>
    <dgm:pt modelId="{1BBFF151-EEF4-486E-BE7A-674AC116A9E5}" type="pres">
      <dgm:prSet presAssocID="{6E6595B5-DF6A-4DB1-B1E4-AE2C7CD8BB26}" presName="composite" presStyleCnt="0"/>
      <dgm:spPr/>
    </dgm:pt>
    <dgm:pt modelId="{CE0CD8C2-1DE8-45C2-BBC5-4A9E234EDD16}" type="pres">
      <dgm:prSet presAssocID="{6E6595B5-DF6A-4DB1-B1E4-AE2C7CD8BB2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755D907C-7682-40AC-A7C5-40DA90079F04}" type="pres">
      <dgm:prSet presAssocID="{6E6595B5-DF6A-4DB1-B1E4-AE2C7CD8BB26}" presName="desTx" presStyleLbl="alignAccFollowNode1" presStyleIdx="1" presStyleCnt="5">
        <dgm:presLayoutVars>
          <dgm:bulletEnabled val="1"/>
        </dgm:presLayoutVars>
      </dgm:prSet>
      <dgm:spPr/>
    </dgm:pt>
    <dgm:pt modelId="{F1B4A413-9FD2-4B60-8FFD-6BEEC8168A5C}" type="pres">
      <dgm:prSet presAssocID="{98F160C3-938D-4FED-9494-D4E86E7CA4CE}" presName="space" presStyleCnt="0"/>
      <dgm:spPr/>
    </dgm:pt>
    <dgm:pt modelId="{1437760B-9FB3-40F1-A49B-03B1CED3DFCB}" type="pres">
      <dgm:prSet presAssocID="{3A557847-2E89-491F-8808-F9A807C9D457}" presName="composite" presStyleCnt="0"/>
      <dgm:spPr/>
    </dgm:pt>
    <dgm:pt modelId="{8B484FC3-A763-4204-B3FE-07EAF10F5B52}" type="pres">
      <dgm:prSet presAssocID="{3A557847-2E89-491F-8808-F9A807C9D457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0FF20A06-17FB-4755-B62D-91332DAC95C4}" type="pres">
      <dgm:prSet presAssocID="{3A557847-2E89-491F-8808-F9A807C9D457}" presName="desTx" presStyleLbl="alignAccFollowNode1" presStyleIdx="2" presStyleCnt="5">
        <dgm:presLayoutVars>
          <dgm:bulletEnabled val="1"/>
        </dgm:presLayoutVars>
      </dgm:prSet>
      <dgm:spPr/>
    </dgm:pt>
    <dgm:pt modelId="{C21E0938-4322-4B8D-846B-0E8ACF96B656}" type="pres">
      <dgm:prSet presAssocID="{2A82C26E-D7B9-489D-9945-9C605CCA8B6B}" presName="space" presStyleCnt="0"/>
      <dgm:spPr/>
    </dgm:pt>
    <dgm:pt modelId="{BB28B7E1-74A3-42F2-869D-B487BEAC02CF}" type="pres">
      <dgm:prSet presAssocID="{58565D84-E0FB-4204-89AE-281FC3BB388B}" presName="composite" presStyleCnt="0"/>
      <dgm:spPr/>
    </dgm:pt>
    <dgm:pt modelId="{FDBE1229-40CD-4BF8-8219-B0482AE1C24A}" type="pres">
      <dgm:prSet presAssocID="{58565D84-E0FB-4204-89AE-281FC3BB388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7CDE0788-5856-48F7-ACC6-8AE02E706A53}" type="pres">
      <dgm:prSet presAssocID="{58565D84-E0FB-4204-89AE-281FC3BB388B}" presName="desTx" presStyleLbl="alignAccFollowNode1" presStyleIdx="3" presStyleCnt="5">
        <dgm:presLayoutVars>
          <dgm:bulletEnabled val="1"/>
        </dgm:presLayoutVars>
      </dgm:prSet>
      <dgm:spPr/>
    </dgm:pt>
    <dgm:pt modelId="{80DAE4E9-D2AE-4674-ADA2-805690AAAFC9}" type="pres">
      <dgm:prSet presAssocID="{2D90A313-1710-40F8-9720-71ADA2E2B03F}" presName="space" presStyleCnt="0"/>
      <dgm:spPr/>
    </dgm:pt>
    <dgm:pt modelId="{D7D4C9F6-C3A9-4A9E-8442-832FC0827447}" type="pres">
      <dgm:prSet presAssocID="{E1AE9E7A-938C-4CCA-B9C3-F89F75FF9599}" presName="composite" presStyleCnt="0"/>
      <dgm:spPr/>
    </dgm:pt>
    <dgm:pt modelId="{9E9E4C1E-0FEE-42FC-9AB0-71AD46E96733}" type="pres">
      <dgm:prSet presAssocID="{E1AE9E7A-938C-4CCA-B9C3-F89F75FF9599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688EF8A1-338B-453B-86DD-A26AED49CECB}" type="pres">
      <dgm:prSet presAssocID="{E1AE9E7A-938C-4CCA-B9C3-F89F75FF9599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3BC68807-293F-490B-937A-62B52C411E9F}" srcId="{58565D84-E0FB-4204-89AE-281FC3BB388B}" destId="{D498A65F-4E2E-4135-BFCB-93622A6D11F8}" srcOrd="0" destOrd="0" parTransId="{B4485511-8808-4F06-AC05-2CEA0B64775A}" sibTransId="{BD907946-D096-4691-B3D1-857E4011AA5F}"/>
    <dgm:cxn modelId="{7E507F0C-8ABD-4898-9BBB-9F630EB460BD}" srcId="{9F20A6AD-7130-46AE-8680-5DD33590D91D}" destId="{6E6595B5-DF6A-4DB1-B1E4-AE2C7CD8BB26}" srcOrd="1" destOrd="0" parTransId="{CBBE3209-0BA9-4364-82A2-EDB74E0836AB}" sibTransId="{98F160C3-938D-4FED-9494-D4E86E7CA4CE}"/>
    <dgm:cxn modelId="{B07AFB0D-31E3-49B9-9704-8A4F83918597}" type="presOf" srcId="{988B2D5D-D9A1-4CF2-9108-C556CE817FDB}" destId="{063B72AA-E1D7-44E3-96E5-BDA55D0CAEC2}" srcOrd="0" destOrd="1" presId="urn:microsoft.com/office/officeart/2005/8/layout/hList1"/>
    <dgm:cxn modelId="{A0006222-DF89-4180-A0D1-819D1C5A9CEC}" srcId="{9F20A6AD-7130-46AE-8680-5DD33590D91D}" destId="{3A557847-2E89-491F-8808-F9A807C9D457}" srcOrd="2" destOrd="0" parTransId="{71D3C110-8908-4A6E-ABD9-C43656535FC8}" sibTransId="{2A82C26E-D7B9-489D-9945-9C605CCA8B6B}"/>
    <dgm:cxn modelId="{76F73626-C8FC-4112-AAF8-D5932927FB75}" type="presOf" srcId="{BA9C0EB3-6471-4E45-8B71-75678F58804C}" destId="{0FF20A06-17FB-4755-B62D-91332DAC95C4}" srcOrd="0" destOrd="0" presId="urn:microsoft.com/office/officeart/2005/8/layout/hList1"/>
    <dgm:cxn modelId="{AC2F2E2A-C310-4450-934C-CBE637A24D98}" type="presOf" srcId="{79661BDC-D7CE-4664-99A1-E2F88AEEAD6F}" destId="{688EF8A1-338B-453B-86DD-A26AED49CECB}" srcOrd="0" destOrd="0" presId="urn:microsoft.com/office/officeart/2005/8/layout/hList1"/>
    <dgm:cxn modelId="{F4576832-17DD-4E97-9D67-0DB7B5FBEF94}" type="presOf" srcId="{D701923E-6DFB-4D91-9706-D37CDD55B3B7}" destId="{7CDE0788-5856-48F7-ACC6-8AE02E706A53}" srcOrd="0" destOrd="2" presId="urn:microsoft.com/office/officeart/2005/8/layout/hList1"/>
    <dgm:cxn modelId="{DB196838-924E-4BB2-B5A7-08B6F7F7B494}" type="presOf" srcId="{A812C6BB-50CD-4CC2-8A80-4D0C4B8C0629}" destId="{BAEA0FA8-07E5-4074-AE68-B0C9C613F137}" srcOrd="0" destOrd="0" presId="urn:microsoft.com/office/officeart/2005/8/layout/hList1"/>
    <dgm:cxn modelId="{2F2C124C-1369-4515-A42E-E55B696F9E6B}" type="presOf" srcId="{4C9CA113-F421-422E-A186-4A7B0B1221C2}" destId="{688EF8A1-338B-453B-86DD-A26AED49CECB}" srcOrd="0" destOrd="2" presId="urn:microsoft.com/office/officeart/2005/8/layout/hList1"/>
    <dgm:cxn modelId="{194DF26F-79AC-478A-BEA4-B3138233F379}" type="presOf" srcId="{2E7B750A-8C25-4EC7-BC1E-370ED8E89957}" destId="{755D907C-7682-40AC-A7C5-40DA90079F04}" srcOrd="0" destOrd="1" presId="urn:microsoft.com/office/officeart/2005/8/layout/hList1"/>
    <dgm:cxn modelId="{EBC10451-57CB-433C-B111-393CC82CA73A}" type="presOf" srcId="{0838A368-A3E6-4B69-8A80-B31AC62E76A7}" destId="{7CDE0788-5856-48F7-ACC6-8AE02E706A53}" srcOrd="0" destOrd="1" presId="urn:microsoft.com/office/officeart/2005/8/layout/hList1"/>
    <dgm:cxn modelId="{67126E71-1712-4B80-A1EC-149713C04131}" type="presOf" srcId="{E648D3FD-CE51-437E-91AF-49D16B34E9A2}" destId="{0FF20A06-17FB-4755-B62D-91332DAC95C4}" srcOrd="0" destOrd="1" presId="urn:microsoft.com/office/officeart/2005/8/layout/hList1"/>
    <dgm:cxn modelId="{5022EE52-D540-4E10-B2C3-44E028776212}" type="presOf" srcId="{E1AE9E7A-938C-4CCA-B9C3-F89F75FF9599}" destId="{9E9E4C1E-0FEE-42FC-9AB0-71AD46E96733}" srcOrd="0" destOrd="0" presId="urn:microsoft.com/office/officeart/2005/8/layout/hList1"/>
    <dgm:cxn modelId="{97AFAC73-CA4A-45F2-A017-01862B2C96AF}" srcId="{3A557847-2E89-491F-8808-F9A807C9D457}" destId="{BA9C0EB3-6471-4E45-8B71-75678F58804C}" srcOrd="0" destOrd="0" parTransId="{59C370AF-B774-4256-AC17-CC514A3BB000}" sibTransId="{1814AF90-BB07-46E1-85FB-06299273AB5B}"/>
    <dgm:cxn modelId="{01294A54-1B42-45F1-9FFB-3E878D9AD08C}" srcId="{3A557847-2E89-491F-8808-F9A807C9D457}" destId="{E648D3FD-CE51-437E-91AF-49D16B34E9A2}" srcOrd="1" destOrd="0" parTransId="{D5F75B38-56A6-4BA4-BE20-CE3097073827}" sibTransId="{3D1FC528-11BA-4F0D-833D-7BEF52AC7DF5}"/>
    <dgm:cxn modelId="{F8ABC959-0E73-401D-8559-6B8309733DB8}" srcId="{E1AE9E7A-938C-4CCA-B9C3-F89F75FF9599}" destId="{4C9CA113-F421-422E-A186-4A7B0B1221C2}" srcOrd="2" destOrd="0" parTransId="{CDEEEE06-3850-4D45-B86F-2A7F04DD6ADA}" sibTransId="{FCD8B5B7-074B-43BA-921D-9207514A39CA}"/>
    <dgm:cxn modelId="{B286EC7C-025A-4BCB-9150-E68794FDB3B5}" srcId="{9F20A6AD-7130-46AE-8680-5DD33590D91D}" destId="{58565D84-E0FB-4204-89AE-281FC3BB388B}" srcOrd="3" destOrd="0" parTransId="{C2A0926F-148A-4C89-8864-EFC37B263FBC}" sibTransId="{2D90A313-1710-40F8-9720-71ADA2E2B03F}"/>
    <dgm:cxn modelId="{78EF0F80-EC10-4A42-9E48-76B85D1316E3}" srcId="{6E6595B5-DF6A-4DB1-B1E4-AE2C7CD8BB26}" destId="{98587968-3D1B-4346-B1C6-BCA62C37EE78}" srcOrd="0" destOrd="0" parTransId="{AE40EC5C-12D4-4A2A-9C49-132A4FAE18E7}" sibTransId="{6380A37E-56E9-42C2-AF35-DF5C70980B22}"/>
    <dgm:cxn modelId="{5E049E8A-1BD0-4531-93C6-2E8EA02B5E60}" srcId="{6E6595B5-DF6A-4DB1-B1E4-AE2C7CD8BB26}" destId="{2E7B750A-8C25-4EC7-BC1E-370ED8E89957}" srcOrd="1" destOrd="0" parTransId="{489791FA-FDA6-440D-B40B-14C9A345D56B}" sibTransId="{C6592029-E03A-4BD2-BBD4-1EE68220B8D7}"/>
    <dgm:cxn modelId="{A9E3E68E-33D3-4FF0-8D5C-A6A4883AB50E}" srcId="{A812C6BB-50CD-4CC2-8A80-4D0C4B8C0629}" destId="{2156DF40-6200-4016-B013-EEFEC52A775A}" srcOrd="0" destOrd="0" parTransId="{84402BB9-16B4-4FE8-A9C8-90694DB3CC8B}" sibTransId="{A2F04C7A-8938-4BE8-8A51-3705AA790CA5}"/>
    <dgm:cxn modelId="{1E8E7890-0240-4FFC-81B3-3555B570E1FC}" type="presOf" srcId="{3A557847-2E89-491F-8808-F9A807C9D457}" destId="{8B484FC3-A763-4204-B3FE-07EAF10F5B52}" srcOrd="0" destOrd="0" presId="urn:microsoft.com/office/officeart/2005/8/layout/hList1"/>
    <dgm:cxn modelId="{6A03B798-F068-4E36-94EE-777A2E8AA563}" srcId="{E1AE9E7A-938C-4CCA-B9C3-F89F75FF9599}" destId="{79661BDC-D7CE-4664-99A1-E2F88AEEAD6F}" srcOrd="0" destOrd="0" parTransId="{657962F8-D78B-4460-9634-600EED2E8128}" sibTransId="{A0685152-C4C1-4F61-AAA6-B5F0A524258B}"/>
    <dgm:cxn modelId="{544EB19C-7383-429A-9295-A2C7B80B68A6}" type="presOf" srcId="{2156DF40-6200-4016-B013-EEFEC52A775A}" destId="{063B72AA-E1D7-44E3-96E5-BDA55D0CAEC2}" srcOrd="0" destOrd="0" presId="urn:microsoft.com/office/officeart/2005/8/layout/hList1"/>
    <dgm:cxn modelId="{30CF62A2-4167-48F5-9284-B38008E20CC8}" srcId="{A812C6BB-50CD-4CC2-8A80-4D0C4B8C0629}" destId="{988B2D5D-D9A1-4CF2-9108-C556CE817FDB}" srcOrd="1" destOrd="0" parTransId="{53CD4370-5DAB-4072-B259-B057EDB10FA4}" sibTransId="{88515F43-5BEF-4879-9718-34369E0AC60F}"/>
    <dgm:cxn modelId="{F9D1E9B5-D829-4C85-8DBF-A779A1974B2C}" type="presOf" srcId="{D498A65F-4E2E-4135-BFCB-93622A6D11F8}" destId="{7CDE0788-5856-48F7-ACC6-8AE02E706A53}" srcOrd="0" destOrd="0" presId="urn:microsoft.com/office/officeart/2005/8/layout/hList1"/>
    <dgm:cxn modelId="{C221CCB8-B7F1-40A6-890B-A04740F0297B}" type="presOf" srcId="{3DF4A24F-B5C9-423C-B31C-3538B4103C18}" destId="{688EF8A1-338B-453B-86DD-A26AED49CECB}" srcOrd="0" destOrd="1" presId="urn:microsoft.com/office/officeart/2005/8/layout/hList1"/>
    <dgm:cxn modelId="{D07463C1-22E5-4D73-BF8F-41AD1C70EACD}" srcId="{58565D84-E0FB-4204-89AE-281FC3BB388B}" destId="{D701923E-6DFB-4D91-9706-D37CDD55B3B7}" srcOrd="2" destOrd="0" parTransId="{811A1C23-BE10-436F-A3C6-6410075A5B6F}" sibTransId="{38ED0CD0-6813-46BE-8679-4C0C1B8538D0}"/>
    <dgm:cxn modelId="{8A78CDC2-107B-42B5-8290-934F2E3B7382}" srcId="{9F20A6AD-7130-46AE-8680-5DD33590D91D}" destId="{E1AE9E7A-938C-4CCA-B9C3-F89F75FF9599}" srcOrd="4" destOrd="0" parTransId="{811544F8-F2D0-4323-A544-4D7206C64552}" sibTransId="{206BBA33-6CDF-4EA8-84D0-5A0635098CBD}"/>
    <dgm:cxn modelId="{DBE4A6C3-B936-49AC-8610-4D1AA988C68E}" srcId="{E1AE9E7A-938C-4CCA-B9C3-F89F75FF9599}" destId="{3DF4A24F-B5C9-423C-B31C-3538B4103C18}" srcOrd="1" destOrd="0" parTransId="{02E416ED-948E-495A-8C5D-99F39379A49C}" sibTransId="{9E0ED6BA-41F1-486B-B3CE-DD199266010D}"/>
    <dgm:cxn modelId="{AC2F8BC6-94CB-431E-BB90-DD96B2A3B0B3}" type="presOf" srcId="{6E6595B5-DF6A-4DB1-B1E4-AE2C7CD8BB26}" destId="{CE0CD8C2-1DE8-45C2-BBC5-4A9E234EDD16}" srcOrd="0" destOrd="0" presId="urn:microsoft.com/office/officeart/2005/8/layout/hList1"/>
    <dgm:cxn modelId="{7DFFB3D1-2E94-44D7-B4D4-D1C0E90954BB}" type="presOf" srcId="{98587968-3D1B-4346-B1C6-BCA62C37EE78}" destId="{755D907C-7682-40AC-A7C5-40DA90079F04}" srcOrd="0" destOrd="0" presId="urn:microsoft.com/office/officeart/2005/8/layout/hList1"/>
    <dgm:cxn modelId="{6B8042F9-EEA1-49FF-99DA-8717492EEC86}" type="presOf" srcId="{9F20A6AD-7130-46AE-8680-5DD33590D91D}" destId="{3C0AB403-A025-4087-8C37-06EA3FA12A60}" srcOrd="0" destOrd="0" presId="urn:microsoft.com/office/officeart/2005/8/layout/hList1"/>
    <dgm:cxn modelId="{FF2A8AFB-6BD4-486C-A3A9-AE61F341EA53}" srcId="{9F20A6AD-7130-46AE-8680-5DD33590D91D}" destId="{A812C6BB-50CD-4CC2-8A80-4D0C4B8C0629}" srcOrd="0" destOrd="0" parTransId="{F3C15FE2-8583-45B8-951D-18CB3A00B884}" sibTransId="{C766C809-4049-45D9-B084-4C0C812DDBE2}"/>
    <dgm:cxn modelId="{764051FC-B690-408C-AA3F-501BCC0F90DB}" type="presOf" srcId="{58565D84-E0FB-4204-89AE-281FC3BB388B}" destId="{FDBE1229-40CD-4BF8-8219-B0482AE1C24A}" srcOrd="0" destOrd="0" presId="urn:microsoft.com/office/officeart/2005/8/layout/hList1"/>
    <dgm:cxn modelId="{6F2BF5FF-CE79-4674-B11C-6BD69046C684}" srcId="{58565D84-E0FB-4204-89AE-281FC3BB388B}" destId="{0838A368-A3E6-4B69-8A80-B31AC62E76A7}" srcOrd="1" destOrd="0" parTransId="{EFA184A6-97D2-4C02-A18A-688CE53A7BD4}" sibTransId="{2F72DAE2-F2F4-46BF-AF9D-1791030AFFD4}"/>
    <dgm:cxn modelId="{1F53D378-7D25-471E-A9AB-3C68276B518D}" type="presParOf" srcId="{3C0AB403-A025-4087-8C37-06EA3FA12A60}" destId="{E8D5229D-597C-40D1-B423-1999BC41B358}" srcOrd="0" destOrd="0" presId="urn:microsoft.com/office/officeart/2005/8/layout/hList1"/>
    <dgm:cxn modelId="{746E1AD4-4AB7-4366-B630-3B8641120A44}" type="presParOf" srcId="{E8D5229D-597C-40D1-B423-1999BC41B358}" destId="{BAEA0FA8-07E5-4074-AE68-B0C9C613F137}" srcOrd="0" destOrd="0" presId="urn:microsoft.com/office/officeart/2005/8/layout/hList1"/>
    <dgm:cxn modelId="{317D374F-95AB-4BD5-9F29-D20D59F167C7}" type="presParOf" srcId="{E8D5229D-597C-40D1-B423-1999BC41B358}" destId="{063B72AA-E1D7-44E3-96E5-BDA55D0CAEC2}" srcOrd="1" destOrd="0" presId="urn:microsoft.com/office/officeart/2005/8/layout/hList1"/>
    <dgm:cxn modelId="{472F3DB1-97BE-4B14-8EBF-B2E6512F97D1}" type="presParOf" srcId="{3C0AB403-A025-4087-8C37-06EA3FA12A60}" destId="{167468B3-4A61-4931-B930-67D1C0E54906}" srcOrd="1" destOrd="0" presId="urn:microsoft.com/office/officeart/2005/8/layout/hList1"/>
    <dgm:cxn modelId="{973C7872-EFD0-4713-A6F0-042B48C7CCF7}" type="presParOf" srcId="{3C0AB403-A025-4087-8C37-06EA3FA12A60}" destId="{1BBFF151-EEF4-486E-BE7A-674AC116A9E5}" srcOrd="2" destOrd="0" presId="urn:microsoft.com/office/officeart/2005/8/layout/hList1"/>
    <dgm:cxn modelId="{9B10BA0C-0264-46BA-8310-F30F18F4CC25}" type="presParOf" srcId="{1BBFF151-EEF4-486E-BE7A-674AC116A9E5}" destId="{CE0CD8C2-1DE8-45C2-BBC5-4A9E234EDD16}" srcOrd="0" destOrd="0" presId="urn:microsoft.com/office/officeart/2005/8/layout/hList1"/>
    <dgm:cxn modelId="{0D0A1147-0B6E-4FB6-A1F7-7EFA35945C11}" type="presParOf" srcId="{1BBFF151-EEF4-486E-BE7A-674AC116A9E5}" destId="{755D907C-7682-40AC-A7C5-40DA90079F04}" srcOrd="1" destOrd="0" presId="urn:microsoft.com/office/officeart/2005/8/layout/hList1"/>
    <dgm:cxn modelId="{C10CAE5E-3636-4B4F-8DD0-F47A7B0952AA}" type="presParOf" srcId="{3C0AB403-A025-4087-8C37-06EA3FA12A60}" destId="{F1B4A413-9FD2-4B60-8FFD-6BEEC8168A5C}" srcOrd="3" destOrd="0" presId="urn:microsoft.com/office/officeart/2005/8/layout/hList1"/>
    <dgm:cxn modelId="{FCFBE490-1AB4-4F90-8031-A483DA66976C}" type="presParOf" srcId="{3C0AB403-A025-4087-8C37-06EA3FA12A60}" destId="{1437760B-9FB3-40F1-A49B-03B1CED3DFCB}" srcOrd="4" destOrd="0" presId="urn:microsoft.com/office/officeart/2005/8/layout/hList1"/>
    <dgm:cxn modelId="{4F8F5DD5-E67D-47DC-81E2-CD82684BD966}" type="presParOf" srcId="{1437760B-9FB3-40F1-A49B-03B1CED3DFCB}" destId="{8B484FC3-A763-4204-B3FE-07EAF10F5B52}" srcOrd="0" destOrd="0" presId="urn:microsoft.com/office/officeart/2005/8/layout/hList1"/>
    <dgm:cxn modelId="{219E00D0-AD4B-40BF-AF64-1303336B1807}" type="presParOf" srcId="{1437760B-9FB3-40F1-A49B-03B1CED3DFCB}" destId="{0FF20A06-17FB-4755-B62D-91332DAC95C4}" srcOrd="1" destOrd="0" presId="urn:microsoft.com/office/officeart/2005/8/layout/hList1"/>
    <dgm:cxn modelId="{E48B610D-DFC1-4AE6-B950-785FADE5B31A}" type="presParOf" srcId="{3C0AB403-A025-4087-8C37-06EA3FA12A60}" destId="{C21E0938-4322-4B8D-846B-0E8ACF96B656}" srcOrd="5" destOrd="0" presId="urn:microsoft.com/office/officeart/2005/8/layout/hList1"/>
    <dgm:cxn modelId="{16EC16EF-3112-4CC9-94BC-2E6E2220228C}" type="presParOf" srcId="{3C0AB403-A025-4087-8C37-06EA3FA12A60}" destId="{BB28B7E1-74A3-42F2-869D-B487BEAC02CF}" srcOrd="6" destOrd="0" presId="urn:microsoft.com/office/officeart/2005/8/layout/hList1"/>
    <dgm:cxn modelId="{C38D0946-3C1D-46AB-B264-21C26119F060}" type="presParOf" srcId="{BB28B7E1-74A3-42F2-869D-B487BEAC02CF}" destId="{FDBE1229-40CD-4BF8-8219-B0482AE1C24A}" srcOrd="0" destOrd="0" presId="urn:microsoft.com/office/officeart/2005/8/layout/hList1"/>
    <dgm:cxn modelId="{BA0FCE19-81B4-4EFE-99A3-A45B789E7EE6}" type="presParOf" srcId="{BB28B7E1-74A3-42F2-869D-B487BEAC02CF}" destId="{7CDE0788-5856-48F7-ACC6-8AE02E706A53}" srcOrd="1" destOrd="0" presId="urn:microsoft.com/office/officeart/2005/8/layout/hList1"/>
    <dgm:cxn modelId="{008D6728-4177-46AF-A63E-82D59A0E2698}" type="presParOf" srcId="{3C0AB403-A025-4087-8C37-06EA3FA12A60}" destId="{80DAE4E9-D2AE-4674-ADA2-805690AAAFC9}" srcOrd="7" destOrd="0" presId="urn:microsoft.com/office/officeart/2005/8/layout/hList1"/>
    <dgm:cxn modelId="{93A242FA-231A-4937-838F-F108F68B2FC4}" type="presParOf" srcId="{3C0AB403-A025-4087-8C37-06EA3FA12A60}" destId="{D7D4C9F6-C3A9-4A9E-8442-832FC0827447}" srcOrd="8" destOrd="0" presId="urn:microsoft.com/office/officeart/2005/8/layout/hList1"/>
    <dgm:cxn modelId="{5BC964A5-D102-4DCA-8D50-EA4657C5A2EA}" type="presParOf" srcId="{D7D4C9F6-C3A9-4A9E-8442-832FC0827447}" destId="{9E9E4C1E-0FEE-42FC-9AB0-71AD46E96733}" srcOrd="0" destOrd="0" presId="urn:microsoft.com/office/officeart/2005/8/layout/hList1"/>
    <dgm:cxn modelId="{0CD86EF8-EF25-4305-8B73-E25FE1751BF2}" type="presParOf" srcId="{D7D4C9F6-C3A9-4A9E-8442-832FC0827447}" destId="{688EF8A1-338B-453B-86DD-A26AED49CEC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73A290-DF5D-481A-9157-C412A3F2BBCD}" type="doc">
      <dgm:prSet loTypeId="urn:microsoft.com/office/officeart/2005/8/layout/hList1" loCatId="list" qsTypeId="urn:microsoft.com/office/officeart/2005/8/quickstyle/3d4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81C08F16-92E6-41A1-8A4B-0FBD20AF9141}">
      <dgm:prSet phldrT="[Text]"/>
      <dgm:spPr/>
      <dgm:t>
        <a:bodyPr/>
        <a:lstStyle/>
        <a:p>
          <a:pPr>
            <a:buNone/>
          </a:pPr>
          <a:r>
            <a:rPr lang="en-IN" b="1" dirty="0"/>
            <a:t>Stack</a:t>
          </a:r>
          <a:endParaRPr lang="en-IN" dirty="0"/>
        </a:p>
      </dgm:t>
    </dgm:pt>
    <dgm:pt modelId="{413A1B3E-0840-48B9-9C64-BF7126A71355}" type="parTrans" cxnId="{536A2DEE-6C09-47EF-BE9A-281ACDB629F8}">
      <dgm:prSet/>
      <dgm:spPr/>
      <dgm:t>
        <a:bodyPr/>
        <a:lstStyle/>
        <a:p>
          <a:endParaRPr lang="en-IN"/>
        </a:p>
      </dgm:t>
    </dgm:pt>
    <dgm:pt modelId="{BA00A637-AF0F-4351-A0B4-67916126FF0C}" type="sibTrans" cxnId="{536A2DEE-6C09-47EF-BE9A-281ACDB629F8}">
      <dgm:prSet/>
      <dgm:spPr/>
      <dgm:t>
        <a:bodyPr/>
        <a:lstStyle/>
        <a:p>
          <a:endParaRPr lang="en-IN"/>
        </a:p>
      </dgm:t>
    </dgm:pt>
    <dgm:pt modelId="{FC950E64-3119-4AF4-859D-69E7F970E65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Follows </a:t>
          </a:r>
          <a:r>
            <a:rPr lang="en-US" b="1" dirty="0"/>
            <a:t>LIFO</a:t>
          </a:r>
          <a:r>
            <a:rPr lang="en-US" dirty="0"/>
            <a:t> (Last In First Out).</a:t>
          </a:r>
        </a:p>
      </dgm:t>
    </dgm:pt>
    <dgm:pt modelId="{5CD51557-63AF-4D17-BA4F-7E74F35B45DF}" type="parTrans" cxnId="{85A3258C-7C9F-4F18-AC2C-16AEEB4C0515}">
      <dgm:prSet/>
      <dgm:spPr/>
      <dgm:t>
        <a:bodyPr/>
        <a:lstStyle/>
        <a:p>
          <a:endParaRPr lang="en-IN"/>
        </a:p>
      </dgm:t>
    </dgm:pt>
    <dgm:pt modelId="{38E1F079-6089-4A41-9373-09483A5DC15E}" type="sibTrans" cxnId="{85A3258C-7C9F-4F18-AC2C-16AEEB4C0515}">
      <dgm:prSet/>
      <dgm:spPr/>
      <dgm:t>
        <a:bodyPr/>
        <a:lstStyle/>
        <a:p>
          <a:endParaRPr lang="en-IN"/>
        </a:p>
      </dgm:t>
    </dgm:pt>
    <dgm:pt modelId="{0A1DD100-EEDD-499F-AB0E-311CB74983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Insertion and deletion happen at </a:t>
          </a:r>
          <a:r>
            <a:rPr lang="en-US" b="1" dirty="0"/>
            <a:t>one end</a:t>
          </a:r>
          <a:r>
            <a:rPr lang="en-US" dirty="0"/>
            <a:t> only.</a:t>
          </a:r>
        </a:p>
      </dgm:t>
    </dgm:pt>
    <dgm:pt modelId="{A082370A-C354-49C7-AA34-EE856F338C90}" type="parTrans" cxnId="{FC0CB2C5-7B18-432B-A595-08584300143A}">
      <dgm:prSet/>
      <dgm:spPr/>
      <dgm:t>
        <a:bodyPr/>
        <a:lstStyle/>
        <a:p>
          <a:endParaRPr lang="en-IN"/>
        </a:p>
      </dgm:t>
    </dgm:pt>
    <dgm:pt modelId="{373D3395-CC67-4235-9C48-B89FC9F8EDDF}" type="sibTrans" cxnId="{FC0CB2C5-7B18-432B-A595-08584300143A}">
      <dgm:prSet/>
      <dgm:spPr/>
      <dgm:t>
        <a:bodyPr/>
        <a:lstStyle/>
        <a:p>
          <a:endParaRPr lang="en-IN"/>
        </a:p>
      </dgm:t>
    </dgm:pt>
    <dgm:pt modelId="{3B82650B-3251-490C-BCFD-929934D5A84D}">
      <dgm:prSet/>
      <dgm:spPr/>
      <dgm:t>
        <a:bodyPr/>
        <a:lstStyle/>
        <a:p>
          <a:pPr>
            <a:buNone/>
          </a:pPr>
          <a:r>
            <a:rPr lang="en-IN" b="1"/>
            <a:t>Queue</a:t>
          </a:r>
          <a:endParaRPr lang="en-IN"/>
        </a:p>
      </dgm:t>
    </dgm:pt>
    <dgm:pt modelId="{CB6F9D1C-F710-4C8A-A07F-697E09F5D6E7}" type="parTrans" cxnId="{54961C55-D5B8-4215-BE2A-F40976CE0C6D}">
      <dgm:prSet/>
      <dgm:spPr/>
      <dgm:t>
        <a:bodyPr/>
        <a:lstStyle/>
        <a:p>
          <a:endParaRPr lang="en-IN"/>
        </a:p>
      </dgm:t>
    </dgm:pt>
    <dgm:pt modelId="{8D76551C-CCA5-49AE-917C-A6362B459CCE}" type="sibTrans" cxnId="{54961C55-D5B8-4215-BE2A-F40976CE0C6D}">
      <dgm:prSet/>
      <dgm:spPr/>
      <dgm:t>
        <a:bodyPr/>
        <a:lstStyle/>
        <a:p>
          <a:endParaRPr lang="en-IN"/>
        </a:p>
      </dgm:t>
    </dgm:pt>
    <dgm:pt modelId="{EBBE4530-C5D3-4EEC-87B8-6DA73424F0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Follows </a:t>
          </a:r>
          <a:r>
            <a:rPr lang="en-US" b="1" dirty="0"/>
            <a:t>FIFO</a:t>
          </a:r>
          <a:r>
            <a:rPr lang="en-US" dirty="0"/>
            <a:t> (First In First Out).</a:t>
          </a:r>
        </a:p>
      </dgm:t>
    </dgm:pt>
    <dgm:pt modelId="{89DAFE51-89B7-44E4-AC74-D73DD195C484}" type="parTrans" cxnId="{357EFDE9-2CC0-4AFD-802F-ACFA690B371F}">
      <dgm:prSet/>
      <dgm:spPr/>
      <dgm:t>
        <a:bodyPr/>
        <a:lstStyle/>
        <a:p>
          <a:endParaRPr lang="en-IN"/>
        </a:p>
      </dgm:t>
    </dgm:pt>
    <dgm:pt modelId="{BDA37B1F-A59D-49C1-958A-5E55655CDC9C}" type="sibTrans" cxnId="{357EFDE9-2CC0-4AFD-802F-ACFA690B371F}">
      <dgm:prSet/>
      <dgm:spPr/>
      <dgm:t>
        <a:bodyPr/>
        <a:lstStyle/>
        <a:p>
          <a:endParaRPr lang="en-IN"/>
        </a:p>
      </dgm:t>
    </dgm:pt>
    <dgm:pt modelId="{118283C2-C8DE-44D7-9776-9BBC69F7C29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Elements inserted first are removed first.</a:t>
          </a:r>
        </a:p>
      </dgm:t>
    </dgm:pt>
    <dgm:pt modelId="{2D49566F-948F-42D5-96C6-3F6D1A3AA670}" type="parTrans" cxnId="{F18FBBA9-0D18-4ED6-83A6-A70B0D348FE6}">
      <dgm:prSet/>
      <dgm:spPr/>
      <dgm:t>
        <a:bodyPr/>
        <a:lstStyle/>
        <a:p>
          <a:endParaRPr lang="en-IN"/>
        </a:p>
      </dgm:t>
    </dgm:pt>
    <dgm:pt modelId="{C306F01D-7AFC-4B66-A353-3E2F41FA5E0D}" type="sibTrans" cxnId="{F18FBBA9-0D18-4ED6-83A6-A70B0D348FE6}">
      <dgm:prSet/>
      <dgm:spPr/>
      <dgm:t>
        <a:bodyPr/>
        <a:lstStyle/>
        <a:p>
          <a:endParaRPr lang="en-IN"/>
        </a:p>
      </dgm:t>
    </dgm:pt>
    <dgm:pt modelId="{C14958A8-C807-4705-AA0B-7C1F4530E9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Uses </a:t>
          </a:r>
          <a:r>
            <a:rPr lang="en-IN" b="1" dirty="0"/>
            <a:t>deque</a:t>
          </a:r>
          <a:r>
            <a:rPr lang="en-IN" dirty="0"/>
            <a:t> by default.</a:t>
          </a:r>
        </a:p>
      </dgm:t>
    </dgm:pt>
    <dgm:pt modelId="{AEE6D1E0-C7AD-4381-B700-D0C19421ADA2}" type="parTrans" cxnId="{FA86D5C2-FE9A-48E1-A2F7-C868B7FD2214}">
      <dgm:prSet/>
      <dgm:spPr/>
      <dgm:t>
        <a:bodyPr/>
        <a:lstStyle/>
        <a:p>
          <a:endParaRPr lang="en-IN"/>
        </a:p>
      </dgm:t>
    </dgm:pt>
    <dgm:pt modelId="{5989A9D6-4396-43C1-914B-CE8D9ECEC535}" type="sibTrans" cxnId="{FA86D5C2-FE9A-48E1-A2F7-C868B7FD2214}">
      <dgm:prSet/>
      <dgm:spPr/>
      <dgm:t>
        <a:bodyPr/>
        <a:lstStyle/>
        <a:p>
          <a:endParaRPr lang="en-IN"/>
        </a:p>
      </dgm:t>
    </dgm:pt>
    <dgm:pt modelId="{45B36E0B-D713-418D-80F5-F070C709A0DF}">
      <dgm:prSet/>
      <dgm:spPr/>
      <dgm:t>
        <a:bodyPr/>
        <a:lstStyle/>
        <a:p>
          <a:pPr>
            <a:buNone/>
          </a:pPr>
          <a:r>
            <a:rPr lang="en-IN" b="1"/>
            <a:t>Priority Queue</a:t>
          </a:r>
          <a:endParaRPr lang="en-IN"/>
        </a:p>
      </dgm:t>
    </dgm:pt>
    <dgm:pt modelId="{CB0DB484-9725-4DE7-94DF-5D8C9DEDB930}" type="parTrans" cxnId="{C26D32D2-9809-4276-9037-60841F9CD8F8}">
      <dgm:prSet/>
      <dgm:spPr/>
      <dgm:t>
        <a:bodyPr/>
        <a:lstStyle/>
        <a:p>
          <a:endParaRPr lang="en-IN"/>
        </a:p>
      </dgm:t>
    </dgm:pt>
    <dgm:pt modelId="{D4E7BEA0-0978-4353-970C-212021AEE78B}" type="sibTrans" cxnId="{C26D32D2-9809-4276-9037-60841F9CD8F8}">
      <dgm:prSet/>
      <dgm:spPr/>
      <dgm:t>
        <a:bodyPr/>
        <a:lstStyle/>
        <a:p>
          <a:endParaRPr lang="en-IN"/>
        </a:p>
      </dgm:t>
    </dgm:pt>
    <dgm:pt modelId="{6F254B7F-89B6-44CB-99D7-6B05D79CFBF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Does </a:t>
          </a:r>
          <a:r>
            <a:rPr lang="en-US" b="1" dirty="0"/>
            <a:t>not follow FIFO/LIFO</a:t>
          </a:r>
          <a:r>
            <a:rPr lang="en-US" dirty="0"/>
            <a:t>.</a:t>
          </a:r>
        </a:p>
      </dgm:t>
    </dgm:pt>
    <dgm:pt modelId="{5C38D468-796C-45FC-94DF-2FD96725CEBA}" type="parTrans" cxnId="{BF41C6D9-5002-405A-946E-79969F9C3DA1}">
      <dgm:prSet/>
      <dgm:spPr/>
      <dgm:t>
        <a:bodyPr/>
        <a:lstStyle/>
        <a:p>
          <a:endParaRPr lang="en-IN"/>
        </a:p>
      </dgm:t>
    </dgm:pt>
    <dgm:pt modelId="{0283B7FF-ABB4-40B7-ABCA-6F154F2D499C}" type="sibTrans" cxnId="{BF41C6D9-5002-405A-946E-79969F9C3DA1}">
      <dgm:prSet/>
      <dgm:spPr/>
      <dgm:t>
        <a:bodyPr/>
        <a:lstStyle/>
        <a:p>
          <a:endParaRPr lang="en-IN"/>
        </a:p>
      </dgm:t>
    </dgm:pt>
    <dgm:pt modelId="{DC4CC8FE-2287-4B54-A580-41710F684D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Elements are removed based on </a:t>
          </a:r>
          <a:r>
            <a:rPr lang="en-US" b="1" dirty="0"/>
            <a:t>priority</a:t>
          </a:r>
          <a:r>
            <a:rPr lang="en-US" dirty="0"/>
            <a:t>.</a:t>
          </a:r>
        </a:p>
      </dgm:t>
    </dgm:pt>
    <dgm:pt modelId="{91FBE0EE-B5BD-4AE9-94C0-D5A95E424EF3}" type="parTrans" cxnId="{BD57BE0A-507C-45BC-B5BC-14E6BE397264}">
      <dgm:prSet/>
      <dgm:spPr/>
      <dgm:t>
        <a:bodyPr/>
        <a:lstStyle/>
        <a:p>
          <a:endParaRPr lang="en-IN"/>
        </a:p>
      </dgm:t>
    </dgm:pt>
    <dgm:pt modelId="{491ACCC7-983A-4BCF-BFF7-AF91AD84079F}" type="sibTrans" cxnId="{BD57BE0A-507C-45BC-B5BC-14E6BE397264}">
      <dgm:prSet/>
      <dgm:spPr/>
      <dgm:t>
        <a:bodyPr/>
        <a:lstStyle/>
        <a:p>
          <a:endParaRPr lang="en-IN"/>
        </a:p>
      </dgm:t>
    </dgm:pt>
    <dgm:pt modelId="{31D8788E-DDB2-40F2-8D34-7DEAE18A29B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Uses </a:t>
          </a:r>
          <a:r>
            <a:rPr lang="en-IN" b="1" dirty="0"/>
            <a:t>vector</a:t>
          </a:r>
          <a:r>
            <a:rPr lang="en-IN" dirty="0"/>
            <a:t> as default container.</a:t>
          </a:r>
        </a:p>
      </dgm:t>
    </dgm:pt>
    <dgm:pt modelId="{BF5D79F7-CAF6-464A-8856-4F5A13DFDAB9}" type="parTrans" cxnId="{D873CFA1-C8B2-4F5B-8CBE-5D4B836BB2EC}">
      <dgm:prSet/>
      <dgm:spPr/>
      <dgm:t>
        <a:bodyPr/>
        <a:lstStyle/>
        <a:p>
          <a:endParaRPr lang="en-IN"/>
        </a:p>
      </dgm:t>
    </dgm:pt>
    <dgm:pt modelId="{DDC52C66-EFFA-4EF7-98AB-39974F3C5BFC}" type="sibTrans" cxnId="{D873CFA1-C8B2-4F5B-8CBE-5D4B836BB2EC}">
      <dgm:prSet/>
      <dgm:spPr/>
      <dgm:t>
        <a:bodyPr/>
        <a:lstStyle/>
        <a:p>
          <a:endParaRPr lang="en-IN"/>
        </a:p>
      </dgm:t>
    </dgm:pt>
    <dgm:pt modelId="{0E12ACA1-FFB1-4F46-95D7-46710CA69138}" type="pres">
      <dgm:prSet presAssocID="{4573A290-DF5D-481A-9157-C412A3F2BBCD}" presName="Name0" presStyleCnt="0">
        <dgm:presLayoutVars>
          <dgm:dir/>
          <dgm:animLvl val="lvl"/>
          <dgm:resizeHandles val="exact"/>
        </dgm:presLayoutVars>
      </dgm:prSet>
      <dgm:spPr/>
    </dgm:pt>
    <dgm:pt modelId="{57E48300-FAD6-4AD9-8D59-2BA8C375A65D}" type="pres">
      <dgm:prSet presAssocID="{81C08F16-92E6-41A1-8A4B-0FBD20AF9141}" presName="composite" presStyleCnt="0"/>
      <dgm:spPr/>
    </dgm:pt>
    <dgm:pt modelId="{41B2C046-4948-43E5-B125-A146EA18DC59}" type="pres">
      <dgm:prSet presAssocID="{81C08F16-92E6-41A1-8A4B-0FBD20AF914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A6C5C65-D4FC-4899-BF23-338EF6FD6E33}" type="pres">
      <dgm:prSet presAssocID="{81C08F16-92E6-41A1-8A4B-0FBD20AF9141}" presName="desTx" presStyleLbl="alignAccFollowNode1" presStyleIdx="0" presStyleCnt="3">
        <dgm:presLayoutVars>
          <dgm:bulletEnabled val="1"/>
        </dgm:presLayoutVars>
      </dgm:prSet>
      <dgm:spPr/>
    </dgm:pt>
    <dgm:pt modelId="{1E1FACFF-4A60-4859-A27D-08945B069DE5}" type="pres">
      <dgm:prSet presAssocID="{BA00A637-AF0F-4351-A0B4-67916126FF0C}" presName="space" presStyleCnt="0"/>
      <dgm:spPr/>
    </dgm:pt>
    <dgm:pt modelId="{ABBB2D00-4ED0-44C7-8699-AE22E7114A3E}" type="pres">
      <dgm:prSet presAssocID="{3B82650B-3251-490C-BCFD-929934D5A84D}" presName="composite" presStyleCnt="0"/>
      <dgm:spPr/>
    </dgm:pt>
    <dgm:pt modelId="{996BC5F2-E6CA-412C-A708-375DE11AC4AE}" type="pres">
      <dgm:prSet presAssocID="{3B82650B-3251-490C-BCFD-929934D5A84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DC0D76E-FD7F-4E29-B1C2-7F885E02A47C}" type="pres">
      <dgm:prSet presAssocID="{3B82650B-3251-490C-BCFD-929934D5A84D}" presName="desTx" presStyleLbl="alignAccFollowNode1" presStyleIdx="1" presStyleCnt="3">
        <dgm:presLayoutVars>
          <dgm:bulletEnabled val="1"/>
        </dgm:presLayoutVars>
      </dgm:prSet>
      <dgm:spPr/>
    </dgm:pt>
    <dgm:pt modelId="{B89F1DDE-801C-4CF0-9F46-6697E379A3B8}" type="pres">
      <dgm:prSet presAssocID="{8D76551C-CCA5-49AE-917C-A6362B459CCE}" presName="space" presStyleCnt="0"/>
      <dgm:spPr/>
    </dgm:pt>
    <dgm:pt modelId="{3B02F6C9-19FB-4309-AAA0-AD9F408E38DC}" type="pres">
      <dgm:prSet presAssocID="{45B36E0B-D713-418D-80F5-F070C709A0DF}" presName="composite" presStyleCnt="0"/>
      <dgm:spPr/>
    </dgm:pt>
    <dgm:pt modelId="{27D4482B-7AD3-49CD-989E-56D376098797}" type="pres">
      <dgm:prSet presAssocID="{45B36E0B-D713-418D-80F5-F070C709A0D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EB1E928-03AB-434A-B893-8FCCFA30AAE8}" type="pres">
      <dgm:prSet presAssocID="{45B36E0B-D713-418D-80F5-F070C709A0D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00CE302-40C0-410B-B6F1-2E0358EEEB8A}" type="presOf" srcId="{0A1DD100-EEDD-499F-AB0E-311CB74983CC}" destId="{6A6C5C65-D4FC-4899-BF23-338EF6FD6E33}" srcOrd="0" destOrd="1" presId="urn:microsoft.com/office/officeart/2005/8/layout/hList1"/>
    <dgm:cxn modelId="{BD57BE0A-507C-45BC-B5BC-14E6BE397264}" srcId="{45B36E0B-D713-418D-80F5-F070C709A0DF}" destId="{DC4CC8FE-2287-4B54-A580-41710F684D50}" srcOrd="1" destOrd="0" parTransId="{91FBE0EE-B5BD-4AE9-94C0-D5A95E424EF3}" sibTransId="{491ACCC7-983A-4BCF-BFF7-AF91AD84079F}"/>
    <dgm:cxn modelId="{BAC93921-AA6B-4F75-A155-4FCA0E91E442}" type="presOf" srcId="{31D8788E-DDB2-40F2-8D34-7DEAE18A29B3}" destId="{1EB1E928-03AB-434A-B893-8FCCFA30AAE8}" srcOrd="0" destOrd="2" presId="urn:microsoft.com/office/officeart/2005/8/layout/hList1"/>
    <dgm:cxn modelId="{B2D51622-CB95-409E-B93B-F50B50975EE9}" type="presOf" srcId="{6F254B7F-89B6-44CB-99D7-6B05D79CFBF0}" destId="{1EB1E928-03AB-434A-B893-8FCCFA30AAE8}" srcOrd="0" destOrd="0" presId="urn:microsoft.com/office/officeart/2005/8/layout/hList1"/>
    <dgm:cxn modelId="{ADDBD244-4C70-4DE6-A19B-9ED909EF322F}" type="presOf" srcId="{DC4CC8FE-2287-4B54-A580-41710F684D50}" destId="{1EB1E928-03AB-434A-B893-8FCCFA30AAE8}" srcOrd="0" destOrd="1" presId="urn:microsoft.com/office/officeart/2005/8/layout/hList1"/>
    <dgm:cxn modelId="{96E8584C-924B-45B5-B8A2-A1014FACCAD5}" type="presOf" srcId="{FC950E64-3119-4AF4-859D-69E7F970E65D}" destId="{6A6C5C65-D4FC-4899-BF23-338EF6FD6E33}" srcOrd="0" destOrd="0" presId="urn:microsoft.com/office/officeart/2005/8/layout/hList1"/>
    <dgm:cxn modelId="{54961C55-D5B8-4215-BE2A-F40976CE0C6D}" srcId="{4573A290-DF5D-481A-9157-C412A3F2BBCD}" destId="{3B82650B-3251-490C-BCFD-929934D5A84D}" srcOrd="1" destOrd="0" parTransId="{CB6F9D1C-F710-4C8A-A07F-697E09F5D6E7}" sibTransId="{8D76551C-CCA5-49AE-917C-A6362B459CCE}"/>
    <dgm:cxn modelId="{40FB307F-8F66-4E7F-BDB5-1D27F5C9CD7B}" type="presOf" srcId="{4573A290-DF5D-481A-9157-C412A3F2BBCD}" destId="{0E12ACA1-FFB1-4F46-95D7-46710CA69138}" srcOrd="0" destOrd="0" presId="urn:microsoft.com/office/officeart/2005/8/layout/hList1"/>
    <dgm:cxn modelId="{49B6D189-576E-4634-B818-5923FDB29E13}" type="presOf" srcId="{C14958A8-C807-4705-AA0B-7C1F4530E921}" destId="{DDC0D76E-FD7F-4E29-B1C2-7F885E02A47C}" srcOrd="0" destOrd="2" presId="urn:microsoft.com/office/officeart/2005/8/layout/hList1"/>
    <dgm:cxn modelId="{85A3258C-7C9F-4F18-AC2C-16AEEB4C0515}" srcId="{81C08F16-92E6-41A1-8A4B-0FBD20AF9141}" destId="{FC950E64-3119-4AF4-859D-69E7F970E65D}" srcOrd="0" destOrd="0" parTransId="{5CD51557-63AF-4D17-BA4F-7E74F35B45DF}" sibTransId="{38E1F079-6089-4A41-9373-09483A5DC15E}"/>
    <dgm:cxn modelId="{D873CFA1-C8B2-4F5B-8CBE-5D4B836BB2EC}" srcId="{45B36E0B-D713-418D-80F5-F070C709A0DF}" destId="{31D8788E-DDB2-40F2-8D34-7DEAE18A29B3}" srcOrd="2" destOrd="0" parTransId="{BF5D79F7-CAF6-464A-8856-4F5A13DFDAB9}" sibTransId="{DDC52C66-EFFA-4EF7-98AB-39974F3C5BFC}"/>
    <dgm:cxn modelId="{F18FBBA9-0D18-4ED6-83A6-A70B0D348FE6}" srcId="{3B82650B-3251-490C-BCFD-929934D5A84D}" destId="{118283C2-C8DE-44D7-9776-9BBC69F7C299}" srcOrd="1" destOrd="0" parTransId="{2D49566F-948F-42D5-96C6-3F6D1A3AA670}" sibTransId="{C306F01D-7AFC-4B66-A353-3E2F41FA5E0D}"/>
    <dgm:cxn modelId="{766296AA-E304-46E0-8206-2834E1C6131F}" type="presOf" srcId="{45B36E0B-D713-418D-80F5-F070C709A0DF}" destId="{27D4482B-7AD3-49CD-989E-56D376098797}" srcOrd="0" destOrd="0" presId="urn:microsoft.com/office/officeart/2005/8/layout/hList1"/>
    <dgm:cxn modelId="{A71DC6AC-C33F-4677-AFF0-0C265B7F443B}" type="presOf" srcId="{118283C2-C8DE-44D7-9776-9BBC69F7C299}" destId="{DDC0D76E-FD7F-4E29-B1C2-7F885E02A47C}" srcOrd="0" destOrd="1" presId="urn:microsoft.com/office/officeart/2005/8/layout/hList1"/>
    <dgm:cxn modelId="{03BEF7BA-7891-43FA-BFB0-E94E33F59DD5}" type="presOf" srcId="{3B82650B-3251-490C-BCFD-929934D5A84D}" destId="{996BC5F2-E6CA-412C-A708-375DE11AC4AE}" srcOrd="0" destOrd="0" presId="urn:microsoft.com/office/officeart/2005/8/layout/hList1"/>
    <dgm:cxn modelId="{DEF1CFBE-C655-4A5A-A71D-BC37BD6992DF}" type="presOf" srcId="{EBBE4530-C5D3-4EEC-87B8-6DA73424F00D}" destId="{DDC0D76E-FD7F-4E29-B1C2-7F885E02A47C}" srcOrd="0" destOrd="0" presId="urn:microsoft.com/office/officeart/2005/8/layout/hList1"/>
    <dgm:cxn modelId="{FA86D5C2-FE9A-48E1-A2F7-C868B7FD2214}" srcId="{3B82650B-3251-490C-BCFD-929934D5A84D}" destId="{C14958A8-C807-4705-AA0B-7C1F4530E921}" srcOrd="2" destOrd="0" parTransId="{AEE6D1E0-C7AD-4381-B700-D0C19421ADA2}" sibTransId="{5989A9D6-4396-43C1-914B-CE8D9ECEC535}"/>
    <dgm:cxn modelId="{FC0CB2C5-7B18-432B-A595-08584300143A}" srcId="{81C08F16-92E6-41A1-8A4B-0FBD20AF9141}" destId="{0A1DD100-EEDD-499F-AB0E-311CB74983CC}" srcOrd="1" destOrd="0" parTransId="{A082370A-C354-49C7-AA34-EE856F338C90}" sibTransId="{373D3395-CC67-4235-9C48-B89FC9F8EDDF}"/>
    <dgm:cxn modelId="{C26D32D2-9809-4276-9037-60841F9CD8F8}" srcId="{4573A290-DF5D-481A-9157-C412A3F2BBCD}" destId="{45B36E0B-D713-418D-80F5-F070C709A0DF}" srcOrd="2" destOrd="0" parTransId="{CB0DB484-9725-4DE7-94DF-5D8C9DEDB930}" sibTransId="{D4E7BEA0-0978-4353-970C-212021AEE78B}"/>
    <dgm:cxn modelId="{BF41C6D9-5002-405A-946E-79969F9C3DA1}" srcId="{45B36E0B-D713-418D-80F5-F070C709A0DF}" destId="{6F254B7F-89B6-44CB-99D7-6B05D79CFBF0}" srcOrd="0" destOrd="0" parTransId="{5C38D468-796C-45FC-94DF-2FD96725CEBA}" sibTransId="{0283B7FF-ABB4-40B7-ABCA-6F154F2D499C}"/>
    <dgm:cxn modelId="{357EFDE9-2CC0-4AFD-802F-ACFA690B371F}" srcId="{3B82650B-3251-490C-BCFD-929934D5A84D}" destId="{EBBE4530-C5D3-4EEC-87B8-6DA73424F00D}" srcOrd="0" destOrd="0" parTransId="{89DAFE51-89B7-44E4-AC74-D73DD195C484}" sibTransId="{BDA37B1F-A59D-49C1-958A-5E55655CDC9C}"/>
    <dgm:cxn modelId="{536A2DEE-6C09-47EF-BE9A-281ACDB629F8}" srcId="{4573A290-DF5D-481A-9157-C412A3F2BBCD}" destId="{81C08F16-92E6-41A1-8A4B-0FBD20AF9141}" srcOrd="0" destOrd="0" parTransId="{413A1B3E-0840-48B9-9C64-BF7126A71355}" sibTransId="{BA00A637-AF0F-4351-A0B4-67916126FF0C}"/>
    <dgm:cxn modelId="{F88BA2F1-2A0B-4FDA-AECB-3AE32724DD97}" type="presOf" srcId="{81C08F16-92E6-41A1-8A4B-0FBD20AF9141}" destId="{41B2C046-4948-43E5-B125-A146EA18DC59}" srcOrd="0" destOrd="0" presId="urn:microsoft.com/office/officeart/2005/8/layout/hList1"/>
    <dgm:cxn modelId="{DB353B7E-3092-4709-83D6-99082A5C5C30}" type="presParOf" srcId="{0E12ACA1-FFB1-4F46-95D7-46710CA69138}" destId="{57E48300-FAD6-4AD9-8D59-2BA8C375A65D}" srcOrd="0" destOrd="0" presId="urn:microsoft.com/office/officeart/2005/8/layout/hList1"/>
    <dgm:cxn modelId="{3AC67145-7619-421A-887A-CBAB9E017131}" type="presParOf" srcId="{57E48300-FAD6-4AD9-8D59-2BA8C375A65D}" destId="{41B2C046-4948-43E5-B125-A146EA18DC59}" srcOrd="0" destOrd="0" presId="urn:microsoft.com/office/officeart/2005/8/layout/hList1"/>
    <dgm:cxn modelId="{F300CD49-3026-4AAF-A93C-C92782B3E6A5}" type="presParOf" srcId="{57E48300-FAD6-4AD9-8D59-2BA8C375A65D}" destId="{6A6C5C65-D4FC-4899-BF23-338EF6FD6E33}" srcOrd="1" destOrd="0" presId="urn:microsoft.com/office/officeart/2005/8/layout/hList1"/>
    <dgm:cxn modelId="{348F1A63-FD84-41BF-B3E8-4BEB5047869A}" type="presParOf" srcId="{0E12ACA1-FFB1-4F46-95D7-46710CA69138}" destId="{1E1FACFF-4A60-4859-A27D-08945B069DE5}" srcOrd="1" destOrd="0" presId="urn:microsoft.com/office/officeart/2005/8/layout/hList1"/>
    <dgm:cxn modelId="{47B692D0-2900-425A-B0EA-516FE3720AF7}" type="presParOf" srcId="{0E12ACA1-FFB1-4F46-95D7-46710CA69138}" destId="{ABBB2D00-4ED0-44C7-8699-AE22E7114A3E}" srcOrd="2" destOrd="0" presId="urn:microsoft.com/office/officeart/2005/8/layout/hList1"/>
    <dgm:cxn modelId="{B59C0137-942F-4D3F-A3B9-B85051ACE0A4}" type="presParOf" srcId="{ABBB2D00-4ED0-44C7-8699-AE22E7114A3E}" destId="{996BC5F2-E6CA-412C-A708-375DE11AC4AE}" srcOrd="0" destOrd="0" presId="urn:microsoft.com/office/officeart/2005/8/layout/hList1"/>
    <dgm:cxn modelId="{B2E43BA1-28AF-4DA4-BDD2-603D8829DB6E}" type="presParOf" srcId="{ABBB2D00-4ED0-44C7-8699-AE22E7114A3E}" destId="{DDC0D76E-FD7F-4E29-B1C2-7F885E02A47C}" srcOrd="1" destOrd="0" presId="urn:microsoft.com/office/officeart/2005/8/layout/hList1"/>
    <dgm:cxn modelId="{1912ADDD-C13E-425A-BD8A-17E917B059FD}" type="presParOf" srcId="{0E12ACA1-FFB1-4F46-95D7-46710CA69138}" destId="{B89F1DDE-801C-4CF0-9F46-6697E379A3B8}" srcOrd="3" destOrd="0" presId="urn:microsoft.com/office/officeart/2005/8/layout/hList1"/>
    <dgm:cxn modelId="{9399B56B-5121-4EF0-8FC7-2DCBEBF2E1EB}" type="presParOf" srcId="{0E12ACA1-FFB1-4F46-95D7-46710CA69138}" destId="{3B02F6C9-19FB-4309-AAA0-AD9F408E38DC}" srcOrd="4" destOrd="0" presId="urn:microsoft.com/office/officeart/2005/8/layout/hList1"/>
    <dgm:cxn modelId="{9D247D10-A943-4B9C-ABED-7F19E526A562}" type="presParOf" srcId="{3B02F6C9-19FB-4309-AAA0-AD9F408E38DC}" destId="{27D4482B-7AD3-49CD-989E-56D376098797}" srcOrd="0" destOrd="0" presId="urn:microsoft.com/office/officeart/2005/8/layout/hList1"/>
    <dgm:cxn modelId="{C2B7A8CE-F503-4FA7-AE16-59403363B350}" type="presParOf" srcId="{3B02F6C9-19FB-4309-AAA0-AD9F408E38DC}" destId="{1EB1E928-03AB-434A-B893-8FCCFA30AAE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DA0238-9888-406C-9839-BA8B7C23C792}" type="doc">
      <dgm:prSet loTypeId="urn:microsoft.com/office/officeart/2009/3/layout/PieProcess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E0AED3D1-D3E8-4D5F-9A3D-51EDB0F57545}">
      <dgm:prSet phldrT="[Text]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 dirty="0"/>
            <a:t>Set</a:t>
          </a:r>
          <a:endParaRPr lang="en-IN" dirty="0"/>
        </a:p>
      </dgm:t>
    </dgm:pt>
    <dgm:pt modelId="{891A6BC8-2C62-4227-914B-BA754C0B1283}" type="parTrans" cxnId="{B211499B-232A-4494-B71D-BAE989DDCF0C}">
      <dgm:prSet/>
      <dgm:spPr/>
      <dgm:t>
        <a:bodyPr/>
        <a:lstStyle/>
        <a:p>
          <a:endParaRPr lang="en-IN"/>
        </a:p>
      </dgm:t>
    </dgm:pt>
    <dgm:pt modelId="{EA27AD38-E6A0-43B2-B979-84F3AEBCE916}" type="sibTrans" cxnId="{B211499B-232A-4494-B71D-BAE989DDCF0C}">
      <dgm:prSet/>
      <dgm:spPr/>
      <dgm:t>
        <a:bodyPr/>
        <a:lstStyle/>
        <a:p>
          <a:endParaRPr lang="en-IN"/>
        </a:p>
      </dgm:t>
    </dgm:pt>
    <dgm:pt modelId="{29A2475D-8925-46E3-8C46-2D1C0138CBD8}">
      <dgm:prSet/>
      <dgm:spPr/>
      <dgm:t>
        <a:bodyPr/>
        <a:lstStyle/>
        <a:p>
          <a:pPr>
            <a:lnSpc>
              <a:spcPct val="150000"/>
            </a:lnSpc>
            <a:buFont typeface="Arial" panose="020B0604020202020204" pitchFamily="34" charset="0"/>
            <a:buChar char="•"/>
          </a:pPr>
          <a:r>
            <a:rPr lang="en-IN" dirty="0"/>
            <a:t>Stores </a:t>
          </a:r>
          <a:r>
            <a:rPr lang="en-IN" b="1" dirty="0"/>
            <a:t>unique</a:t>
          </a:r>
          <a:r>
            <a:rPr lang="en-IN" dirty="0"/>
            <a:t> elements.</a:t>
          </a:r>
        </a:p>
      </dgm:t>
    </dgm:pt>
    <dgm:pt modelId="{85BDDD3F-1422-47F7-A20B-84B7AFE1A001}" type="parTrans" cxnId="{E7E3BAD3-6F0B-4595-BA9E-7D08CEFCCC9C}">
      <dgm:prSet/>
      <dgm:spPr/>
      <dgm:t>
        <a:bodyPr/>
        <a:lstStyle/>
        <a:p>
          <a:endParaRPr lang="en-IN"/>
        </a:p>
      </dgm:t>
    </dgm:pt>
    <dgm:pt modelId="{7867E61A-A7A9-4002-99CF-AC7857B15844}" type="sibTrans" cxnId="{E7E3BAD3-6F0B-4595-BA9E-7D08CEFCCC9C}">
      <dgm:prSet/>
      <dgm:spPr/>
      <dgm:t>
        <a:bodyPr/>
        <a:lstStyle/>
        <a:p>
          <a:endParaRPr lang="en-IN"/>
        </a:p>
      </dgm:t>
    </dgm:pt>
    <dgm:pt modelId="{0DAB66D1-527D-4A32-AEEE-5395D17D8807}">
      <dgm:prSet/>
      <dgm:spPr/>
      <dgm:t>
        <a:bodyPr/>
        <a:lstStyle/>
        <a:p>
          <a:pPr>
            <a:lnSpc>
              <a:spcPct val="150000"/>
            </a:lnSpc>
            <a:buFont typeface="Arial" panose="020B0604020202020204" pitchFamily="34" charset="0"/>
            <a:buChar char="•"/>
          </a:pPr>
          <a:endParaRPr lang="en-US" dirty="0"/>
        </a:p>
        <a:p>
          <a:pPr>
            <a:lnSpc>
              <a:spcPct val="150000"/>
            </a:lnSpc>
            <a:buFont typeface="Arial" panose="020B0604020202020204" pitchFamily="34" charset="0"/>
            <a:buChar char="•"/>
          </a:pPr>
          <a:r>
            <a:rPr lang="en-US" dirty="0"/>
            <a:t>Values sorted in </a:t>
          </a:r>
          <a:r>
            <a:rPr lang="en-US" b="1" dirty="0"/>
            <a:t>ascending</a:t>
          </a:r>
          <a:r>
            <a:rPr lang="en-US" dirty="0"/>
            <a:t> order by default.</a:t>
          </a:r>
        </a:p>
      </dgm:t>
    </dgm:pt>
    <dgm:pt modelId="{94089224-1389-40A7-A2CD-5AAD95444A32}" type="parTrans" cxnId="{FF9F3738-9531-4508-9105-5B1593592A3B}">
      <dgm:prSet/>
      <dgm:spPr/>
      <dgm:t>
        <a:bodyPr/>
        <a:lstStyle/>
        <a:p>
          <a:endParaRPr lang="en-IN"/>
        </a:p>
      </dgm:t>
    </dgm:pt>
    <dgm:pt modelId="{11462C3E-57B8-4924-A919-117AD729E311}" type="sibTrans" cxnId="{FF9F3738-9531-4508-9105-5B1593592A3B}">
      <dgm:prSet/>
      <dgm:spPr/>
      <dgm:t>
        <a:bodyPr/>
        <a:lstStyle/>
        <a:p>
          <a:endParaRPr lang="en-IN"/>
        </a:p>
      </dgm:t>
    </dgm:pt>
    <dgm:pt modelId="{6C63D52F-DBCE-4DD3-8C22-EB62EC7567B1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Map</a:t>
          </a:r>
          <a:endParaRPr lang="en-IN"/>
        </a:p>
      </dgm:t>
    </dgm:pt>
    <dgm:pt modelId="{D4424D54-5FC1-4E19-8D55-68F8C31634F9}" type="parTrans" cxnId="{60A57452-7D9D-4474-9CB0-4C8445329048}">
      <dgm:prSet/>
      <dgm:spPr/>
      <dgm:t>
        <a:bodyPr/>
        <a:lstStyle/>
        <a:p>
          <a:endParaRPr lang="en-IN"/>
        </a:p>
      </dgm:t>
    </dgm:pt>
    <dgm:pt modelId="{023943BE-CAB9-4AD4-AF4B-B280CED6651E}" type="sibTrans" cxnId="{60A57452-7D9D-4474-9CB0-4C8445329048}">
      <dgm:prSet/>
      <dgm:spPr/>
      <dgm:t>
        <a:bodyPr/>
        <a:lstStyle/>
        <a:p>
          <a:endParaRPr lang="en-IN"/>
        </a:p>
      </dgm:t>
    </dgm:pt>
    <dgm:pt modelId="{15A07764-83A4-4441-8213-849809B1B62E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dirty="0"/>
            <a:t>Stores </a:t>
          </a:r>
          <a:r>
            <a:rPr lang="en-IN" b="1" dirty="0"/>
            <a:t>key-value pairs</a:t>
          </a:r>
          <a:r>
            <a:rPr lang="en-IN" dirty="0"/>
            <a:t>.</a:t>
          </a:r>
        </a:p>
      </dgm:t>
    </dgm:pt>
    <dgm:pt modelId="{C6C9F024-A866-4227-9470-7A44B8B69E1F}" type="parTrans" cxnId="{B05B97E3-8FD4-4F75-9A67-557FE4634F81}">
      <dgm:prSet/>
      <dgm:spPr/>
      <dgm:t>
        <a:bodyPr/>
        <a:lstStyle/>
        <a:p>
          <a:endParaRPr lang="en-IN"/>
        </a:p>
      </dgm:t>
    </dgm:pt>
    <dgm:pt modelId="{2BFA4794-017B-4E17-B5FB-2FA418C7DECE}" type="sibTrans" cxnId="{B05B97E3-8FD4-4F75-9A67-557FE4634F81}">
      <dgm:prSet/>
      <dgm:spPr/>
      <dgm:t>
        <a:bodyPr/>
        <a:lstStyle/>
        <a:p>
          <a:endParaRPr lang="en-IN"/>
        </a:p>
      </dgm:t>
    </dgm:pt>
    <dgm:pt modelId="{0262559F-8853-4038-8B9D-8121865C783E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endParaRPr lang="en-IN" b="1" dirty="0"/>
        </a:p>
        <a:p>
          <a:pPr>
            <a:lnSpc>
              <a:spcPct val="150000"/>
            </a:lnSpc>
            <a:buFont typeface="+mj-lt"/>
            <a:buAutoNum type="arabicPeriod"/>
          </a:pPr>
          <a:r>
            <a:rPr lang="en-IN" b="1" dirty="0"/>
            <a:t>Keys must be unique</a:t>
          </a:r>
          <a:r>
            <a:rPr lang="en-IN" dirty="0"/>
            <a:t>.</a:t>
          </a:r>
        </a:p>
      </dgm:t>
    </dgm:pt>
    <dgm:pt modelId="{1924CCD8-5CFE-4B84-B128-AFB7F5D8D288}" type="parTrans" cxnId="{FDFA57F2-ADEF-4C5B-AB83-873605B2DE37}">
      <dgm:prSet/>
      <dgm:spPr/>
      <dgm:t>
        <a:bodyPr/>
        <a:lstStyle/>
        <a:p>
          <a:endParaRPr lang="en-IN"/>
        </a:p>
      </dgm:t>
    </dgm:pt>
    <dgm:pt modelId="{A4337B14-3E90-4D42-96E7-62A7C433CF99}" type="sibTrans" cxnId="{FDFA57F2-ADEF-4C5B-AB83-873605B2DE37}">
      <dgm:prSet/>
      <dgm:spPr/>
      <dgm:t>
        <a:bodyPr/>
        <a:lstStyle/>
        <a:p>
          <a:endParaRPr lang="en-IN"/>
        </a:p>
      </dgm:t>
    </dgm:pt>
    <dgm:pt modelId="{9263C517-0219-4F84-A820-356A34B2AC27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dirty="0"/>
            <a:t>Sorted by key values.</a:t>
          </a:r>
        </a:p>
      </dgm:t>
    </dgm:pt>
    <dgm:pt modelId="{A5C05CAE-0A23-4572-841C-6560261B0C32}" type="parTrans" cxnId="{335E19F8-A213-4428-AD88-DC8921E88CE6}">
      <dgm:prSet/>
      <dgm:spPr/>
      <dgm:t>
        <a:bodyPr/>
        <a:lstStyle/>
        <a:p>
          <a:endParaRPr lang="en-IN"/>
        </a:p>
      </dgm:t>
    </dgm:pt>
    <dgm:pt modelId="{B0CFD39B-98DE-4F2B-A95C-82E5617FB83B}" type="sibTrans" cxnId="{335E19F8-A213-4428-AD88-DC8921E88CE6}">
      <dgm:prSet/>
      <dgm:spPr/>
      <dgm:t>
        <a:bodyPr/>
        <a:lstStyle/>
        <a:p>
          <a:endParaRPr lang="en-IN"/>
        </a:p>
      </dgm:t>
    </dgm:pt>
    <dgm:pt modelId="{5383FFDD-20D0-4422-90C3-FE30F6BA255B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Multiset</a:t>
          </a:r>
          <a:endParaRPr lang="en-IN"/>
        </a:p>
      </dgm:t>
    </dgm:pt>
    <dgm:pt modelId="{3DE4ACEC-F67A-424E-8259-A4712EBFF19F}" type="parTrans" cxnId="{B6927614-4810-42B4-B304-F64267A1BB44}">
      <dgm:prSet/>
      <dgm:spPr/>
      <dgm:t>
        <a:bodyPr/>
        <a:lstStyle/>
        <a:p>
          <a:endParaRPr lang="en-IN"/>
        </a:p>
      </dgm:t>
    </dgm:pt>
    <dgm:pt modelId="{79BF6625-61FC-4D46-8C5A-08596D748C4E}" type="sibTrans" cxnId="{B6927614-4810-42B4-B304-F64267A1BB44}">
      <dgm:prSet/>
      <dgm:spPr/>
      <dgm:t>
        <a:bodyPr/>
        <a:lstStyle/>
        <a:p>
          <a:endParaRPr lang="en-IN"/>
        </a:p>
      </dgm:t>
    </dgm:pt>
    <dgm:pt modelId="{240D7DDF-6012-40D4-A62F-38B101B516A3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Like set, but </a:t>
          </a:r>
          <a:r>
            <a:rPr lang="en-US" b="1" dirty="0"/>
            <a:t>allows duplicate</a:t>
          </a:r>
          <a:r>
            <a:rPr lang="en-US" dirty="0"/>
            <a:t> elements.</a:t>
          </a:r>
        </a:p>
      </dgm:t>
    </dgm:pt>
    <dgm:pt modelId="{1E9A74AA-E0B8-46E5-B744-7D37B5249583}" type="parTrans" cxnId="{AACD9630-BFA0-431A-9492-20C3F97BF42F}">
      <dgm:prSet/>
      <dgm:spPr/>
      <dgm:t>
        <a:bodyPr/>
        <a:lstStyle/>
        <a:p>
          <a:endParaRPr lang="en-IN"/>
        </a:p>
      </dgm:t>
    </dgm:pt>
    <dgm:pt modelId="{1063B879-F492-4FAB-B0AA-4BEDDD6BAB0E}" type="sibTrans" cxnId="{AACD9630-BFA0-431A-9492-20C3F97BF42F}">
      <dgm:prSet/>
      <dgm:spPr/>
      <dgm:t>
        <a:bodyPr/>
        <a:lstStyle/>
        <a:p>
          <a:endParaRPr lang="en-IN"/>
        </a:p>
      </dgm:t>
    </dgm:pt>
    <dgm:pt modelId="{3538B5F6-F281-4312-816D-369A62FABBE1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Multimap</a:t>
          </a:r>
          <a:endParaRPr lang="en-IN"/>
        </a:p>
      </dgm:t>
    </dgm:pt>
    <dgm:pt modelId="{7F260B9E-4ABC-4C57-B7B2-E2CB6F32D258}" type="parTrans" cxnId="{D9BA8A82-6A69-41EE-82F5-F4F191DD5487}">
      <dgm:prSet/>
      <dgm:spPr/>
      <dgm:t>
        <a:bodyPr/>
        <a:lstStyle/>
        <a:p>
          <a:endParaRPr lang="en-IN"/>
        </a:p>
      </dgm:t>
    </dgm:pt>
    <dgm:pt modelId="{2800E5AA-5F15-4795-9578-6A9B9B98D1BC}" type="sibTrans" cxnId="{D9BA8A82-6A69-41EE-82F5-F4F191DD5487}">
      <dgm:prSet/>
      <dgm:spPr/>
      <dgm:t>
        <a:bodyPr/>
        <a:lstStyle/>
        <a:p>
          <a:endParaRPr lang="en-IN"/>
        </a:p>
      </dgm:t>
    </dgm:pt>
    <dgm:pt modelId="{CDECAF2B-9494-4B08-AB52-DC368CF99C4C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/>
            <a:t>Like map, but allows </a:t>
          </a:r>
          <a:r>
            <a:rPr lang="en-US" b="1"/>
            <a:t>multiple values for same key</a:t>
          </a:r>
          <a:r>
            <a:rPr lang="en-US"/>
            <a:t>.</a:t>
          </a:r>
        </a:p>
      </dgm:t>
    </dgm:pt>
    <dgm:pt modelId="{BC367A03-DFD1-45F6-82FA-1612DDF8679E}" type="parTrans" cxnId="{78DE3A88-F813-49E5-A7E0-EB6FF98C5B95}">
      <dgm:prSet/>
      <dgm:spPr/>
      <dgm:t>
        <a:bodyPr/>
        <a:lstStyle/>
        <a:p>
          <a:endParaRPr lang="en-IN"/>
        </a:p>
      </dgm:t>
    </dgm:pt>
    <dgm:pt modelId="{9D4EA8C6-DAB5-462C-8AC5-A0CFF657A4FB}" type="sibTrans" cxnId="{78DE3A88-F813-49E5-A7E0-EB6FF98C5B95}">
      <dgm:prSet/>
      <dgm:spPr/>
      <dgm:t>
        <a:bodyPr/>
        <a:lstStyle/>
        <a:p>
          <a:endParaRPr lang="en-IN"/>
        </a:p>
      </dgm:t>
    </dgm:pt>
    <dgm:pt modelId="{F3D76839-75E3-46E0-A4E9-12BF45608798}" type="pres">
      <dgm:prSet presAssocID="{4FDA0238-9888-406C-9839-BA8B7C23C792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105D66A3-FFAA-4F01-8291-3152572D9595}" type="pres">
      <dgm:prSet presAssocID="{E0AED3D1-D3E8-4D5F-9A3D-51EDB0F57545}" presName="ParentComposite" presStyleCnt="0"/>
      <dgm:spPr/>
    </dgm:pt>
    <dgm:pt modelId="{F27C8090-8090-4DB8-8974-D227C08B9DFB}" type="pres">
      <dgm:prSet presAssocID="{E0AED3D1-D3E8-4D5F-9A3D-51EDB0F57545}" presName="Chord" presStyleLbl="bgShp" presStyleIdx="0" presStyleCnt="4"/>
      <dgm:spPr/>
    </dgm:pt>
    <dgm:pt modelId="{59292037-24EF-4ED8-A9BC-D447FF433A51}" type="pres">
      <dgm:prSet presAssocID="{E0AED3D1-D3E8-4D5F-9A3D-51EDB0F57545}" presName="Pie" presStyleLbl="alignNode1" presStyleIdx="0" presStyleCnt="4"/>
      <dgm:spPr/>
    </dgm:pt>
    <dgm:pt modelId="{0275907F-EBCF-470A-824A-393965A00ED7}" type="pres">
      <dgm:prSet presAssocID="{E0AED3D1-D3E8-4D5F-9A3D-51EDB0F57545}" presName="Parent" presStyleLbl="revTx" presStyleIdx="0" presStyleCnt="8">
        <dgm:presLayoutVars>
          <dgm:chMax val="1"/>
          <dgm:chPref val="1"/>
          <dgm:bulletEnabled val="1"/>
        </dgm:presLayoutVars>
      </dgm:prSet>
      <dgm:spPr/>
    </dgm:pt>
    <dgm:pt modelId="{2FFDF7A2-E700-4D51-83BB-D0E821E0DD3D}" type="pres">
      <dgm:prSet presAssocID="{7867E61A-A7A9-4002-99CF-AC7857B15844}" presName="negSibTrans" presStyleCnt="0"/>
      <dgm:spPr/>
    </dgm:pt>
    <dgm:pt modelId="{F6E8050B-2F66-4EE1-9A07-741BEE7B4F67}" type="pres">
      <dgm:prSet presAssocID="{E0AED3D1-D3E8-4D5F-9A3D-51EDB0F57545}" presName="composite" presStyleCnt="0"/>
      <dgm:spPr/>
    </dgm:pt>
    <dgm:pt modelId="{5958B65E-016E-4BA5-B259-0196414C412A}" type="pres">
      <dgm:prSet presAssocID="{E0AED3D1-D3E8-4D5F-9A3D-51EDB0F57545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6A696E12-489D-42F3-A242-E6366430D36F}" type="pres">
      <dgm:prSet presAssocID="{EA27AD38-E6A0-43B2-B979-84F3AEBCE916}" presName="sibTrans" presStyleCnt="0"/>
      <dgm:spPr/>
    </dgm:pt>
    <dgm:pt modelId="{87BB69CA-5841-4A6D-AC0E-049DD426C7CE}" type="pres">
      <dgm:prSet presAssocID="{6C63D52F-DBCE-4DD3-8C22-EB62EC7567B1}" presName="ParentComposite" presStyleCnt="0"/>
      <dgm:spPr/>
    </dgm:pt>
    <dgm:pt modelId="{125CE939-E519-4258-B4F3-7835E8FA1C60}" type="pres">
      <dgm:prSet presAssocID="{6C63D52F-DBCE-4DD3-8C22-EB62EC7567B1}" presName="Chord" presStyleLbl="bgShp" presStyleIdx="1" presStyleCnt="4"/>
      <dgm:spPr/>
    </dgm:pt>
    <dgm:pt modelId="{588FCF7B-9FAF-4EFC-AE8E-1519746BB3B8}" type="pres">
      <dgm:prSet presAssocID="{6C63D52F-DBCE-4DD3-8C22-EB62EC7567B1}" presName="Pie" presStyleLbl="alignNode1" presStyleIdx="1" presStyleCnt="4"/>
      <dgm:spPr/>
    </dgm:pt>
    <dgm:pt modelId="{58D73A6C-0C75-4818-94E6-25F1D26D151A}" type="pres">
      <dgm:prSet presAssocID="{6C63D52F-DBCE-4DD3-8C22-EB62EC7567B1}" presName="Parent" presStyleLbl="revTx" presStyleIdx="2" presStyleCnt="8">
        <dgm:presLayoutVars>
          <dgm:chMax val="1"/>
          <dgm:chPref val="1"/>
          <dgm:bulletEnabled val="1"/>
        </dgm:presLayoutVars>
      </dgm:prSet>
      <dgm:spPr/>
    </dgm:pt>
    <dgm:pt modelId="{CB1332EB-3EE0-4E67-B7A4-4D676A2F1223}" type="pres">
      <dgm:prSet presAssocID="{2BFA4794-017B-4E17-B5FB-2FA418C7DECE}" presName="negSibTrans" presStyleCnt="0"/>
      <dgm:spPr/>
    </dgm:pt>
    <dgm:pt modelId="{DABE190D-F02F-4906-AE3F-7942510A78FB}" type="pres">
      <dgm:prSet presAssocID="{6C63D52F-DBCE-4DD3-8C22-EB62EC7567B1}" presName="composite" presStyleCnt="0"/>
      <dgm:spPr/>
    </dgm:pt>
    <dgm:pt modelId="{F4DAAB7C-9D7B-4590-AF15-D938F2F6603B}" type="pres">
      <dgm:prSet presAssocID="{6C63D52F-DBCE-4DD3-8C22-EB62EC7567B1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0E59A9D7-ACF5-4B17-9AFD-0972CF9662E2}" type="pres">
      <dgm:prSet presAssocID="{023943BE-CAB9-4AD4-AF4B-B280CED6651E}" presName="sibTrans" presStyleCnt="0"/>
      <dgm:spPr/>
    </dgm:pt>
    <dgm:pt modelId="{4FC5874D-868C-4249-9F9A-E8BA7653F7D8}" type="pres">
      <dgm:prSet presAssocID="{5383FFDD-20D0-4422-90C3-FE30F6BA255B}" presName="ParentComposite" presStyleCnt="0"/>
      <dgm:spPr/>
    </dgm:pt>
    <dgm:pt modelId="{7E1AF38C-3E8A-4590-9DD4-DEEA63587154}" type="pres">
      <dgm:prSet presAssocID="{5383FFDD-20D0-4422-90C3-FE30F6BA255B}" presName="Chord" presStyleLbl="bgShp" presStyleIdx="2" presStyleCnt="4"/>
      <dgm:spPr/>
    </dgm:pt>
    <dgm:pt modelId="{65F52BDD-12EC-417E-AC8E-803B01C213B0}" type="pres">
      <dgm:prSet presAssocID="{5383FFDD-20D0-4422-90C3-FE30F6BA255B}" presName="Pie" presStyleLbl="alignNode1" presStyleIdx="2" presStyleCnt="4"/>
      <dgm:spPr/>
    </dgm:pt>
    <dgm:pt modelId="{52C23ADC-F525-49B8-993A-180DB245016C}" type="pres">
      <dgm:prSet presAssocID="{5383FFDD-20D0-4422-90C3-FE30F6BA255B}" presName="Parent" presStyleLbl="revTx" presStyleIdx="4" presStyleCnt="8">
        <dgm:presLayoutVars>
          <dgm:chMax val="1"/>
          <dgm:chPref val="1"/>
          <dgm:bulletEnabled val="1"/>
        </dgm:presLayoutVars>
      </dgm:prSet>
      <dgm:spPr/>
    </dgm:pt>
    <dgm:pt modelId="{DF3B88E9-446E-40F9-8902-46E18BEDDDB4}" type="pres">
      <dgm:prSet presAssocID="{1063B879-F492-4FAB-B0AA-4BEDDD6BAB0E}" presName="negSibTrans" presStyleCnt="0"/>
      <dgm:spPr/>
    </dgm:pt>
    <dgm:pt modelId="{C1351E68-6864-4F75-8D74-D5825582CE6E}" type="pres">
      <dgm:prSet presAssocID="{5383FFDD-20D0-4422-90C3-FE30F6BA255B}" presName="composite" presStyleCnt="0"/>
      <dgm:spPr/>
    </dgm:pt>
    <dgm:pt modelId="{380694D9-18A2-4124-9547-34A632A2E601}" type="pres">
      <dgm:prSet presAssocID="{5383FFDD-20D0-4422-90C3-FE30F6BA255B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3BC0401E-B18B-40F3-9F3C-254B7C024F02}" type="pres">
      <dgm:prSet presAssocID="{79BF6625-61FC-4D46-8C5A-08596D748C4E}" presName="sibTrans" presStyleCnt="0"/>
      <dgm:spPr/>
    </dgm:pt>
    <dgm:pt modelId="{737906C9-D6CA-4CF3-AD5D-3A28CF057554}" type="pres">
      <dgm:prSet presAssocID="{3538B5F6-F281-4312-816D-369A62FABBE1}" presName="ParentComposite" presStyleCnt="0"/>
      <dgm:spPr/>
    </dgm:pt>
    <dgm:pt modelId="{D627D76C-3D72-41F5-B92A-70B420484FD5}" type="pres">
      <dgm:prSet presAssocID="{3538B5F6-F281-4312-816D-369A62FABBE1}" presName="Chord" presStyleLbl="bgShp" presStyleIdx="3" presStyleCnt="4"/>
      <dgm:spPr/>
    </dgm:pt>
    <dgm:pt modelId="{03AF4712-C202-4897-8861-7D1B2AE25E60}" type="pres">
      <dgm:prSet presAssocID="{3538B5F6-F281-4312-816D-369A62FABBE1}" presName="Pie" presStyleLbl="alignNode1" presStyleIdx="3" presStyleCnt="4"/>
      <dgm:spPr/>
    </dgm:pt>
    <dgm:pt modelId="{F776D55C-78E3-4C4C-85A9-B2EA442A268E}" type="pres">
      <dgm:prSet presAssocID="{3538B5F6-F281-4312-816D-369A62FABBE1}" presName="Parent" presStyleLbl="revTx" presStyleIdx="6" presStyleCnt="8">
        <dgm:presLayoutVars>
          <dgm:chMax val="1"/>
          <dgm:chPref val="1"/>
          <dgm:bulletEnabled val="1"/>
        </dgm:presLayoutVars>
      </dgm:prSet>
      <dgm:spPr/>
    </dgm:pt>
    <dgm:pt modelId="{7381F752-77BE-4CCF-8AF7-D8A9BDED3501}" type="pres">
      <dgm:prSet presAssocID="{9D4EA8C6-DAB5-462C-8AC5-A0CFF657A4FB}" presName="negSibTrans" presStyleCnt="0"/>
      <dgm:spPr/>
    </dgm:pt>
    <dgm:pt modelId="{622ED391-FD0B-4113-9AD3-9D3FED7F865D}" type="pres">
      <dgm:prSet presAssocID="{3538B5F6-F281-4312-816D-369A62FABBE1}" presName="composite" presStyleCnt="0"/>
      <dgm:spPr/>
    </dgm:pt>
    <dgm:pt modelId="{78CAFBCF-8D9A-4F53-8954-29724D0D60A5}" type="pres">
      <dgm:prSet presAssocID="{3538B5F6-F281-4312-816D-369A62FABBE1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927EF108-AD2E-4FF0-BD05-BE53190C4331}" type="presOf" srcId="{E0AED3D1-D3E8-4D5F-9A3D-51EDB0F57545}" destId="{0275907F-EBCF-470A-824A-393965A00ED7}" srcOrd="0" destOrd="0" presId="urn:microsoft.com/office/officeart/2009/3/layout/PieProcess"/>
    <dgm:cxn modelId="{B1751A0C-9F87-4122-9CB9-75459DD3B25E}" type="presOf" srcId="{29A2475D-8925-46E3-8C46-2D1C0138CBD8}" destId="{5958B65E-016E-4BA5-B259-0196414C412A}" srcOrd="0" destOrd="0" presId="urn:microsoft.com/office/officeart/2009/3/layout/PieProcess"/>
    <dgm:cxn modelId="{74C5BC13-18A2-49E2-B9C3-D13C20A8B643}" type="presOf" srcId="{0DAB66D1-527D-4A32-AEEE-5395D17D8807}" destId="{5958B65E-016E-4BA5-B259-0196414C412A}" srcOrd="0" destOrd="1" presId="urn:microsoft.com/office/officeart/2009/3/layout/PieProcess"/>
    <dgm:cxn modelId="{B6927614-4810-42B4-B304-F64267A1BB44}" srcId="{4FDA0238-9888-406C-9839-BA8B7C23C792}" destId="{5383FFDD-20D0-4422-90C3-FE30F6BA255B}" srcOrd="2" destOrd="0" parTransId="{3DE4ACEC-F67A-424E-8259-A4712EBFF19F}" sibTransId="{79BF6625-61FC-4D46-8C5A-08596D748C4E}"/>
    <dgm:cxn modelId="{F2A64C20-DB9B-4B5C-A26F-D20CAC461146}" type="presOf" srcId="{15A07764-83A4-4441-8213-849809B1B62E}" destId="{F4DAAB7C-9D7B-4590-AF15-D938F2F6603B}" srcOrd="0" destOrd="0" presId="urn:microsoft.com/office/officeart/2009/3/layout/PieProcess"/>
    <dgm:cxn modelId="{AACD9630-BFA0-431A-9492-20C3F97BF42F}" srcId="{5383FFDD-20D0-4422-90C3-FE30F6BA255B}" destId="{240D7DDF-6012-40D4-A62F-38B101B516A3}" srcOrd="0" destOrd="0" parTransId="{1E9A74AA-E0B8-46E5-B744-7D37B5249583}" sibTransId="{1063B879-F492-4FAB-B0AA-4BEDDD6BAB0E}"/>
    <dgm:cxn modelId="{FF9F3738-9531-4508-9105-5B1593592A3B}" srcId="{E0AED3D1-D3E8-4D5F-9A3D-51EDB0F57545}" destId="{0DAB66D1-527D-4A32-AEEE-5395D17D8807}" srcOrd="1" destOrd="0" parTransId="{94089224-1389-40A7-A2CD-5AAD95444A32}" sibTransId="{11462C3E-57B8-4924-A919-117AD729E311}"/>
    <dgm:cxn modelId="{8738CB3B-1292-4DEF-88FC-D304955990D4}" type="presOf" srcId="{240D7DDF-6012-40D4-A62F-38B101B516A3}" destId="{380694D9-18A2-4124-9547-34A632A2E601}" srcOrd="0" destOrd="0" presId="urn:microsoft.com/office/officeart/2009/3/layout/PieProcess"/>
    <dgm:cxn modelId="{754A855F-FE3B-487E-9044-4093082B052B}" type="presOf" srcId="{3538B5F6-F281-4312-816D-369A62FABBE1}" destId="{F776D55C-78E3-4C4C-85A9-B2EA442A268E}" srcOrd="0" destOrd="0" presId="urn:microsoft.com/office/officeart/2009/3/layout/PieProcess"/>
    <dgm:cxn modelId="{A015A36C-AD80-400E-BF5A-6E6F87E50C2B}" type="presOf" srcId="{9263C517-0219-4F84-A820-356A34B2AC27}" destId="{F4DAAB7C-9D7B-4590-AF15-D938F2F6603B}" srcOrd="0" destOrd="2" presId="urn:microsoft.com/office/officeart/2009/3/layout/PieProcess"/>
    <dgm:cxn modelId="{60A57452-7D9D-4474-9CB0-4C8445329048}" srcId="{4FDA0238-9888-406C-9839-BA8B7C23C792}" destId="{6C63D52F-DBCE-4DD3-8C22-EB62EC7567B1}" srcOrd="1" destOrd="0" parTransId="{D4424D54-5FC1-4E19-8D55-68F8C31634F9}" sibTransId="{023943BE-CAB9-4AD4-AF4B-B280CED6651E}"/>
    <dgm:cxn modelId="{11E1EF76-E721-400F-8866-0EF207E561FB}" type="presOf" srcId="{0262559F-8853-4038-8B9D-8121865C783E}" destId="{F4DAAB7C-9D7B-4590-AF15-D938F2F6603B}" srcOrd="0" destOrd="1" presId="urn:microsoft.com/office/officeart/2009/3/layout/PieProcess"/>
    <dgm:cxn modelId="{D3CEA57A-6EFF-4DB5-B5FE-0E8D683DBA69}" type="presOf" srcId="{5383FFDD-20D0-4422-90C3-FE30F6BA255B}" destId="{52C23ADC-F525-49B8-993A-180DB245016C}" srcOrd="0" destOrd="0" presId="urn:microsoft.com/office/officeart/2009/3/layout/PieProcess"/>
    <dgm:cxn modelId="{D9BA8A82-6A69-41EE-82F5-F4F191DD5487}" srcId="{4FDA0238-9888-406C-9839-BA8B7C23C792}" destId="{3538B5F6-F281-4312-816D-369A62FABBE1}" srcOrd="3" destOrd="0" parTransId="{7F260B9E-4ABC-4C57-B7B2-E2CB6F32D258}" sibTransId="{2800E5AA-5F15-4795-9578-6A9B9B98D1BC}"/>
    <dgm:cxn modelId="{78DE3A88-F813-49E5-A7E0-EB6FF98C5B95}" srcId="{3538B5F6-F281-4312-816D-369A62FABBE1}" destId="{CDECAF2B-9494-4B08-AB52-DC368CF99C4C}" srcOrd="0" destOrd="0" parTransId="{BC367A03-DFD1-45F6-82FA-1612DDF8679E}" sibTransId="{9D4EA8C6-DAB5-462C-8AC5-A0CFF657A4FB}"/>
    <dgm:cxn modelId="{B211499B-232A-4494-B71D-BAE989DDCF0C}" srcId="{4FDA0238-9888-406C-9839-BA8B7C23C792}" destId="{E0AED3D1-D3E8-4D5F-9A3D-51EDB0F57545}" srcOrd="0" destOrd="0" parTransId="{891A6BC8-2C62-4227-914B-BA754C0B1283}" sibTransId="{EA27AD38-E6A0-43B2-B979-84F3AEBCE916}"/>
    <dgm:cxn modelId="{D8FF05B6-88B7-4B37-9EF7-BFF46491C073}" type="presOf" srcId="{4FDA0238-9888-406C-9839-BA8B7C23C792}" destId="{F3D76839-75E3-46E0-A4E9-12BF45608798}" srcOrd="0" destOrd="0" presId="urn:microsoft.com/office/officeart/2009/3/layout/PieProcess"/>
    <dgm:cxn modelId="{E66934C7-DF25-44FC-AA88-1B0CAB2E1078}" type="presOf" srcId="{6C63D52F-DBCE-4DD3-8C22-EB62EC7567B1}" destId="{58D73A6C-0C75-4818-94E6-25F1D26D151A}" srcOrd="0" destOrd="0" presId="urn:microsoft.com/office/officeart/2009/3/layout/PieProcess"/>
    <dgm:cxn modelId="{E7E3BAD3-6F0B-4595-BA9E-7D08CEFCCC9C}" srcId="{E0AED3D1-D3E8-4D5F-9A3D-51EDB0F57545}" destId="{29A2475D-8925-46E3-8C46-2D1C0138CBD8}" srcOrd="0" destOrd="0" parTransId="{85BDDD3F-1422-47F7-A20B-84B7AFE1A001}" sibTransId="{7867E61A-A7A9-4002-99CF-AC7857B15844}"/>
    <dgm:cxn modelId="{B05B97E3-8FD4-4F75-9A67-557FE4634F81}" srcId="{6C63D52F-DBCE-4DD3-8C22-EB62EC7567B1}" destId="{15A07764-83A4-4441-8213-849809B1B62E}" srcOrd="0" destOrd="0" parTransId="{C6C9F024-A866-4227-9470-7A44B8B69E1F}" sibTransId="{2BFA4794-017B-4E17-B5FB-2FA418C7DECE}"/>
    <dgm:cxn modelId="{8A005DE4-D327-4E0F-89A0-0087C8297A3C}" type="presOf" srcId="{CDECAF2B-9494-4B08-AB52-DC368CF99C4C}" destId="{78CAFBCF-8D9A-4F53-8954-29724D0D60A5}" srcOrd="0" destOrd="0" presId="urn:microsoft.com/office/officeart/2009/3/layout/PieProcess"/>
    <dgm:cxn modelId="{FDFA57F2-ADEF-4C5B-AB83-873605B2DE37}" srcId="{6C63D52F-DBCE-4DD3-8C22-EB62EC7567B1}" destId="{0262559F-8853-4038-8B9D-8121865C783E}" srcOrd="1" destOrd="0" parTransId="{1924CCD8-5CFE-4B84-B128-AFB7F5D8D288}" sibTransId="{A4337B14-3E90-4D42-96E7-62A7C433CF99}"/>
    <dgm:cxn modelId="{335E19F8-A213-4428-AD88-DC8921E88CE6}" srcId="{6C63D52F-DBCE-4DD3-8C22-EB62EC7567B1}" destId="{9263C517-0219-4F84-A820-356A34B2AC27}" srcOrd="2" destOrd="0" parTransId="{A5C05CAE-0A23-4572-841C-6560261B0C32}" sibTransId="{B0CFD39B-98DE-4F2B-A95C-82E5617FB83B}"/>
    <dgm:cxn modelId="{0A0C23E0-0350-464B-858F-041E93FAC820}" type="presParOf" srcId="{F3D76839-75E3-46E0-A4E9-12BF45608798}" destId="{105D66A3-FFAA-4F01-8291-3152572D9595}" srcOrd="0" destOrd="0" presId="urn:microsoft.com/office/officeart/2009/3/layout/PieProcess"/>
    <dgm:cxn modelId="{8B96620B-53F6-444A-B37A-BC318DDB5935}" type="presParOf" srcId="{105D66A3-FFAA-4F01-8291-3152572D9595}" destId="{F27C8090-8090-4DB8-8974-D227C08B9DFB}" srcOrd="0" destOrd="0" presId="urn:microsoft.com/office/officeart/2009/3/layout/PieProcess"/>
    <dgm:cxn modelId="{BC3AE6F5-47E1-42B3-BF50-5CE90946AE5A}" type="presParOf" srcId="{105D66A3-FFAA-4F01-8291-3152572D9595}" destId="{59292037-24EF-4ED8-A9BC-D447FF433A51}" srcOrd="1" destOrd="0" presId="urn:microsoft.com/office/officeart/2009/3/layout/PieProcess"/>
    <dgm:cxn modelId="{53034C85-4EFC-464A-92D3-EB9C9C5B4C2B}" type="presParOf" srcId="{105D66A3-FFAA-4F01-8291-3152572D9595}" destId="{0275907F-EBCF-470A-824A-393965A00ED7}" srcOrd="2" destOrd="0" presId="urn:microsoft.com/office/officeart/2009/3/layout/PieProcess"/>
    <dgm:cxn modelId="{1EBD0476-C211-442F-9A63-57DA5FAB2A6A}" type="presParOf" srcId="{F3D76839-75E3-46E0-A4E9-12BF45608798}" destId="{2FFDF7A2-E700-4D51-83BB-D0E821E0DD3D}" srcOrd="1" destOrd="0" presId="urn:microsoft.com/office/officeart/2009/3/layout/PieProcess"/>
    <dgm:cxn modelId="{A542D2CA-4CA1-47A2-83D0-494B4984B227}" type="presParOf" srcId="{F3D76839-75E3-46E0-A4E9-12BF45608798}" destId="{F6E8050B-2F66-4EE1-9A07-741BEE7B4F67}" srcOrd="2" destOrd="0" presId="urn:microsoft.com/office/officeart/2009/3/layout/PieProcess"/>
    <dgm:cxn modelId="{BAAA6F9C-8808-4B6E-88D5-DFB4BAF69451}" type="presParOf" srcId="{F6E8050B-2F66-4EE1-9A07-741BEE7B4F67}" destId="{5958B65E-016E-4BA5-B259-0196414C412A}" srcOrd="0" destOrd="0" presId="urn:microsoft.com/office/officeart/2009/3/layout/PieProcess"/>
    <dgm:cxn modelId="{7F60994F-213D-43D8-ABFF-7250F507AD93}" type="presParOf" srcId="{F3D76839-75E3-46E0-A4E9-12BF45608798}" destId="{6A696E12-489D-42F3-A242-E6366430D36F}" srcOrd="3" destOrd="0" presId="urn:microsoft.com/office/officeart/2009/3/layout/PieProcess"/>
    <dgm:cxn modelId="{3C7631F6-ED65-43BB-9507-69E1B302E3B7}" type="presParOf" srcId="{F3D76839-75E3-46E0-A4E9-12BF45608798}" destId="{87BB69CA-5841-4A6D-AC0E-049DD426C7CE}" srcOrd="4" destOrd="0" presId="urn:microsoft.com/office/officeart/2009/3/layout/PieProcess"/>
    <dgm:cxn modelId="{775B4F54-D884-45FD-AB7D-5AA7676AE51F}" type="presParOf" srcId="{87BB69CA-5841-4A6D-AC0E-049DD426C7CE}" destId="{125CE939-E519-4258-B4F3-7835E8FA1C60}" srcOrd="0" destOrd="0" presId="urn:microsoft.com/office/officeart/2009/3/layout/PieProcess"/>
    <dgm:cxn modelId="{8F4BEDBB-6689-43D0-A253-D85F8AAFDE39}" type="presParOf" srcId="{87BB69CA-5841-4A6D-AC0E-049DD426C7CE}" destId="{588FCF7B-9FAF-4EFC-AE8E-1519746BB3B8}" srcOrd="1" destOrd="0" presId="urn:microsoft.com/office/officeart/2009/3/layout/PieProcess"/>
    <dgm:cxn modelId="{80B33CE7-86FE-4A07-8586-48CBB9728BC5}" type="presParOf" srcId="{87BB69CA-5841-4A6D-AC0E-049DD426C7CE}" destId="{58D73A6C-0C75-4818-94E6-25F1D26D151A}" srcOrd="2" destOrd="0" presId="urn:microsoft.com/office/officeart/2009/3/layout/PieProcess"/>
    <dgm:cxn modelId="{7CAAEA57-1D46-4D03-A505-880B5D3A053E}" type="presParOf" srcId="{F3D76839-75E3-46E0-A4E9-12BF45608798}" destId="{CB1332EB-3EE0-4E67-B7A4-4D676A2F1223}" srcOrd="5" destOrd="0" presId="urn:microsoft.com/office/officeart/2009/3/layout/PieProcess"/>
    <dgm:cxn modelId="{7E931525-489D-4BD0-AE20-DE88301C7202}" type="presParOf" srcId="{F3D76839-75E3-46E0-A4E9-12BF45608798}" destId="{DABE190D-F02F-4906-AE3F-7942510A78FB}" srcOrd="6" destOrd="0" presId="urn:microsoft.com/office/officeart/2009/3/layout/PieProcess"/>
    <dgm:cxn modelId="{F996FE9E-DB9B-4C76-B020-AF935FD85596}" type="presParOf" srcId="{DABE190D-F02F-4906-AE3F-7942510A78FB}" destId="{F4DAAB7C-9D7B-4590-AF15-D938F2F6603B}" srcOrd="0" destOrd="0" presId="urn:microsoft.com/office/officeart/2009/3/layout/PieProcess"/>
    <dgm:cxn modelId="{C3F1CD2D-4BEF-41D0-B565-9FB2028AC4D2}" type="presParOf" srcId="{F3D76839-75E3-46E0-A4E9-12BF45608798}" destId="{0E59A9D7-ACF5-4B17-9AFD-0972CF9662E2}" srcOrd="7" destOrd="0" presId="urn:microsoft.com/office/officeart/2009/3/layout/PieProcess"/>
    <dgm:cxn modelId="{CCD62908-EDB8-41F4-B2FF-7EEC594D9B13}" type="presParOf" srcId="{F3D76839-75E3-46E0-A4E9-12BF45608798}" destId="{4FC5874D-868C-4249-9F9A-E8BA7653F7D8}" srcOrd="8" destOrd="0" presId="urn:microsoft.com/office/officeart/2009/3/layout/PieProcess"/>
    <dgm:cxn modelId="{A0806FBC-71C4-4E00-BA66-26EF123A2010}" type="presParOf" srcId="{4FC5874D-868C-4249-9F9A-E8BA7653F7D8}" destId="{7E1AF38C-3E8A-4590-9DD4-DEEA63587154}" srcOrd="0" destOrd="0" presId="urn:microsoft.com/office/officeart/2009/3/layout/PieProcess"/>
    <dgm:cxn modelId="{565E0E4A-B4DB-4CF3-9037-44CBE58C78DF}" type="presParOf" srcId="{4FC5874D-868C-4249-9F9A-E8BA7653F7D8}" destId="{65F52BDD-12EC-417E-AC8E-803B01C213B0}" srcOrd="1" destOrd="0" presId="urn:microsoft.com/office/officeart/2009/3/layout/PieProcess"/>
    <dgm:cxn modelId="{D66D2B04-138B-407B-BC88-5D5924382AA5}" type="presParOf" srcId="{4FC5874D-868C-4249-9F9A-E8BA7653F7D8}" destId="{52C23ADC-F525-49B8-993A-180DB245016C}" srcOrd="2" destOrd="0" presId="urn:microsoft.com/office/officeart/2009/3/layout/PieProcess"/>
    <dgm:cxn modelId="{DFAE1BFA-B662-4F37-B327-DDCBAE87C660}" type="presParOf" srcId="{F3D76839-75E3-46E0-A4E9-12BF45608798}" destId="{DF3B88E9-446E-40F9-8902-46E18BEDDDB4}" srcOrd="9" destOrd="0" presId="urn:microsoft.com/office/officeart/2009/3/layout/PieProcess"/>
    <dgm:cxn modelId="{EE1F54CB-B6D7-4177-AA73-8B02B145547B}" type="presParOf" srcId="{F3D76839-75E3-46E0-A4E9-12BF45608798}" destId="{C1351E68-6864-4F75-8D74-D5825582CE6E}" srcOrd="10" destOrd="0" presId="urn:microsoft.com/office/officeart/2009/3/layout/PieProcess"/>
    <dgm:cxn modelId="{264A7AF1-DB70-4B00-9044-44B90B34863D}" type="presParOf" srcId="{C1351E68-6864-4F75-8D74-D5825582CE6E}" destId="{380694D9-18A2-4124-9547-34A632A2E601}" srcOrd="0" destOrd="0" presId="urn:microsoft.com/office/officeart/2009/3/layout/PieProcess"/>
    <dgm:cxn modelId="{BAEE36AA-C5FB-4F92-AB33-B99506112792}" type="presParOf" srcId="{F3D76839-75E3-46E0-A4E9-12BF45608798}" destId="{3BC0401E-B18B-40F3-9F3C-254B7C024F02}" srcOrd="11" destOrd="0" presId="urn:microsoft.com/office/officeart/2009/3/layout/PieProcess"/>
    <dgm:cxn modelId="{DA66CE03-9C9F-472E-ACF1-0C1B181555FF}" type="presParOf" srcId="{F3D76839-75E3-46E0-A4E9-12BF45608798}" destId="{737906C9-D6CA-4CF3-AD5D-3A28CF057554}" srcOrd="12" destOrd="0" presId="urn:microsoft.com/office/officeart/2009/3/layout/PieProcess"/>
    <dgm:cxn modelId="{872B73FD-C731-4D58-B0CC-BCD6D555964D}" type="presParOf" srcId="{737906C9-D6CA-4CF3-AD5D-3A28CF057554}" destId="{D627D76C-3D72-41F5-B92A-70B420484FD5}" srcOrd="0" destOrd="0" presId="urn:microsoft.com/office/officeart/2009/3/layout/PieProcess"/>
    <dgm:cxn modelId="{38095740-5D8E-4B8B-8E0D-853D91E74729}" type="presParOf" srcId="{737906C9-D6CA-4CF3-AD5D-3A28CF057554}" destId="{03AF4712-C202-4897-8861-7D1B2AE25E60}" srcOrd="1" destOrd="0" presId="urn:microsoft.com/office/officeart/2009/3/layout/PieProcess"/>
    <dgm:cxn modelId="{0EFF9D1F-BCED-4A56-9619-0FA1470FC5BF}" type="presParOf" srcId="{737906C9-D6CA-4CF3-AD5D-3A28CF057554}" destId="{F776D55C-78E3-4C4C-85A9-B2EA442A268E}" srcOrd="2" destOrd="0" presId="urn:microsoft.com/office/officeart/2009/3/layout/PieProcess"/>
    <dgm:cxn modelId="{EBF62825-6F29-46B1-B46A-25FEDE84F957}" type="presParOf" srcId="{F3D76839-75E3-46E0-A4E9-12BF45608798}" destId="{7381F752-77BE-4CCF-8AF7-D8A9BDED3501}" srcOrd="13" destOrd="0" presId="urn:microsoft.com/office/officeart/2009/3/layout/PieProcess"/>
    <dgm:cxn modelId="{EA3BCA5A-E59F-4945-847F-A5F83B7B2F83}" type="presParOf" srcId="{F3D76839-75E3-46E0-A4E9-12BF45608798}" destId="{622ED391-FD0B-4113-9AD3-9D3FED7F865D}" srcOrd="14" destOrd="0" presId="urn:microsoft.com/office/officeart/2009/3/layout/PieProcess"/>
    <dgm:cxn modelId="{0CCAC2CA-588C-4B76-B0F6-7A66160E95BA}" type="presParOf" srcId="{622ED391-FD0B-4113-9AD3-9D3FED7F865D}" destId="{78CAFBCF-8D9A-4F53-8954-29724D0D60A5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FC629C-4357-48DB-916F-41857596CE2D}" type="doc">
      <dgm:prSet loTypeId="urn:microsoft.com/office/officeart/2009/3/layout/PieProcess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C22CCAA9-9394-48FE-8DD3-AFD37CC488F9}">
      <dgm:prSet phldrT="[Text]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 dirty="0"/>
            <a:t>Unordered Set</a:t>
          </a:r>
          <a:endParaRPr lang="en-IN" dirty="0"/>
        </a:p>
      </dgm:t>
    </dgm:pt>
    <dgm:pt modelId="{A65D487E-98B3-4D38-AA57-9A311B53F101}" type="parTrans" cxnId="{AB4366EE-B15C-4A9D-ADDF-9F5DF75896F6}">
      <dgm:prSet/>
      <dgm:spPr/>
      <dgm:t>
        <a:bodyPr/>
        <a:lstStyle/>
        <a:p>
          <a:endParaRPr lang="en-IN"/>
        </a:p>
      </dgm:t>
    </dgm:pt>
    <dgm:pt modelId="{4658F37D-A8DD-415B-BAB5-1EA7BFD25497}" type="sibTrans" cxnId="{AB4366EE-B15C-4A9D-ADDF-9F5DF75896F6}">
      <dgm:prSet/>
      <dgm:spPr/>
      <dgm:t>
        <a:bodyPr/>
        <a:lstStyle/>
        <a:p>
          <a:endParaRPr lang="en-IN"/>
        </a:p>
      </dgm:t>
    </dgm:pt>
    <dgm:pt modelId="{401A6E69-7DDB-4C2C-9796-AB3BFE32A901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dirty="0"/>
            <a:t>Stores </a:t>
          </a:r>
          <a:r>
            <a:rPr lang="en-IN" b="1" dirty="0"/>
            <a:t>unique keys</a:t>
          </a:r>
          <a:r>
            <a:rPr lang="en-IN" dirty="0"/>
            <a:t>.</a:t>
          </a:r>
        </a:p>
      </dgm:t>
    </dgm:pt>
    <dgm:pt modelId="{569409DD-0118-46DB-8B1E-1DDDED3F2007}" type="parTrans" cxnId="{125B31C4-6EF5-4927-A4EB-9B16464396EC}">
      <dgm:prSet/>
      <dgm:spPr/>
      <dgm:t>
        <a:bodyPr/>
        <a:lstStyle/>
        <a:p>
          <a:endParaRPr lang="en-IN"/>
        </a:p>
      </dgm:t>
    </dgm:pt>
    <dgm:pt modelId="{B00CFA5F-D083-4FF6-97D7-71A28F3F8D79}" type="sibTrans" cxnId="{125B31C4-6EF5-4927-A4EB-9B16464396EC}">
      <dgm:prSet/>
      <dgm:spPr/>
      <dgm:t>
        <a:bodyPr/>
        <a:lstStyle/>
        <a:p>
          <a:endParaRPr lang="en-IN"/>
        </a:p>
      </dgm:t>
    </dgm:pt>
    <dgm:pt modelId="{AFC21E79-F3AD-41A5-8930-B26F1A7E24D7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dirty="0"/>
            <a:t>Uses </a:t>
          </a:r>
          <a:r>
            <a:rPr lang="en-IN" b="1" dirty="0"/>
            <a:t>hash table</a:t>
          </a:r>
          <a:r>
            <a:rPr lang="en-IN" dirty="0"/>
            <a:t>.</a:t>
          </a:r>
        </a:p>
      </dgm:t>
    </dgm:pt>
    <dgm:pt modelId="{3D89636C-BA42-4AF9-AC86-92867DD97AE8}" type="parTrans" cxnId="{DA29182A-76E0-4214-AC7B-E5A1BB84EE06}">
      <dgm:prSet/>
      <dgm:spPr/>
      <dgm:t>
        <a:bodyPr/>
        <a:lstStyle/>
        <a:p>
          <a:endParaRPr lang="en-IN"/>
        </a:p>
      </dgm:t>
    </dgm:pt>
    <dgm:pt modelId="{EF196614-6848-4C4B-A851-A9F92F39FC41}" type="sibTrans" cxnId="{DA29182A-76E0-4214-AC7B-E5A1BB84EE06}">
      <dgm:prSet/>
      <dgm:spPr/>
      <dgm:t>
        <a:bodyPr/>
        <a:lstStyle/>
        <a:p>
          <a:endParaRPr lang="en-IN"/>
        </a:p>
      </dgm:t>
    </dgm:pt>
    <dgm:pt modelId="{4BAE3D6E-AD43-4552-BC45-66694166FCA4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Fast insertion, deletion, and search</a:t>
          </a:r>
          <a:r>
            <a:rPr lang="en-IN"/>
            <a:t>.</a:t>
          </a:r>
        </a:p>
      </dgm:t>
    </dgm:pt>
    <dgm:pt modelId="{8E55DF79-28FF-4D3B-8B86-DBA60A2FA3CB}" type="parTrans" cxnId="{5C1A2790-85DC-4DB5-A0AC-B0E5FC698291}">
      <dgm:prSet/>
      <dgm:spPr/>
      <dgm:t>
        <a:bodyPr/>
        <a:lstStyle/>
        <a:p>
          <a:endParaRPr lang="en-IN"/>
        </a:p>
      </dgm:t>
    </dgm:pt>
    <dgm:pt modelId="{8525715D-73E2-450D-9846-39BD55A448E2}" type="sibTrans" cxnId="{5C1A2790-85DC-4DB5-A0AC-B0E5FC698291}">
      <dgm:prSet/>
      <dgm:spPr/>
      <dgm:t>
        <a:bodyPr/>
        <a:lstStyle/>
        <a:p>
          <a:endParaRPr lang="en-IN"/>
        </a:p>
      </dgm:t>
    </dgm:pt>
    <dgm:pt modelId="{8FA37E43-20ED-44ED-8C00-FF456E925C9C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No specific order</a:t>
          </a:r>
          <a:r>
            <a:rPr lang="en-IN"/>
            <a:t>.</a:t>
          </a:r>
        </a:p>
      </dgm:t>
    </dgm:pt>
    <dgm:pt modelId="{48D6F249-520C-40CF-9779-EB68B25419A2}" type="parTrans" cxnId="{666F8181-4960-4C2C-B4A7-4F626AEDBE20}">
      <dgm:prSet/>
      <dgm:spPr/>
      <dgm:t>
        <a:bodyPr/>
        <a:lstStyle/>
        <a:p>
          <a:endParaRPr lang="en-IN"/>
        </a:p>
      </dgm:t>
    </dgm:pt>
    <dgm:pt modelId="{2DBC926D-CA46-4B23-96D0-FD3D6EEDC0E4}" type="sibTrans" cxnId="{666F8181-4960-4C2C-B4A7-4F626AEDBE20}">
      <dgm:prSet/>
      <dgm:spPr/>
      <dgm:t>
        <a:bodyPr/>
        <a:lstStyle/>
        <a:p>
          <a:endParaRPr lang="en-IN"/>
        </a:p>
      </dgm:t>
    </dgm:pt>
    <dgm:pt modelId="{3AA9E6DA-94DB-4096-99C3-25B00D0D65B9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Unordered Multiset</a:t>
          </a:r>
          <a:endParaRPr lang="en-IN"/>
        </a:p>
      </dgm:t>
    </dgm:pt>
    <dgm:pt modelId="{54EC4EEE-9359-4522-AB07-E90B2B2AAC7B}" type="parTrans" cxnId="{B7D7CE1C-5176-4761-A33F-61BB6DBD0185}">
      <dgm:prSet/>
      <dgm:spPr/>
      <dgm:t>
        <a:bodyPr/>
        <a:lstStyle/>
        <a:p>
          <a:endParaRPr lang="en-IN"/>
        </a:p>
      </dgm:t>
    </dgm:pt>
    <dgm:pt modelId="{7C7AE38C-88C1-4CB5-8EAA-64D81975055F}" type="sibTrans" cxnId="{B7D7CE1C-5176-4761-A33F-61BB6DBD0185}">
      <dgm:prSet/>
      <dgm:spPr/>
      <dgm:t>
        <a:bodyPr/>
        <a:lstStyle/>
        <a:p>
          <a:endParaRPr lang="en-IN"/>
        </a:p>
      </dgm:t>
    </dgm:pt>
    <dgm:pt modelId="{4E16D37F-006D-45F4-BC57-07361FF3E0F0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/>
            <a:t>Like unordered set, but </a:t>
          </a:r>
          <a:r>
            <a:rPr lang="en-US" b="1"/>
            <a:t>allows duplicates</a:t>
          </a:r>
          <a:r>
            <a:rPr lang="en-US"/>
            <a:t>.</a:t>
          </a:r>
        </a:p>
      </dgm:t>
    </dgm:pt>
    <dgm:pt modelId="{057DD35C-0668-4C92-809A-9EC036B31A1B}" type="parTrans" cxnId="{282A528A-85FC-459C-9D7A-330A8D916B34}">
      <dgm:prSet/>
      <dgm:spPr/>
      <dgm:t>
        <a:bodyPr/>
        <a:lstStyle/>
        <a:p>
          <a:endParaRPr lang="en-IN"/>
        </a:p>
      </dgm:t>
    </dgm:pt>
    <dgm:pt modelId="{62C075E0-0C96-468F-9024-A8FD2FE5221C}" type="sibTrans" cxnId="{282A528A-85FC-459C-9D7A-330A8D916B34}">
      <dgm:prSet/>
      <dgm:spPr/>
      <dgm:t>
        <a:bodyPr/>
        <a:lstStyle/>
        <a:p>
          <a:endParaRPr lang="en-IN"/>
        </a:p>
      </dgm:t>
    </dgm:pt>
    <dgm:pt modelId="{9E757853-8B8C-4B9B-9E37-B21A3274DE59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Unordered Map</a:t>
          </a:r>
          <a:endParaRPr lang="en-IN"/>
        </a:p>
      </dgm:t>
    </dgm:pt>
    <dgm:pt modelId="{D200AAE0-B281-46E8-9A4A-1A236EA74E10}" type="parTrans" cxnId="{1B59F0A9-58EB-40C5-8453-8A6381DAE07D}">
      <dgm:prSet/>
      <dgm:spPr/>
      <dgm:t>
        <a:bodyPr/>
        <a:lstStyle/>
        <a:p>
          <a:endParaRPr lang="en-IN"/>
        </a:p>
      </dgm:t>
    </dgm:pt>
    <dgm:pt modelId="{707E8BA9-9CB3-4327-804F-AECAFA4276B6}" type="sibTrans" cxnId="{1B59F0A9-58EB-40C5-8453-8A6381DAE07D}">
      <dgm:prSet/>
      <dgm:spPr/>
      <dgm:t>
        <a:bodyPr/>
        <a:lstStyle/>
        <a:p>
          <a:endParaRPr lang="en-IN"/>
        </a:p>
      </dgm:t>
    </dgm:pt>
    <dgm:pt modelId="{12746CF9-84D6-41AD-B65C-CCC71C73D00E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/>
            <a:t>Stores </a:t>
          </a:r>
          <a:r>
            <a:rPr lang="en-IN" b="1"/>
            <a:t>key-value pairs</a:t>
          </a:r>
          <a:r>
            <a:rPr lang="en-IN"/>
            <a:t>.</a:t>
          </a:r>
        </a:p>
      </dgm:t>
    </dgm:pt>
    <dgm:pt modelId="{0F0EBD6C-D957-4014-8BE6-0A0B25A6D8A6}" type="parTrans" cxnId="{7323BB31-6FF6-42F1-8B58-E104A260D39B}">
      <dgm:prSet/>
      <dgm:spPr/>
      <dgm:t>
        <a:bodyPr/>
        <a:lstStyle/>
        <a:p>
          <a:endParaRPr lang="en-IN"/>
        </a:p>
      </dgm:t>
    </dgm:pt>
    <dgm:pt modelId="{C4873A51-B01D-4A4B-91A7-FEBEC24A89DD}" type="sibTrans" cxnId="{7323BB31-6FF6-42F1-8B58-E104A260D39B}">
      <dgm:prSet/>
      <dgm:spPr/>
      <dgm:t>
        <a:bodyPr/>
        <a:lstStyle/>
        <a:p>
          <a:endParaRPr lang="en-IN"/>
        </a:p>
      </dgm:t>
    </dgm:pt>
    <dgm:pt modelId="{52D784C7-4788-4040-A5B9-768B7784DBEC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/>
            <a:t>Keys are </a:t>
          </a:r>
          <a:r>
            <a:rPr lang="en-IN" b="1"/>
            <a:t>unique</a:t>
          </a:r>
          <a:r>
            <a:rPr lang="en-IN"/>
            <a:t>.</a:t>
          </a:r>
        </a:p>
      </dgm:t>
    </dgm:pt>
    <dgm:pt modelId="{17586CBB-5391-4D9E-A931-B85ECDE34046}" type="parTrans" cxnId="{F18CB1F5-3D93-4B63-8600-7BD860D9200E}">
      <dgm:prSet/>
      <dgm:spPr/>
      <dgm:t>
        <a:bodyPr/>
        <a:lstStyle/>
        <a:p>
          <a:endParaRPr lang="en-IN"/>
        </a:p>
      </dgm:t>
    </dgm:pt>
    <dgm:pt modelId="{E4AF014E-A9BC-4224-982B-DE9915A2EB70}" type="sibTrans" cxnId="{F18CB1F5-3D93-4B63-8600-7BD860D9200E}">
      <dgm:prSet/>
      <dgm:spPr/>
      <dgm:t>
        <a:bodyPr/>
        <a:lstStyle/>
        <a:p>
          <a:endParaRPr lang="en-IN"/>
        </a:p>
      </dgm:t>
    </dgm:pt>
    <dgm:pt modelId="{8F6604C2-6AAA-41F8-ADDF-D447C99C1F51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/>
            <a:t>Uses </a:t>
          </a:r>
          <a:r>
            <a:rPr lang="en-US" b="1"/>
            <a:t>hashing</a:t>
          </a:r>
          <a:r>
            <a:rPr lang="en-US"/>
            <a:t> to access values quickly.</a:t>
          </a:r>
        </a:p>
      </dgm:t>
    </dgm:pt>
    <dgm:pt modelId="{08D6C768-D157-4ED1-9B75-197DE9C0468D}" type="parTrans" cxnId="{F2EB0AA1-68EF-4830-9AF0-69234B6D0E76}">
      <dgm:prSet/>
      <dgm:spPr/>
      <dgm:t>
        <a:bodyPr/>
        <a:lstStyle/>
        <a:p>
          <a:endParaRPr lang="en-IN"/>
        </a:p>
      </dgm:t>
    </dgm:pt>
    <dgm:pt modelId="{170F8252-4178-4512-8561-BFB735FDAF1E}" type="sibTrans" cxnId="{F2EB0AA1-68EF-4830-9AF0-69234B6D0E76}">
      <dgm:prSet/>
      <dgm:spPr/>
      <dgm:t>
        <a:bodyPr/>
        <a:lstStyle/>
        <a:p>
          <a:endParaRPr lang="en-IN"/>
        </a:p>
      </dgm:t>
    </dgm:pt>
    <dgm:pt modelId="{9A2AA087-55EE-4880-8579-05D8DA236C45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b="1"/>
            <a:t>Unordered Multimap</a:t>
          </a:r>
          <a:endParaRPr lang="en-IN"/>
        </a:p>
      </dgm:t>
    </dgm:pt>
    <dgm:pt modelId="{9F971872-C3D7-42F4-A464-9A4737322DAB}" type="parTrans" cxnId="{4660DC0A-1A44-433F-B1B3-32E6229D8CCB}">
      <dgm:prSet/>
      <dgm:spPr/>
      <dgm:t>
        <a:bodyPr/>
        <a:lstStyle/>
        <a:p>
          <a:endParaRPr lang="en-IN"/>
        </a:p>
      </dgm:t>
    </dgm:pt>
    <dgm:pt modelId="{64DF7904-36AE-4CA0-83F1-1C2BF83B83E5}" type="sibTrans" cxnId="{4660DC0A-1A44-433F-B1B3-32E6229D8CCB}">
      <dgm:prSet/>
      <dgm:spPr/>
      <dgm:t>
        <a:bodyPr/>
        <a:lstStyle/>
        <a:p>
          <a:endParaRPr lang="en-IN"/>
        </a:p>
      </dgm:t>
    </dgm:pt>
    <dgm:pt modelId="{DCD0CEC1-C5E6-40B2-9249-72111198EFB7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Like unordered map, but </a:t>
          </a:r>
          <a:r>
            <a:rPr lang="en-US" b="1" dirty="0"/>
            <a:t>allows multiple values for the same key</a:t>
          </a:r>
          <a:r>
            <a:rPr lang="en-US" dirty="0"/>
            <a:t>.</a:t>
          </a:r>
        </a:p>
      </dgm:t>
    </dgm:pt>
    <dgm:pt modelId="{BB389048-46C1-4C3A-AFF1-72389CD3B581}" type="parTrans" cxnId="{8E186AB7-27A9-401E-A9C4-1CC468C4E8E6}">
      <dgm:prSet/>
      <dgm:spPr/>
      <dgm:t>
        <a:bodyPr/>
        <a:lstStyle/>
        <a:p>
          <a:endParaRPr lang="en-IN"/>
        </a:p>
      </dgm:t>
    </dgm:pt>
    <dgm:pt modelId="{481BC347-5D4E-4CCA-89B6-AF9319F34C7F}" type="sibTrans" cxnId="{8E186AB7-27A9-401E-A9C4-1CC468C4E8E6}">
      <dgm:prSet/>
      <dgm:spPr/>
      <dgm:t>
        <a:bodyPr/>
        <a:lstStyle/>
        <a:p>
          <a:endParaRPr lang="en-IN"/>
        </a:p>
      </dgm:t>
    </dgm:pt>
    <dgm:pt modelId="{3293ACAC-856F-41A9-937B-B13A0983738B}" type="pres">
      <dgm:prSet presAssocID="{2AFC629C-4357-48DB-916F-41857596CE2D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84ED3979-2D6D-48B3-86C1-16C895442417}" type="pres">
      <dgm:prSet presAssocID="{C22CCAA9-9394-48FE-8DD3-AFD37CC488F9}" presName="ParentComposite" presStyleCnt="0"/>
      <dgm:spPr/>
    </dgm:pt>
    <dgm:pt modelId="{30C3B0D8-1AE3-4E78-973C-3A2E2FA29CD7}" type="pres">
      <dgm:prSet presAssocID="{C22CCAA9-9394-48FE-8DD3-AFD37CC488F9}" presName="Chord" presStyleLbl="bgShp" presStyleIdx="0" presStyleCnt="4"/>
      <dgm:spPr/>
    </dgm:pt>
    <dgm:pt modelId="{EED6BE86-DD9C-4CF4-8BD7-C7715FDB5792}" type="pres">
      <dgm:prSet presAssocID="{C22CCAA9-9394-48FE-8DD3-AFD37CC488F9}" presName="Pie" presStyleLbl="alignNode1" presStyleIdx="0" presStyleCnt="4"/>
      <dgm:spPr/>
    </dgm:pt>
    <dgm:pt modelId="{1C599743-B9C2-4210-AADF-C0AD2DA3D7F4}" type="pres">
      <dgm:prSet presAssocID="{C22CCAA9-9394-48FE-8DD3-AFD37CC488F9}" presName="Parent" presStyleLbl="revTx" presStyleIdx="0" presStyleCnt="8">
        <dgm:presLayoutVars>
          <dgm:chMax val="1"/>
          <dgm:chPref val="1"/>
          <dgm:bulletEnabled val="1"/>
        </dgm:presLayoutVars>
      </dgm:prSet>
      <dgm:spPr/>
    </dgm:pt>
    <dgm:pt modelId="{986F79CF-9286-49CF-B256-1AD1E45209E4}" type="pres">
      <dgm:prSet presAssocID="{B00CFA5F-D083-4FF6-97D7-71A28F3F8D79}" presName="negSibTrans" presStyleCnt="0"/>
      <dgm:spPr/>
    </dgm:pt>
    <dgm:pt modelId="{288D5E29-756B-4A32-BB48-703ABA84B0F7}" type="pres">
      <dgm:prSet presAssocID="{C22CCAA9-9394-48FE-8DD3-AFD37CC488F9}" presName="composite" presStyleCnt="0"/>
      <dgm:spPr/>
    </dgm:pt>
    <dgm:pt modelId="{4C5BD87F-9BC8-41D5-BBE8-FCAEE48BD940}" type="pres">
      <dgm:prSet presAssocID="{C22CCAA9-9394-48FE-8DD3-AFD37CC488F9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995062CA-CBD6-492D-B832-BEADD3AA0A08}" type="pres">
      <dgm:prSet presAssocID="{4658F37D-A8DD-415B-BAB5-1EA7BFD25497}" presName="sibTrans" presStyleCnt="0"/>
      <dgm:spPr/>
    </dgm:pt>
    <dgm:pt modelId="{CB54341E-9D9D-4D78-8B9D-7076516A31DD}" type="pres">
      <dgm:prSet presAssocID="{3AA9E6DA-94DB-4096-99C3-25B00D0D65B9}" presName="ParentComposite" presStyleCnt="0"/>
      <dgm:spPr/>
    </dgm:pt>
    <dgm:pt modelId="{4B6DEE22-7133-45A4-9F90-19DD40F60CF9}" type="pres">
      <dgm:prSet presAssocID="{3AA9E6DA-94DB-4096-99C3-25B00D0D65B9}" presName="Chord" presStyleLbl="bgShp" presStyleIdx="1" presStyleCnt="4"/>
      <dgm:spPr/>
    </dgm:pt>
    <dgm:pt modelId="{C4705000-F7F6-48E9-A146-E4122DB7BF27}" type="pres">
      <dgm:prSet presAssocID="{3AA9E6DA-94DB-4096-99C3-25B00D0D65B9}" presName="Pie" presStyleLbl="alignNode1" presStyleIdx="1" presStyleCnt="4"/>
      <dgm:spPr/>
    </dgm:pt>
    <dgm:pt modelId="{8E403DF2-B10F-46DF-8A94-50623A915F69}" type="pres">
      <dgm:prSet presAssocID="{3AA9E6DA-94DB-4096-99C3-25B00D0D65B9}" presName="Parent" presStyleLbl="revTx" presStyleIdx="2" presStyleCnt="8">
        <dgm:presLayoutVars>
          <dgm:chMax val="1"/>
          <dgm:chPref val="1"/>
          <dgm:bulletEnabled val="1"/>
        </dgm:presLayoutVars>
      </dgm:prSet>
      <dgm:spPr/>
    </dgm:pt>
    <dgm:pt modelId="{B83751CF-E2C4-4F57-BA69-38C313FC1531}" type="pres">
      <dgm:prSet presAssocID="{62C075E0-0C96-468F-9024-A8FD2FE5221C}" presName="negSibTrans" presStyleCnt="0"/>
      <dgm:spPr/>
    </dgm:pt>
    <dgm:pt modelId="{BE292734-A951-4D5C-810A-999DF8EF58DD}" type="pres">
      <dgm:prSet presAssocID="{3AA9E6DA-94DB-4096-99C3-25B00D0D65B9}" presName="composite" presStyleCnt="0"/>
      <dgm:spPr/>
    </dgm:pt>
    <dgm:pt modelId="{703A7946-F0F3-48BC-96C3-271D8C37F6A0}" type="pres">
      <dgm:prSet presAssocID="{3AA9E6DA-94DB-4096-99C3-25B00D0D65B9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D0E0D9EE-5A43-4378-A69D-67A73A572F26}" type="pres">
      <dgm:prSet presAssocID="{7C7AE38C-88C1-4CB5-8EAA-64D81975055F}" presName="sibTrans" presStyleCnt="0"/>
      <dgm:spPr/>
    </dgm:pt>
    <dgm:pt modelId="{D5426B61-9D38-4507-8C79-F7CD6718643B}" type="pres">
      <dgm:prSet presAssocID="{9E757853-8B8C-4B9B-9E37-B21A3274DE59}" presName="ParentComposite" presStyleCnt="0"/>
      <dgm:spPr/>
    </dgm:pt>
    <dgm:pt modelId="{B9B52DDD-521C-4F64-9578-5F51C421664E}" type="pres">
      <dgm:prSet presAssocID="{9E757853-8B8C-4B9B-9E37-B21A3274DE59}" presName="Chord" presStyleLbl="bgShp" presStyleIdx="2" presStyleCnt="4"/>
      <dgm:spPr/>
    </dgm:pt>
    <dgm:pt modelId="{36518B56-2559-4721-8487-6AF02230AE31}" type="pres">
      <dgm:prSet presAssocID="{9E757853-8B8C-4B9B-9E37-B21A3274DE59}" presName="Pie" presStyleLbl="alignNode1" presStyleIdx="2" presStyleCnt="4"/>
      <dgm:spPr/>
    </dgm:pt>
    <dgm:pt modelId="{5B9B2596-6600-4AD0-9901-CA184F062306}" type="pres">
      <dgm:prSet presAssocID="{9E757853-8B8C-4B9B-9E37-B21A3274DE59}" presName="Parent" presStyleLbl="revTx" presStyleIdx="4" presStyleCnt="8">
        <dgm:presLayoutVars>
          <dgm:chMax val="1"/>
          <dgm:chPref val="1"/>
          <dgm:bulletEnabled val="1"/>
        </dgm:presLayoutVars>
      </dgm:prSet>
      <dgm:spPr/>
    </dgm:pt>
    <dgm:pt modelId="{38C3CB0D-C7CB-4D9B-B7F5-B51E47DD6B61}" type="pres">
      <dgm:prSet presAssocID="{C4873A51-B01D-4A4B-91A7-FEBEC24A89DD}" presName="negSibTrans" presStyleCnt="0"/>
      <dgm:spPr/>
    </dgm:pt>
    <dgm:pt modelId="{46E2D16D-45F2-44FD-AF98-24E9AF80A3EB}" type="pres">
      <dgm:prSet presAssocID="{9E757853-8B8C-4B9B-9E37-B21A3274DE59}" presName="composite" presStyleCnt="0"/>
      <dgm:spPr/>
    </dgm:pt>
    <dgm:pt modelId="{B8CF2A36-A7BB-434C-AB4A-95453CBDF607}" type="pres">
      <dgm:prSet presAssocID="{9E757853-8B8C-4B9B-9E37-B21A3274DE59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1BFC752E-E249-41AB-903F-0211DDDB05C8}" type="pres">
      <dgm:prSet presAssocID="{707E8BA9-9CB3-4327-804F-AECAFA4276B6}" presName="sibTrans" presStyleCnt="0"/>
      <dgm:spPr/>
    </dgm:pt>
    <dgm:pt modelId="{E850850B-F63D-4BF2-9A77-A256DE544356}" type="pres">
      <dgm:prSet presAssocID="{9A2AA087-55EE-4880-8579-05D8DA236C45}" presName="ParentComposite" presStyleCnt="0"/>
      <dgm:spPr/>
    </dgm:pt>
    <dgm:pt modelId="{11DA8822-0308-453C-8F3F-719EBB62D924}" type="pres">
      <dgm:prSet presAssocID="{9A2AA087-55EE-4880-8579-05D8DA236C45}" presName="Chord" presStyleLbl="bgShp" presStyleIdx="3" presStyleCnt="4"/>
      <dgm:spPr/>
    </dgm:pt>
    <dgm:pt modelId="{1E3278E1-BFD4-4345-83B9-50490B5F96B1}" type="pres">
      <dgm:prSet presAssocID="{9A2AA087-55EE-4880-8579-05D8DA236C45}" presName="Pie" presStyleLbl="alignNode1" presStyleIdx="3" presStyleCnt="4"/>
      <dgm:spPr/>
    </dgm:pt>
    <dgm:pt modelId="{EB046FDD-C3BD-4CBF-80D3-2C2DD22472B9}" type="pres">
      <dgm:prSet presAssocID="{9A2AA087-55EE-4880-8579-05D8DA236C45}" presName="Parent" presStyleLbl="revTx" presStyleIdx="6" presStyleCnt="8">
        <dgm:presLayoutVars>
          <dgm:chMax val="1"/>
          <dgm:chPref val="1"/>
          <dgm:bulletEnabled val="1"/>
        </dgm:presLayoutVars>
      </dgm:prSet>
      <dgm:spPr/>
    </dgm:pt>
    <dgm:pt modelId="{0B3DDC1C-EFF7-44D7-8468-A645731677FE}" type="pres">
      <dgm:prSet presAssocID="{481BC347-5D4E-4CCA-89B6-AF9319F34C7F}" presName="negSibTrans" presStyleCnt="0"/>
      <dgm:spPr/>
    </dgm:pt>
    <dgm:pt modelId="{40D5F3A2-A1F5-48DB-AC85-660BA5A959BD}" type="pres">
      <dgm:prSet presAssocID="{9A2AA087-55EE-4880-8579-05D8DA236C45}" presName="composite" presStyleCnt="0"/>
      <dgm:spPr/>
    </dgm:pt>
    <dgm:pt modelId="{D108AE13-78DC-4244-A22F-0681DEB1F391}" type="pres">
      <dgm:prSet presAssocID="{9A2AA087-55EE-4880-8579-05D8DA236C45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4660DC0A-1A44-433F-B1B3-32E6229D8CCB}" srcId="{2AFC629C-4357-48DB-916F-41857596CE2D}" destId="{9A2AA087-55EE-4880-8579-05D8DA236C45}" srcOrd="3" destOrd="0" parTransId="{9F971872-C3D7-42F4-A464-9A4737322DAB}" sibTransId="{64DF7904-36AE-4CA0-83F1-1C2BF83B83E5}"/>
    <dgm:cxn modelId="{B7D7CE1C-5176-4761-A33F-61BB6DBD0185}" srcId="{2AFC629C-4357-48DB-916F-41857596CE2D}" destId="{3AA9E6DA-94DB-4096-99C3-25B00D0D65B9}" srcOrd="1" destOrd="0" parTransId="{54EC4EEE-9359-4522-AB07-E90B2B2AAC7B}" sibTransId="{7C7AE38C-88C1-4CB5-8EAA-64D81975055F}"/>
    <dgm:cxn modelId="{0248E529-0246-4D4D-ACAD-6B33EF6DD3AD}" type="presOf" srcId="{3AA9E6DA-94DB-4096-99C3-25B00D0D65B9}" destId="{8E403DF2-B10F-46DF-8A94-50623A915F69}" srcOrd="0" destOrd="0" presId="urn:microsoft.com/office/officeart/2009/3/layout/PieProcess"/>
    <dgm:cxn modelId="{DA29182A-76E0-4214-AC7B-E5A1BB84EE06}" srcId="{C22CCAA9-9394-48FE-8DD3-AFD37CC488F9}" destId="{AFC21E79-F3AD-41A5-8930-B26F1A7E24D7}" srcOrd="1" destOrd="0" parTransId="{3D89636C-BA42-4AF9-AC86-92867DD97AE8}" sibTransId="{EF196614-6848-4C4B-A851-A9F92F39FC41}"/>
    <dgm:cxn modelId="{7323BB31-6FF6-42F1-8B58-E104A260D39B}" srcId="{9E757853-8B8C-4B9B-9E37-B21A3274DE59}" destId="{12746CF9-84D6-41AD-B65C-CCC71C73D00E}" srcOrd="0" destOrd="0" parTransId="{0F0EBD6C-D957-4014-8BE6-0A0B25A6D8A6}" sibTransId="{C4873A51-B01D-4A4B-91A7-FEBEC24A89DD}"/>
    <dgm:cxn modelId="{68FBB95F-049C-4A6F-A1BB-59FB00917DA7}" type="presOf" srcId="{8FA37E43-20ED-44ED-8C00-FF456E925C9C}" destId="{4C5BD87F-9BC8-41D5-BBE8-FCAEE48BD940}" srcOrd="0" destOrd="3" presId="urn:microsoft.com/office/officeart/2009/3/layout/PieProcess"/>
    <dgm:cxn modelId="{0F795A61-DCF4-41F4-B08B-6EB2DBCE3F8A}" type="presOf" srcId="{2AFC629C-4357-48DB-916F-41857596CE2D}" destId="{3293ACAC-856F-41A9-937B-B13A0983738B}" srcOrd="0" destOrd="0" presId="urn:microsoft.com/office/officeart/2009/3/layout/PieProcess"/>
    <dgm:cxn modelId="{74129E47-6099-41D6-85AD-5619725D9625}" type="presOf" srcId="{12746CF9-84D6-41AD-B65C-CCC71C73D00E}" destId="{B8CF2A36-A7BB-434C-AB4A-95453CBDF607}" srcOrd="0" destOrd="0" presId="urn:microsoft.com/office/officeart/2009/3/layout/PieProcess"/>
    <dgm:cxn modelId="{9EF27C72-4173-4848-90A3-E55B2C94DD92}" type="presOf" srcId="{4BAE3D6E-AD43-4552-BC45-66694166FCA4}" destId="{4C5BD87F-9BC8-41D5-BBE8-FCAEE48BD940}" srcOrd="0" destOrd="2" presId="urn:microsoft.com/office/officeart/2009/3/layout/PieProcess"/>
    <dgm:cxn modelId="{666F8181-4960-4C2C-B4A7-4F626AEDBE20}" srcId="{C22CCAA9-9394-48FE-8DD3-AFD37CC488F9}" destId="{8FA37E43-20ED-44ED-8C00-FF456E925C9C}" srcOrd="3" destOrd="0" parTransId="{48D6F249-520C-40CF-9779-EB68B25419A2}" sibTransId="{2DBC926D-CA46-4B23-96D0-FD3D6EEDC0E4}"/>
    <dgm:cxn modelId="{282A528A-85FC-459C-9D7A-330A8D916B34}" srcId="{3AA9E6DA-94DB-4096-99C3-25B00D0D65B9}" destId="{4E16D37F-006D-45F4-BC57-07361FF3E0F0}" srcOrd="0" destOrd="0" parTransId="{057DD35C-0668-4C92-809A-9EC036B31A1B}" sibTransId="{62C075E0-0C96-468F-9024-A8FD2FE5221C}"/>
    <dgm:cxn modelId="{A325BF8E-8437-4B6F-8DBA-DF85616DF2BC}" type="presOf" srcId="{DCD0CEC1-C5E6-40B2-9249-72111198EFB7}" destId="{D108AE13-78DC-4244-A22F-0681DEB1F391}" srcOrd="0" destOrd="0" presId="urn:microsoft.com/office/officeart/2009/3/layout/PieProcess"/>
    <dgm:cxn modelId="{5C1A2790-85DC-4DB5-A0AC-B0E5FC698291}" srcId="{C22CCAA9-9394-48FE-8DD3-AFD37CC488F9}" destId="{4BAE3D6E-AD43-4552-BC45-66694166FCA4}" srcOrd="2" destOrd="0" parTransId="{8E55DF79-28FF-4D3B-8B86-DBA60A2FA3CB}" sibTransId="{8525715D-73E2-450D-9846-39BD55A448E2}"/>
    <dgm:cxn modelId="{04330D9A-6621-4236-B6C5-AC077F840E56}" type="presOf" srcId="{AFC21E79-F3AD-41A5-8930-B26F1A7E24D7}" destId="{4C5BD87F-9BC8-41D5-BBE8-FCAEE48BD940}" srcOrd="0" destOrd="1" presId="urn:microsoft.com/office/officeart/2009/3/layout/PieProcess"/>
    <dgm:cxn modelId="{F2EB0AA1-68EF-4830-9AF0-69234B6D0E76}" srcId="{9E757853-8B8C-4B9B-9E37-B21A3274DE59}" destId="{8F6604C2-6AAA-41F8-ADDF-D447C99C1F51}" srcOrd="2" destOrd="0" parTransId="{08D6C768-D157-4ED1-9B75-197DE9C0468D}" sibTransId="{170F8252-4178-4512-8561-BFB735FDAF1E}"/>
    <dgm:cxn modelId="{7418BCA1-5E85-47DF-8D72-35D3A10E1C3C}" type="presOf" srcId="{C22CCAA9-9394-48FE-8DD3-AFD37CC488F9}" destId="{1C599743-B9C2-4210-AADF-C0AD2DA3D7F4}" srcOrd="0" destOrd="0" presId="urn:microsoft.com/office/officeart/2009/3/layout/PieProcess"/>
    <dgm:cxn modelId="{27BAA7A3-184F-4CC2-A80C-A8F67E45B13D}" type="presOf" srcId="{9E757853-8B8C-4B9B-9E37-B21A3274DE59}" destId="{5B9B2596-6600-4AD0-9901-CA184F062306}" srcOrd="0" destOrd="0" presId="urn:microsoft.com/office/officeart/2009/3/layout/PieProcess"/>
    <dgm:cxn modelId="{156AD5A6-8040-49E8-A5E1-2539EF9E8D39}" type="presOf" srcId="{52D784C7-4788-4040-A5B9-768B7784DBEC}" destId="{B8CF2A36-A7BB-434C-AB4A-95453CBDF607}" srcOrd="0" destOrd="1" presId="urn:microsoft.com/office/officeart/2009/3/layout/PieProcess"/>
    <dgm:cxn modelId="{1B59F0A9-58EB-40C5-8453-8A6381DAE07D}" srcId="{2AFC629C-4357-48DB-916F-41857596CE2D}" destId="{9E757853-8B8C-4B9B-9E37-B21A3274DE59}" srcOrd="2" destOrd="0" parTransId="{D200AAE0-B281-46E8-9A4A-1A236EA74E10}" sibTransId="{707E8BA9-9CB3-4327-804F-AECAFA4276B6}"/>
    <dgm:cxn modelId="{23713EAE-E314-4499-9E2D-DA9EC0F8DB24}" type="presOf" srcId="{4E16D37F-006D-45F4-BC57-07361FF3E0F0}" destId="{703A7946-F0F3-48BC-96C3-271D8C37F6A0}" srcOrd="0" destOrd="0" presId="urn:microsoft.com/office/officeart/2009/3/layout/PieProcess"/>
    <dgm:cxn modelId="{F28168B5-0CB1-468A-8B0E-56BCF759C9F2}" type="presOf" srcId="{9A2AA087-55EE-4880-8579-05D8DA236C45}" destId="{EB046FDD-C3BD-4CBF-80D3-2C2DD22472B9}" srcOrd="0" destOrd="0" presId="urn:microsoft.com/office/officeart/2009/3/layout/PieProcess"/>
    <dgm:cxn modelId="{8E186AB7-27A9-401E-A9C4-1CC468C4E8E6}" srcId="{9A2AA087-55EE-4880-8579-05D8DA236C45}" destId="{DCD0CEC1-C5E6-40B2-9249-72111198EFB7}" srcOrd="0" destOrd="0" parTransId="{BB389048-46C1-4C3A-AFF1-72389CD3B581}" sibTransId="{481BC347-5D4E-4CCA-89B6-AF9319F34C7F}"/>
    <dgm:cxn modelId="{04A82AB8-A5A5-473D-A2A7-B00BEBA9DF6D}" type="presOf" srcId="{401A6E69-7DDB-4C2C-9796-AB3BFE32A901}" destId="{4C5BD87F-9BC8-41D5-BBE8-FCAEE48BD940}" srcOrd="0" destOrd="0" presId="urn:microsoft.com/office/officeart/2009/3/layout/PieProcess"/>
    <dgm:cxn modelId="{125B31C4-6EF5-4927-A4EB-9B16464396EC}" srcId="{C22CCAA9-9394-48FE-8DD3-AFD37CC488F9}" destId="{401A6E69-7DDB-4C2C-9796-AB3BFE32A901}" srcOrd="0" destOrd="0" parTransId="{569409DD-0118-46DB-8B1E-1DDDED3F2007}" sibTransId="{B00CFA5F-D083-4FF6-97D7-71A28F3F8D79}"/>
    <dgm:cxn modelId="{F0562AD3-91E6-4574-BB6E-284EA9DF9317}" type="presOf" srcId="{8F6604C2-6AAA-41F8-ADDF-D447C99C1F51}" destId="{B8CF2A36-A7BB-434C-AB4A-95453CBDF607}" srcOrd="0" destOrd="2" presId="urn:microsoft.com/office/officeart/2009/3/layout/PieProcess"/>
    <dgm:cxn modelId="{AB4366EE-B15C-4A9D-ADDF-9F5DF75896F6}" srcId="{2AFC629C-4357-48DB-916F-41857596CE2D}" destId="{C22CCAA9-9394-48FE-8DD3-AFD37CC488F9}" srcOrd="0" destOrd="0" parTransId="{A65D487E-98B3-4D38-AA57-9A311B53F101}" sibTransId="{4658F37D-A8DD-415B-BAB5-1EA7BFD25497}"/>
    <dgm:cxn modelId="{F18CB1F5-3D93-4B63-8600-7BD860D9200E}" srcId="{9E757853-8B8C-4B9B-9E37-B21A3274DE59}" destId="{52D784C7-4788-4040-A5B9-768B7784DBEC}" srcOrd="1" destOrd="0" parTransId="{17586CBB-5391-4D9E-A931-B85ECDE34046}" sibTransId="{E4AF014E-A9BC-4224-982B-DE9915A2EB70}"/>
    <dgm:cxn modelId="{83D7D534-17B7-49F1-9691-A78BE553D894}" type="presParOf" srcId="{3293ACAC-856F-41A9-937B-B13A0983738B}" destId="{84ED3979-2D6D-48B3-86C1-16C895442417}" srcOrd="0" destOrd="0" presId="urn:microsoft.com/office/officeart/2009/3/layout/PieProcess"/>
    <dgm:cxn modelId="{F630416C-1898-4C80-879F-9AC0560E3E04}" type="presParOf" srcId="{84ED3979-2D6D-48B3-86C1-16C895442417}" destId="{30C3B0D8-1AE3-4E78-973C-3A2E2FA29CD7}" srcOrd="0" destOrd="0" presId="urn:microsoft.com/office/officeart/2009/3/layout/PieProcess"/>
    <dgm:cxn modelId="{366D442F-C780-4A27-8504-7AC3B2A774E2}" type="presParOf" srcId="{84ED3979-2D6D-48B3-86C1-16C895442417}" destId="{EED6BE86-DD9C-4CF4-8BD7-C7715FDB5792}" srcOrd="1" destOrd="0" presId="urn:microsoft.com/office/officeart/2009/3/layout/PieProcess"/>
    <dgm:cxn modelId="{38DBE37E-C62A-403D-A37B-DDC635B7CFEE}" type="presParOf" srcId="{84ED3979-2D6D-48B3-86C1-16C895442417}" destId="{1C599743-B9C2-4210-AADF-C0AD2DA3D7F4}" srcOrd="2" destOrd="0" presId="urn:microsoft.com/office/officeart/2009/3/layout/PieProcess"/>
    <dgm:cxn modelId="{088D9F43-CB98-4282-B032-A2C587606139}" type="presParOf" srcId="{3293ACAC-856F-41A9-937B-B13A0983738B}" destId="{986F79CF-9286-49CF-B256-1AD1E45209E4}" srcOrd="1" destOrd="0" presId="urn:microsoft.com/office/officeart/2009/3/layout/PieProcess"/>
    <dgm:cxn modelId="{04F9F908-B73E-4DD0-AAE5-E1872CE2E877}" type="presParOf" srcId="{3293ACAC-856F-41A9-937B-B13A0983738B}" destId="{288D5E29-756B-4A32-BB48-703ABA84B0F7}" srcOrd="2" destOrd="0" presId="urn:microsoft.com/office/officeart/2009/3/layout/PieProcess"/>
    <dgm:cxn modelId="{640D9E54-7511-4A9A-BA85-2E9383DB9C45}" type="presParOf" srcId="{288D5E29-756B-4A32-BB48-703ABA84B0F7}" destId="{4C5BD87F-9BC8-41D5-BBE8-FCAEE48BD940}" srcOrd="0" destOrd="0" presId="urn:microsoft.com/office/officeart/2009/3/layout/PieProcess"/>
    <dgm:cxn modelId="{0A4E5176-768D-41C0-A94E-867F11E574CD}" type="presParOf" srcId="{3293ACAC-856F-41A9-937B-B13A0983738B}" destId="{995062CA-CBD6-492D-B832-BEADD3AA0A08}" srcOrd="3" destOrd="0" presId="urn:microsoft.com/office/officeart/2009/3/layout/PieProcess"/>
    <dgm:cxn modelId="{CB650526-2925-4CC8-A5CE-C54E134E6B4F}" type="presParOf" srcId="{3293ACAC-856F-41A9-937B-B13A0983738B}" destId="{CB54341E-9D9D-4D78-8B9D-7076516A31DD}" srcOrd="4" destOrd="0" presId="urn:microsoft.com/office/officeart/2009/3/layout/PieProcess"/>
    <dgm:cxn modelId="{4180BEA8-FF58-480C-8872-4A65647F63FB}" type="presParOf" srcId="{CB54341E-9D9D-4D78-8B9D-7076516A31DD}" destId="{4B6DEE22-7133-45A4-9F90-19DD40F60CF9}" srcOrd="0" destOrd="0" presId="urn:microsoft.com/office/officeart/2009/3/layout/PieProcess"/>
    <dgm:cxn modelId="{0A95ACBC-05AB-40A6-910A-7EF18A5FB7A5}" type="presParOf" srcId="{CB54341E-9D9D-4D78-8B9D-7076516A31DD}" destId="{C4705000-F7F6-48E9-A146-E4122DB7BF27}" srcOrd="1" destOrd="0" presId="urn:microsoft.com/office/officeart/2009/3/layout/PieProcess"/>
    <dgm:cxn modelId="{6E05BC50-A95B-4ED7-A00C-F0826A3F580E}" type="presParOf" srcId="{CB54341E-9D9D-4D78-8B9D-7076516A31DD}" destId="{8E403DF2-B10F-46DF-8A94-50623A915F69}" srcOrd="2" destOrd="0" presId="urn:microsoft.com/office/officeart/2009/3/layout/PieProcess"/>
    <dgm:cxn modelId="{A7DFFB1C-3654-4494-AC53-155CDF78C6FC}" type="presParOf" srcId="{3293ACAC-856F-41A9-937B-B13A0983738B}" destId="{B83751CF-E2C4-4F57-BA69-38C313FC1531}" srcOrd="5" destOrd="0" presId="urn:microsoft.com/office/officeart/2009/3/layout/PieProcess"/>
    <dgm:cxn modelId="{BCFC6060-4E3E-48B2-ACC1-AF999EC43365}" type="presParOf" srcId="{3293ACAC-856F-41A9-937B-B13A0983738B}" destId="{BE292734-A951-4D5C-810A-999DF8EF58DD}" srcOrd="6" destOrd="0" presId="urn:microsoft.com/office/officeart/2009/3/layout/PieProcess"/>
    <dgm:cxn modelId="{78941D11-7D9C-4682-BBEF-E166CCCB72C6}" type="presParOf" srcId="{BE292734-A951-4D5C-810A-999DF8EF58DD}" destId="{703A7946-F0F3-48BC-96C3-271D8C37F6A0}" srcOrd="0" destOrd="0" presId="urn:microsoft.com/office/officeart/2009/3/layout/PieProcess"/>
    <dgm:cxn modelId="{691103B3-8DA1-4D22-95E0-272641F17ABA}" type="presParOf" srcId="{3293ACAC-856F-41A9-937B-B13A0983738B}" destId="{D0E0D9EE-5A43-4378-A69D-67A73A572F26}" srcOrd="7" destOrd="0" presId="urn:microsoft.com/office/officeart/2009/3/layout/PieProcess"/>
    <dgm:cxn modelId="{CF0E205B-9DA9-4CB1-B7D6-6BA17CF95BEB}" type="presParOf" srcId="{3293ACAC-856F-41A9-937B-B13A0983738B}" destId="{D5426B61-9D38-4507-8C79-F7CD6718643B}" srcOrd="8" destOrd="0" presId="urn:microsoft.com/office/officeart/2009/3/layout/PieProcess"/>
    <dgm:cxn modelId="{3DEBE141-4428-496A-AF3C-E569A8554351}" type="presParOf" srcId="{D5426B61-9D38-4507-8C79-F7CD6718643B}" destId="{B9B52DDD-521C-4F64-9578-5F51C421664E}" srcOrd="0" destOrd="0" presId="urn:microsoft.com/office/officeart/2009/3/layout/PieProcess"/>
    <dgm:cxn modelId="{7396CDC1-F7EA-4BEF-A71E-9835B5FB5ABE}" type="presParOf" srcId="{D5426B61-9D38-4507-8C79-F7CD6718643B}" destId="{36518B56-2559-4721-8487-6AF02230AE31}" srcOrd="1" destOrd="0" presId="urn:microsoft.com/office/officeart/2009/3/layout/PieProcess"/>
    <dgm:cxn modelId="{EF6E9F1E-2DB8-4D2F-840B-A8CA73EB9422}" type="presParOf" srcId="{D5426B61-9D38-4507-8C79-F7CD6718643B}" destId="{5B9B2596-6600-4AD0-9901-CA184F062306}" srcOrd="2" destOrd="0" presId="urn:microsoft.com/office/officeart/2009/3/layout/PieProcess"/>
    <dgm:cxn modelId="{5E1FD217-52D2-4E53-BCB0-7F0EFBC0CCF1}" type="presParOf" srcId="{3293ACAC-856F-41A9-937B-B13A0983738B}" destId="{38C3CB0D-C7CB-4D9B-B7F5-B51E47DD6B61}" srcOrd="9" destOrd="0" presId="urn:microsoft.com/office/officeart/2009/3/layout/PieProcess"/>
    <dgm:cxn modelId="{2E410C83-5A6E-4028-B9DF-1F9A0D15CF4B}" type="presParOf" srcId="{3293ACAC-856F-41A9-937B-B13A0983738B}" destId="{46E2D16D-45F2-44FD-AF98-24E9AF80A3EB}" srcOrd="10" destOrd="0" presId="urn:microsoft.com/office/officeart/2009/3/layout/PieProcess"/>
    <dgm:cxn modelId="{A287A137-A801-4C6D-A15F-1CD57C996E0A}" type="presParOf" srcId="{46E2D16D-45F2-44FD-AF98-24E9AF80A3EB}" destId="{B8CF2A36-A7BB-434C-AB4A-95453CBDF607}" srcOrd="0" destOrd="0" presId="urn:microsoft.com/office/officeart/2009/3/layout/PieProcess"/>
    <dgm:cxn modelId="{03AE0BF0-D18F-469E-A17F-2984E872FD84}" type="presParOf" srcId="{3293ACAC-856F-41A9-937B-B13A0983738B}" destId="{1BFC752E-E249-41AB-903F-0211DDDB05C8}" srcOrd="11" destOrd="0" presId="urn:microsoft.com/office/officeart/2009/3/layout/PieProcess"/>
    <dgm:cxn modelId="{D80F1EF4-59F1-441F-9549-B9A1109347B7}" type="presParOf" srcId="{3293ACAC-856F-41A9-937B-B13A0983738B}" destId="{E850850B-F63D-4BF2-9A77-A256DE544356}" srcOrd="12" destOrd="0" presId="urn:microsoft.com/office/officeart/2009/3/layout/PieProcess"/>
    <dgm:cxn modelId="{781DD5A1-4D85-4CA3-81E9-765273B584D1}" type="presParOf" srcId="{E850850B-F63D-4BF2-9A77-A256DE544356}" destId="{11DA8822-0308-453C-8F3F-719EBB62D924}" srcOrd="0" destOrd="0" presId="urn:microsoft.com/office/officeart/2009/3/layout/PieProcess"/>
    <dgm:cxn modelId="{897F4AEB-4B87-4A2A-87DC-4167FECFE968}" type="presParOf" srcId="{E850850B-F63D-4BF2-9A77-A256DE544356}" destId="{1E3278E1-BFD4-4345-83B9-50490B5F96B1}" srcOrd="1" destOrd="0" presId="urn:microsoft.com/office/officeart/2009/3/layout/PieProcess"/>
    <dgm:cxn modelId="{6C9D68A4-F20A-49CB-ACC3-4DBE3025FC32}" type="presParOf" srcId="{E850850B-F63D-4BF2-9A77-A256DE544356}" destId="{EB046FDD-C3BD-4CBF-80D3-2C2DD22472B9}" srcOrd="2" destOrd="0" presId="urn:microsoft.com/office/officeart/2009/3/layout/PieProcess"/>
    <dgm:cxn modelId="{D71831F8-48B9-415B-A5A2-F42E53ED01B0}" type="presParOf" srcId="{3293ACAC-856F-41A9-937B-B13A0983738B}" destId="{0B3DDC1C-EFF7-44D7-8468-A645731677FE}" srcOrd="13" destOrd="0" presId="urn:microsoft.com/office/officeart/2009/3/layout/PieProcess"/>
    <dgm:cxn modelId="{DB840552-4B40-43CE-8227-DD89CF17F909}" type="presParOf" srcId="{3293ACAC-856F-41A9-937B-B13A0983738B}" destId="{40D5F3A2-A1F5-48DB-AC85-660BA5A959BD}" srcOrd="14" destOrd="0" presId="urn:microsoft.com/office/officeart/2009/3/layout/PieProcess"/>
    <dgm:cxn modelId="{F32AABA8-7566-42C7-B0FF-2EB591C79B38}" type="presParOf" srcId="{40D5F3A2-A1F5-48DB-AC85-660BA5A959BD}" destId="{D108AE13-78DC-4244-A22F-0681DEB1F391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6CBFBE-363C-4B6F-B34F-CC9F12C6E8BD}" type="doc">
      <dgm:prSet loTypeId="urn:microsoft.com/office/officeart/2009/3/layout/OpposingIdeas" loCatId="relationship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70C21CA3-FEFF-4EE1-AAB4-7A53ABBD2420}">
      <dgm:prSet phldrT="[Text]"/>
      <dgm:spPr/>
      <dgm:t>
        <a:bodyPr/>
        <a:lstStyle/>
        <a:p>
          <a:r>
            <a:rPr lang="en-IN" dirty="0"/>
            <a:t>Manipulative Algorithm</a:t>
          </a:r>
        </a:p>
      </dgm:t>
    </dgm:pt>
    <dgm:pt modelId="{055D2C64-7259-4512-8380-334B8BEBDD77}" type="parTrans" cxnId="{C0041687-2532-4A03-9AB8-D23370927D11}">
      <dgm:prSet/>
      <dgm:spPr/>
      <dgm:t>
        <a:bodyPr/>
        <a:lstStyle/>
        <a:p>
          <a:endParaRPr lang="en-IN"/>
        </a:p>
      </dgm:t>
    </dgm:pt>
    <dgm:pt modelId="{3ECF6221-0CF3-40D9-8F5C-43F0DB44DC7C}" type="sibTrans" cxnId="{C0041687-2532-4A03-9AB8-D23370927D11}">
      <dgm:prSet/>
      <dgm:spPr/>
      <dgm:t>
        <a:bodyPr/>
        <a:lstStyle/>
        <a:p>
          <a:endParaRPr lang="en-IN"/>
        </a:p>
      </dgm:t>
    </dgm:pt>
    <dgm:pt modelId="{6D5BC801-B054-4286-881D-FE93976335B0}">
      <dgm:prSet phldrT="[Text]" custT="1"/>
      <dgm:spPr/>
      <dgm:t>
        <a:bodyPr/>
        <a:lstStyle/>
        <a:p>
          <a:pPr>
            <a:buNone/>
          </a:pPr>
          <a:r>
            <a:rPr lang="en-US" sz="1200" b="1" dirty="0"/>
            <a:t>copy</a:t>
          </a:r>
          <a:r>
            <a:rPr lang="en-US" sz="1200" dirty="0"/>
            <a:t> – Copy elements from one range to another.</a:t>
          </a:r>
          <a:endParaRPr lang="en-IN" sz="1200" dirty="0"/>
        </a:p>
      </dgm:t>
    </dgm:pt>
    <dgm:pt modelId="{F2693B60-F970-47E3-9229-178DD7096A14}" type="parTrans" cxnId="{BBCE13F2-449E-438E-A293-369144D80AB4}">
      <dgm:prSet/>
      <dgm:spPr/>
      <dgm:t>
        <a:bodyPr/>
        <a:lstStyle/>
        <a:p>
          <a:endParaRPr lang="en-IN"/>
        </a:p>
      </dgm:t>
    </dgm:pt>
    <dgm:pt modelId="{F58395FB-9F9F-4549-B3B1-B10770BFF480}" type="sibTrans" cxnId="{BBCE13F2-449E-438E-A293-369144D80AB4}">
      <dgm:prSet/>
      <dgm:spPr/>
      <dgm:t>
        <a:bodyPr/>
        <a:lstStyle/>
        <a:p>
          <a:endParaRPr lang="en-IN"/>
        </a:p>
      </dgm:t>
    </dgm:pt>
    <dgm:pt modelId="{AF1ACC4A-9CEE-45B1-986B-D279CF740866}">
      <dgm:prSet phldrT="[Text]"/>
      <dgm:spPr/>
      <dgm:t>
        <a:bodyPr/>
        <a:lstStyle/>
        <a:p>
          <a:r>
            <a:rPr lang="en-IN" dirty="0"/>
            <a:t>Non-Manipulative Algorithm</a:t>
          </a:r>
        </a:p>
      </dgm:t>
    </dgm:pt>
    <dgm:pt modelId="{4E95E7A9-266B-40F3-A105-6A8E1BE0AC08}" type="parTrans" cxnId="{1A7F2870-C671-4D3B-8B12-BC39F24EC3B4}">
      <dgm:prSet/>
      <dgm:spPr/>
      <dgm:t>
        <a:bodyPr/>
        <a:lstStyle/>
        <a:p>
          <a:endParaRPr lang="en-IN"/>
        </a:p>
      </dgm:t>
    </dgm:pt>
    <dgm:pt modelId="{4970F8C6-EEDB-4FDD-B7FA-A83E572B91E9}" type="sibTrans" cxnId="{1A7F2870-C671-4D3B-8B12-BC39F24EC3B4}">
      <dgm:prSet/>
      <dgm:spPr/>
      <dgm:t>
        <a:bodyPr/>
        <a:lstStyle/>
        <a:p>
          <a:endParaRPr lang="en-IN"/>
        </a:p>
      </dgm:t>
    </dgm:pt>
    <dgm:pt modelId="{6042CFF6-F07B-4B7C-A819-3C9018F1689C}">
      <dgm:prSet phldrT="[Text]" custT="1"/>
      <dgm:spPr/>
      <dgm:t>
        <a:bodyPr/>
        <a:lstStyle/>
        <a:p>
          <a:pPr>
            <a:buNone/>
          </a:pPr>
          <a:r>
            <a:rPr lang="en-US" sz="1200" b="1" dirty="0" err="1"/>
            <a:t>max_element</a:t>
          </a:r>
          <a:r>
            <a:rPr lang="en-US" sz="1200" dirty="0"/>
            <a:t> – Find max value in a range.</a:t>
          </a:r>
          <a:endParaRPr lang="en-IN" sz="1200" dirty="0"/>
        </a:p>
      </dgm:t>
    </dgm:pt>
    <dgm:pt modelId="{94252623-3293-438F-9E80-D0E80C92562B}" type="parTrans" cxnId="{386A9D90-56B7-4AC1-AEA0-59E6ABC4070A}">
      <dgm:prSet/>
      <dgm:spPr/>
      <dgm:t>
        <a:bodyPr/>
        <a:lstStyle/>
        <a:p>
          <a:endParaRPr lang="en-IN"/>
        </a:p>
      </dgm:t>
    </dgm:pt>
    <dgm:pt modelId="{5F241704-20DF-4F22-83A8-5AB3C28473C9}" type="sibTrans" cxnId="{386A9D90-56B7-4AC1-AEA0-59E6ABC4070A}">
      <dgm:prSet/>
      <dgm:spPr/>
      <dgm:t>
        <a:bodyPr/>
        <a:lstStyle/>
        <a:p>
          <a:endParaRPr lang="en-IN"/>
        </a:p>
      </dgm:t>
    </dgm:pt>
    <dgm:pt modelId="{58E6484C-5D0E-489E-B0B2-B85B4BC81E0E}">
      <dgm:prSet custT="1"/>
      <dgm:spPr/>
      <dgm:t>
        <a:bodyPr/>
        <a:lstStyle/>
        <a:p>
          <a:pPr>
            <a:buNone/>
          </a:pPr>
          <a:r>
            <a:rPr lang="en-US" sz="1200" b="1"/>
            <a:t>fill</a:t>
          </a:r>
          <a:r>
            <a:rPr lang="en-US" sz="1200"/>
            <a:t> – Assign a specified value to all elements.</a:t>
          </a:r>
        </a:p>
      </dgm:t>
    </dgm:pt>
    <dgm:pt modelId="{596366C0-4251-4445-BBE3-B29D47AE3805}" type="parTrans" cxnId="{A4F3D797-253F-4203-9586-0DC1CA4EC530}">
      <dgm:prSet/>
      <dgm:spPr/>
      <dgm:t>
        <a:bodyPr/>
        <a:lstStyle/>
        <a:p>
          <a:endParaRPr lang="en-IN"/>
        </a:p>
      </dgm:t>
    </dgm:pt>
    <dgm:pt modelId="{B1206CA3-AEED-4098-8998-8449159B10BF}" type="sibTrans" cxnId="{A4F3D797-253F-4203-9586-0DC1CA4EC530}">
      <dgm:prSet/>
      <dgm:spPr/>
      <dgm:t>
        <a:bodyPr/>
        <a:lstStyle/>
        <a:p>
          <a:endParaRPr lang="en-IN"/>
        </a:p>
      </dgm:t>
    </dgm:pt>
    <dgm:pt modelId="{0CAF3518-783F-450A-9F20-E73D0300E96F}">
      <dgm:prSet custT="1"/>
      <dgm:spPr/>
      <dgm:t>
        <a:bodyPr/>
        <a:lstStyle/>
        <a:p>
          <a:pPr>
            <a:buNone/>
          </a:pPr>
          <a:r>
            <a:rPr lang="en-US" sz="1200" b="1"/>
            <a:t>transform</a:t>
          </a:r>
          <a:r>
            <a:rPr lang="en-US" sz="1200"/>
            <a:t> – Apply a function to each element.</a:t>
          </a:r>
        </a:p>
      </dgm:t>
    </dgm:pt>
    <dgm:pt modelId="{A9276573-E3E9-451C-B8E5-2E5629AB938A}" type="parTrans" cxnId="{05177D12-72A1-41A5-B78A-D590BC92ADE5}">
      <dgm:prSet/>
      <dgm:spPr/>
      <dgm:t>
        <a:bodyPr/>
        <a:lstStyle/>
        <a:p>
          <a:endParaRPr lang="en-IN"/>
        </a:p>
      </dgm:t>
    </dgm:pt>
    <dgm:pt modelId="{B5C9B4C0-7B65-4C28-8F49-6EDB37B70B8E}" type="sibTrans" cxnId="{05177D12-72A1-41A5-B78A-D590BC92ADE5}">
      <dgm:prSet/>
      <dgm:spPr/>
      <dgm:t>
        <a:bodyPr/>
        <a:lstStyle/>
        <a:p>
          <a:endParaRPr lang="en-IN"/>
        </a:p>
      </dgm:t>
    </dgm:pt>
    <dgm:pt modelId="{11D676B9-014C-4189-B0F8-3B02ACCCADD8}">
      <dgm:prSet custT="1"/>
      <dgm:spPr/>
      <dgm:t>
        <a:bodyPr/>
        <a:lstStyle/>
        <a:p>
          <a:pPr>
            <a:buNone/>
          </a:pPr>
          <a:r>
            <a:rPr lang="en-US" sz="1200" b="1"/>
            <a:t>replace</a:t>
          </a:r>
          <a:r>
            <a:rPr lang="en-US" sz="1200"/>
            <a:t> – Replace specific values in a range.</a:t>
          </a:r>
        </a:p>
      </dgm:t>
    </dgm:pt>
    <dgm:pt modelId="{24FD5F32-2371-4445-B0A1-200AA3405EFA}" type="parTrans" cxnId="{C415E2FE-42AB-47BD-A0AD-476A764B61DE}">
      <dgm:prSet/>
      <dgm:spPr/>
      <dgm:t>
        <a:bodyPr/>
        <a:lstStyle/>
        <a:p>
          <a:endParaRPr lang="en-IN"/>
        </a:p>
      </dgm:t>
    </dgm:pt>
    <dgm:pt modelId="{B2B28E10-3ABB-4C92-81C5-062B636F4A8D}" type="sibTrans" cxnId="{C415E2FE-42AB-47BD-A0AD-476A764B61DE}">
      <dgm:prSet/>
      <dgm:spPr/>
      <dgm:t>
        <a:bodyPr/>
        <a:lstStyle/>
        <a:p>
          <a:endParaRPr lang="en-IN"/>
        </a:p>
      </dgm:t>
    </dgm:pt>
    <dgm:pt modelId="{48F4DF60-2A41-48D5-8FB3-8E17B2008291}">
      <dgm:prSet custT="1"/>
      <dgm:spPr/>
      <dgm:t>
        <a:bodyPr/>
        <a:lstStyle/>
        <a:p>
          <a:pPr>
            <a:buNone/>
          </a:pPr>
          <a:r>
            <a:rPr lang="en-US" sz="1200" b="1"/>
            <a:t>swap</a:t>
          </a:r>
          <a:r>
            <a:rPr lang="en-US" sz="1200"/>
            <a:t> – Exchange values of two variables.</a:t>
          </a:r>
        </a:p>
      </dgm:t>
    </dgm:pt>
    <dgm:pt modelId="{ECC1221B-6313-48C4-9FDE-84F1E99370BE}" type="parTrans" cxnId="{6F095488-E42A-40D5-837E-B67D1496758B}">
      <dgm:prSet/>
      <dgm:spPr/>
      <dgm:t>
        <a:bodyPr/>
        <a:lstStyle/>
        <a:p>
          <a:endParaRPr lang="en-IN"/>
        </a:p>
      </dgm:t>
    </dgm:pt>
    <dgm:pt modelId="{38C6E390-8F00-42CC-8ABB-A6DD9EB2DF33}" type="sibTrans" cxnId="{6F095488-E42A-40D5-837E-B67D1496758B}">
      <dgm:prSet/>
      <dgm:spPr/>
      <dgm:t>
        <a:bodyPr/>
        <a:lstStyle/>
        <a:p>
          <a:endParaRPr lang="en-IN"/>
        </a:p>
      </dgm:t>
    </dgm:pt>
    <dgm:pt modelId="{91EFE072-7B31-447D-8911-C5E651FE4CC7}">
      <dgm:prSet custT="1"/>
      <dgm:spPr/>
      <dgm:t>
        <a:bodyPr/>
        <a:lstStyle/>
        <a:p>
          <a:pPr>
            <a:buNone/>
          </a:pPr>
          <a:r>
            <a:rPr lang="en-US" sz="1200" b="1"/>
            <a:t>reverse</a:t>
          </a:r>
          <a:r>
            <a:rPr lang="en-US" sz="1200"/>
            <a:t> – Reverse order of elements.</a:t>
          </a:r>
        </a:p>
      </dgm:t>
    </dgm:pt>
    <dgm:pt modelId="{B7202C4E-7124-4C79-BA01-696A935B6A24}" type="parTrans" cxnId="{80D6BE86-1D8B-488A-9690-902903E3E215}">
      <dgm:prSet/>
      <dgm:spPr/>
      <dgm:t>
        <a:bodyPr/>
        <a:lstStyle/>
        <a:p>
          <a:endParaRPr lang="en-IN"/>
        </a:p>
      </dgm:t>
    </dgm:pt>
    <dgm:pt modelId="{B7561E64-ED1B-4B39-BA5A-593575EB7E7F}" type="sibTrans" cxnId="{80D6BE86-1D8B-488A-9690-902903E3E215}">
      <dgm:prSet/>
      <dgm:spPr/>
      <dgm:t>
        <a:bodyPr/>
        <a:lstStyle/>
        <a:p>
          <a:endParaRPr lang="en-IN"/>
        </a:p>
      </dgm:t>
    </dgm:pt>
    <dgm:pt modelId="{BA48F036-47BE-4E41-84A8-8231F5CE5F5B}">
      <dgm:prSet custT="1"/>
      <dgm:spPr/>
      <dgm:t>
        <a:bodyPr/>
        <a:lstStyle/>
        <a:p>
          <a:pPr>
            <a:buNone/>
          </a:pPr>
          <a:r>
            <a:rPr lang="en-US" sz="1200" b="1"/>
            <a:t>rotate</a:t>
          </a:r>
          <a:r>
            <a:rPr lang="en-US" sz="1200"/>
            <a:t> – Rotate elements to bring one to front.</a:t>
          </a:r>
        </a:p>
      </dgm:t>
    </dgm:pt>
    <dgm:pt modelId="{D6186AD6-309C-412D-B975-737CECE633E2}" type="parTrans" cxnId="{294B57A3-44DB-4D16-A664-02D84EAA2EC5}">
      <dgm:prSet/>
      <dgm:spPr/>
      <dgm:t>
        <a:bodyPr/>
        <a:lstStyle/>
        <a:p>
          <a:endParaRPr lang="en-IN"/>
        </a:p>
      </dgm:t>
    </dgm:pt>
    <dgm:pt modelId="{E3083DBC-B44D-42A1-9921-4B9A7A87D2C6}" type="sibTrans" cxnId="{294B57A3-44DB-4D16-A664-02D84EAA2EC5}">
      <dgm:prSet/>
      <dgm:spPr/>
      <dgm:t>
        <a:bodyPr/>
        <a:lstStyle/>
        <a:p>
          <a:endParaRPr lang="en-IN"/>
        </a:p>
      </dgm:t>
    </dgm:pt>
    <dgm:pt modelId="{48CC2AE2-0357-432C-B752-A426D5D20E56}">
      <dgm:prSet custT="1"/>
      <dgm:spPr/>
      <dgm:t>
        <a:bodyPr/>
        <a:lstStyle/>
        <a:p>
          <a:pPr>
            <a:buNone/>
          </a:pPr>
          <a:r>
            <a:rPr lang="en-US" sz="1200" b="1"/>
            <a:t>remove</a:t>
          </a:r>
          <a:r>
            <a:rPr lang="en-US" sz="1200"/>
            <a:t> – Remove elements with specific value.</a:t>
          </a:r>
        </a:p>
      </dgm:t>
    </dgm:pt>
    <dgm:pt modelId="{9ACE409C-B625-408E-B677-7DF9F1B48B6E}" type="parTrans" cxnId="{9DCCADB5-3244-4B67-B17C-C985B63D7D4D}">
      <dgm:prSet/>
      <dgm:spPr/>
      <dgm:t>
        <a:bodyPr/>
        <a:lstStyle/>
        <a:p>
          <a:endParaRPr lang="en-IN"/>
        </a:p>
      </dgm:t>
    </dgm:pt>
    <dgm:pt modelId="{10AD3B65-961B-40C2-8472-95F543F66191}" type="sibTrans" cxnId="{9DCCADB5-3244-4B67-B17C-C985B63D7D4D}">
      <dgm:prSet/>
      <dgm:spPr/>
      <dgm:t>
        <a:bodyPr/>
        <a:lstStyle/>
        <a:p>
          <a:endParaRPr lang="en-IN"/>
        </a:p>
      </dgm:t>
    </dgm:pt>
    <dgm:pt modelId="{3F848B41-1444-437A-A3D1-F15123A3B39D}">
      <dgm:prSet custT="1"/>
      <dgm:spPr/>
      <dgm:t>
        <a:bodyPr/>
        <a:lstStyle/>
        <a:p>
          <a:r>
            <a:rPr lang="en-IN" sz="1200" b="1"/>
            <a:t>unique</a:t>
          </a:r>
          <a:r>
            <a:rPr lang="en-IN" sz="1200"/>
            <a:t> – Remove consecutive duplicates.</a:t>
          </a:r>
        </a:p>
      </dgm:t>
    </dgm:pt>
    <dgm:pt modelId="{370857AF-59FE-4F46-9F9D-8CC437340609}" type="parTrans" cxnId="{0FD12CF8-453E-47C9-B6A6-DACA8EB6D173}">
      <dgm:prSet/>
      <dgm:spPr/>
      <dgm:t>
        <a:bodyPr/>
        <a:lstStyle/>
        <a:p>
          <a:endParaRPr lang="en-IN"/>
        </a:p>
      </dgm:t>
    </dgm:pt>
    <dgm:pt modelId="{CDA5E0DD-E3AF-4AA7-8231-104519F9D80F}" type="sibTrans" cxnId="{0FD12CF8-453E-47C9-B6A6-DACA8EB6D173}">
      <dgm:prSet/>
      <dgm:spPr/>
      <dgm:t>
        <a:bodyPr/>
        <a:lstStyle/>
        <a:p>
          <a:endParaRPr lang="en-IN"/>
        </a:p>
      </dgm:t>
    </dgm:pt>
    <dgm:pt modelId="{1180B252-768D-4179-AB1D-6A2815826DC3}">
      <dgm:prSet custT="1"/>
      <dgm:spPr/>
      <dgm:t>
        <a:bodyPr/>
        <a:lstStyle/>
        <a:p>
          <a:pPr>
            <a:buNone/>
          </a:pPr>
          <a:r>
            <a:rPr lang="en-US" sz="1200" b="1"/>
            <a:t>min_element</a:t>
          </a:r>
          <a:r>
            <a:rPr lang="en-US" sz="1200"/>
            <a:t> – Find min value in a range.</a:t>
          </a:r>
        </a:p>
      </dgm:t>
    </dgm:pt>
    <dgm:pt modelId="{80741776-5FBF-4731-B817-CE009840C933}" type="parTrans" cxnId="{9F157DAD-C455-443B-811E-6D5A209F1E89}">
      <dgm:prSet/>
      <dgm:spPr/>
      <dgm:t>
        <a:bodyPr/>
        <a:lstStyle/>
        <a:p>
          <a:endParaRPr lang="en-IN"/>
        </a:p>
      </dgm:t>
    </dgm:pt>
    <dgm:pt modelId="{D6083251-A63C-45C9-BAC2-DF2A3B22391C}" type="sibTrans" cxnId="{9F157DAD-C455-443B-811E-6D5A209F1E89}">
      <dgm:prSet/>
      <dgm:spPr/>
      <dgm:t>
        <a:bodyPr/>
        <a:lstStyle/>
        <a:p>
          <a:endParaRPr lang="en-IN"/>
        </a:p>
      </dgm:t>
    </dgm:pt>
    <dgm:pt modelId="{D3931B31-B143-47A5-A5B5-42D5A4EFB865}">
      <dgm:prSet custT="1"/>
      <dgm:spPr/>
      <dgm:t>
        <a:bodyPr/>
        <a:lstStyle/>
        <a:p>
          <a:pPr>
            <a:buNone/>
          </a:pPr>
          <a:r>
            <a:rPr lang="en-US" sz="1200" b="1"/>
            <a:t>accumulate</a:t>
          </a:r>
          <a:r>
            <a:rPr lang="en-US" sz="1200"/>
            <a:t> – Sum of elements in a range.</a:t>
          </a:r>
        </a:p>
      </dgm:t>
    </dgm:pt>
    <dgm:pt modelId="{8E3FB823-C960-4D4B-962A-EB15D4F0ED4E}" type="parTrans" cxnId="{62D4D7A4-DA09-4D75-B1D2-1BD6F62DB0B6}">
      <dgm:prSet/>
      <dgm:spPr/>
      <dgm:t>
        <a:bodyPr/>
        <a:lstStyle/>
        <a:p>
          <a:endParaRPr lang="en-IN"/>
        </a:p>
      </dgm:t>
    </dgm:pt>
    <dgm:pt modelId="{0154BD75-F4BB-4297-8332-DB0D2DC695E9}" type="sibTrans" cxnId="{62D4D7A4-DA09-4D75-B1D2-1BD6F62DB0B6}">
      <dgm:prSet/>
      <dgm:spPr/>
      <dgm:t>
        <a:bodyPr/>
        <a:lstStyle/>
        <a:p>
          <a:endParaRPr lang="en-IN"/>
        </a:p>
      </dgm:t>
    </dgm:pt>
    <dgm:pt modelId="{46E18B85-0585-44F0-865B-E377EC54C46F}">
      <dgm:prSet custT="1"/>
      <dgm:spPr/>
      <dgm:t>
        <a:bodyPr/>
        <a:lstStyle/>
        <a:p>
          <a:pPr>
            <a:buNone/>
          </a:pPr>
          <a:r>
            <a:rPr lang="en-US" sz="1200" b="1"/>
            <a:t>count</a:t>
          </a:r>
          <a:r>
            <a:rPr lang="en-US" sz="1200"/>
            <a:t> – Count how many times a value occurs.</a:t>
          </a:r>
        </a:p>
      </dgm:t>
    </dgm:pt>
    <dgm:pt modelId="{74FBE04A-473D-44F3-A616-B7C6EE334839}" type="parTrans" cxnId="{921ECBF6-BF9E-4C47-B5F9-7A77371DC099}">
      <dgm:prSet/>
      <dgm:spPr/>
      <dgm:t>
        <a:bodyPr/>
        <a:lstStyle/>
        <a:p>
          <a:endParaRPr lang="en-IN"/>
        </a:p>
      </dgm:t>
    </dgm:pt>
    <dgm:pt modelId="{E03EDF14-EEEF-475E-8AA2-D2CD42B55ACB}" type="sibTrans" cxnId="{921ECBF6-BF9E-4C47-B5F9-7A77371DC099}">
      <dgm:prSet/>
      <dgm:spPr/>
      <dgm:t>
        <a:bodyPr/>
        <a:lstStyle/>
        <a:p>
          <a:endParaRPr lang="en-IN"/>
        </a:p>
      </dgm:t>
    </dgm:pt>
    <dgm:pt modelId="{03F6467E-D1FE-405A-B86A-11AEB6A0ED8B}">
      <dgm:prSet custT="1"/>
      <dgm:spPr/>
      <dgm:t>
        <a:bodyPr/>
        <a:lstStyle/>
        <a:p>
          <a:pPr>
            <a:buNone/>
          </a:pPr>
          <a:r>
            <a:rPr lang="en-US" sz="1200" b="1"/>
            <a:t>find</a:t>
          </a:r>
          <a:r>
            <a:rPr lang="en-US" sz="1200"/>
            <a:t> – Locate first occurrence of an element.</a:t>
          </a:r>
        </a:p>
      </dgm:t>
    </dgm:pt>
    <dgm:pt modelId="{4955FAFD-3307-4EE0-A39D-DA0A96A58FF9}" type="parTrans" cxnId="{70F625A3-BDF7-4F2A-A1DC-7F57CA0E2072}">
      <dgm:prSet/>
      <dgm:spPr/>
      <dgm:t>
        <a:bodyPr/>
        <a:lstStyle/>
        <a:p>
          <a:endParaRPr lang="en-IN"/>
        </a:p>
      </dgm:t>
    </dgm:pt>
    <dgm:pt modelId="{1DF565E9-B035-4CBE-9BA9-6C4064E3B84F}" type="sibTrans" cxnId="{70F625A3-BDF7-4F2A-A1DC-7F57CA0E2072}">
      <dgm:prSet/>
      <dgm:spPr/>
      <dgm:t>
        <a:bodyPr/>
        <a:lstStyle/>
        <a:p>
          <a:endParaRPr lang="en-IN"/>
        </a:p>
      </dgm:t>
    </dgm:pt>
    <dgm:pt modelId="{721BCB8E-3C0D-4CF1-BA33-AE2EBBFF0B54}">
      <dgm:prSet custT="1"/>
      <dgm:spPr/>
      <dgm:t>
        <a:bodyPr/>
        <a:lstStyle/>
        <a:p>
          <a:pPr>
            <a:buNone/>
          </a:pPr>
          <a:r>
            <a:rPr lang="en-US" sz="1200" b="1"/>
            <a:t>is_permutation</a:t>
          </a:r>
          <a:r>
            <a:rPr lang="en-US" sz="1200"/>
            <a:t> – Check if two ranges are permutations.</a:t>
          </a:r>
        </a:p>
      </dgm:t>
    </dgm:pt>
    <dgm:pt modelId="{D5AC4E13-C4C5-4B20-9571-9942DF065557}" type="parTrans" cxnId="{5B57ADC3-7DAF-4657-BF51-5FCE221487ED}">
      <dgm:prSet/>
      <dgm:spPr/>
      <dgm:t>
        <a:bodyPr/>
        <a:lstStyle/>
        <a:p>
          <a:endParaRPr lang="en-IN"/>
        </a:p>
      </dgm:t>
    </dgm:pt>
    <dgm:pt modelId="{D09C90FF-E41A-4122-8BCC-74D360B31B06}" type="sibTrans" cxnId="{5B57ADC3-7DAF-4657-BF51-5FCE221487ED}">
      <dgm:prSet/>
      <dgm:spPr/>
      <dgm:t>
        <a:bodyPr/>
        <a:lstStyle/>
        <a:p>
          <a:endParaRPr lang="en-IN"/>
        </a:p>
      </dgm:t>
    </dgm:pt>
    <dgm:pt modelId="{AA2F929E-8CB4-4567-AB21-5FCC52936BA0}">
      <dgm:prSet custT="1"/>
      <dgm:spPr/>
      <dgm:t>
        <a:bodyPr/>
        <a:lstStyle/>
        <a:p>
          <a:pPr>
            <a:buNone/>
          </a:pPr>
          <a:r>
            <a:rPr lang="en-US" sz="1200" b="1"/>
            <a:t>is_sorted</a:t>
          </a:r>
          <a:r>
            <a:rPr lang="en-US" sz="1200"/>
            <a:t> – Check if a range is sorted.</a:t>
          </a:r>
        </a:p>
      </dgm:t>
    </dgm:pt>
    <dgm:pt modelId="{B3C5432F-2CD6-4BBE-9538-23B99283038C}" type="parTrans" cxnId="{4D6324EA-9742-4648-BC7A-D32D0FFEFA78}">
      <dgm:prSet/>
      <dgm:spPr/>
      <dgm:t>
        <a:bodyPr/>
        <a:lstStyle/>
        <a:p>
          <a:endParaRPr lang="en-IN"/>
        </a:p>
      </dgm:t>
    </dgm:pt>
    <dgm:pt modelId="{A016975A-F637-4F83-ABC1-B15DE3868B56}" type="sibTrans" cxnId="{4D6324EA-9742-4648-BC7A-D32D0FFEFA78}">
      <dgm:prSet/>
      <dgm:spPr/>
      <dgm:t>
        <a:bodyPr/>
        <a:lstStyle/>
        <a:p>
          <a:endParaRPr lang="en-IN"/>
        </a:p>
      </dgm:t>
    </dgm:pt>
    <dgm:pt modelId="{FCED6126-C619-4849-8F43-1DDA0C8A4F32}">
      <dgm:prSet custT="1"/>
      <dgm:spPr/>
      <dgm:t>
        <a:bodyPr/>
        <a:lstStyle/>
        <a:p>
          <a:r>
            <a:rPr lang="pt-BR" sz="1200" b="1" dirty="0"/>
            <a:t>partial_sum</a:t>
          </a:r>
          <a:r>
            <a:rPr lang="pt-BR" sz="1200" dirty="0"/>
            <a:t> – Compute cumulative sum.</a:t>
          </a:r>
        </a:p>
      </dgm:t>
    </dgm:pt>
    <dgm:pt modelId="{89D2AAFA-CB1B-4405-BB6A-7C3112DA6725}" type="parTrans" cxnId="{580B9820-A6A4-4A1C-B079-95E938AE3CCD}">
      <dgm:prSet/>
      <dgm:spPr/>
      <dgm:t>
        <a:bodyPr/>
        <a:lstStyle/>
        <a:p>
          <a:endParaRPr lang="en-IN"/>
        </a:p>
      </dgm:t>
    </dgm:pt>
    <dgm:pt modelId="{452424C7-D0F6-4FEA-8F8F-5F59F74E0EC7}" type="sibTrans" cxnId="{580B9820-A6A4-4A1C-B079-95E938AE3CCD}">
      <dgm:prSet/>
      <dgm:spPr/>
      <dgm:t>
        <a:bodyPr/>
        <a:lstStyle/>
        <a:p>
          <a:endParaRPr lang="en-IN"/>
        </a:p>
      </dgm:t>
    </dgm:pt>
    <dgm:pt modelId="{BE867EE4-DB75-40FB-9E03-F86FD9E0BF57}" type="pres">
      <dgm:prSet presAssocID="{136CBFBE-363C-4B6F-B34F-CC9F12C6E8BD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2041F978-7C56-45BF-8B58-10877F4F1FFE}" type="pres">
      <dgm:prSet presAssocID="{136CBFBE-363C-4B6F-B34F-CC9F12C6E8BD}" presName="Background" presStyleLbl="node1" presStyleIdx="0" presStyleCnt="1" custScaleY="136835"/>
      <dgm:spPr/>
    </dgm:pt>
    <dgm:pt modelId="{7FDD152E-77F6-4327-B0F8-CC497EDF95B6}" type="pres">
      <dgm:prSet presAssocID="{136CBFBE-363C-4B6F-B34F-CC9F12C6E8BD}" presName="Divider" presStyleLbl="callout" presStyleIdx="0" presStyleCnt="1"/>
      <dgm:spPr/>
    </dgm:pt>
    <dgm:pt modelId="{D2AEF100-3855-4679-8C0B-E1B7E9C743F3}" type="pres">
      <dgm:prSet presAssocID="{136CBFBE-363C-4B6F-B34F-CC9F12C6E8BD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5A27A1E-2FD9-427F-9615-295A16AF2076}" type="pres">
      <dgm:prSet presAssocID="{136CBFBE-363C-4B6F-B34F-CC9F12C6E8BD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10226E3-2D85-4F04-B35B-4C8E4A71EDBF}" type="pres">
      <dgm:prSet presAssocID="{136CBFBE-363C-4B6F-B34F-CC9F12C6E8BD}" presName="ParentText1" presStyleLbl="revTx" presStyleIdx="0" presStyleCnt="0">
        <dgm:presLayoutVars>
          <dgm:chMax val="1"/>
          <dgm:chPref val="1"/>
        </dgm:presLayoutVars>
      </dgm:prSet>
      <dgm:spPr/>
    </dgm:pt>
    <dgm:pt modelId="{CD53A73C-03F1-4783-8855-C6A9A466161F}" type="pres">
      <dgm:prSet presAssocID="{136CBFBE-363C-4B6F-B34F-CC9F12C6E8BD}" presName="ParentShape1" presStyleLbl="alignImgPlace1" presStyleIdx="0" presStyleCnt="2">
        <dgm:presLayoutVars/>
      </dgm:prSet>
      <dgm:spPr/>
    </dgm:pt>
    <dgm:pt modelId="{E9F7F4D3-1DED-4AA6-8372-A451329F60BD}" type="pres">
      <dgm:prSet presAssocID="{136CBFBE-363C-4B6F-B34F-CC9F12C6E8BD}" presName="ParentText2" presStyleLbl="revTx" presStyleIdx="0" presStyleCnt="0">
        <dgm:presLayoutVars>
          <dgm:chMax val="1"/>
          <dgm:chPref val="1"/>
        </dgm:presLayoutVars>
      </dgm:prSet>
      <dgm:spPr/>
    </dgm:pt>
    <dgm:pt modelId="{5BA54B86-D6EF-474E-A869-DBB8CD71F145}" type="pres">
      <dgm:prSet presAssocID="{136CBFBE-363C-4B6F-B34F-CC9F12C6E8BD}" presName="ParentShape2" presStyleLbl="alignImgPlace1" presStyleIdx="1" presStyleCnt="2">
        <dgm:presLayoutVars/>
      </dgm:prSet>
      <dgm:spPr/>
    </dgm:pt>
  </dgm:ptLst>
  <dgm:cxnLst>
    <dgm:cxn modelId="{120AF600-EA99-4DCF-B180-62768628E402}" type="presOf" srcId="{6D5BC801-B054-4286-881D-FE93976335B0}" destId="{D2AEF100-3855-4679-8C0B-E1B7E9C743F3}" srcOrd="0" destOrd="0" presId="urn:microsoft.com/office/officeart/2009/3/layout/OpposingIdeas"/>
    <dgm:cxn modelId="{D22F8C01-54B6-4C85-95CF-EB598786284A}" type="presOf" srcId="{46E18B85-0585-44F0-865B-E377EC54C46F}" destId="{75A27A1E-2FD9-427F-9615-295A16AF2076}" srcOrd="0" destOrd="3" presId="urn:microsoft.com/office/officeart/2009/3/layout/OpposingIdeas"/>
    <dgm:cxn modelId="{05177D12-72A1-41A5-B78A-D590BC92ADE5}" srcId="{70C21CA3-FEFF-4EE1-AAB4-7A53ABBD2420}" destId="{0CAF3518-783F-450A-9F20-E73D0300E96F}" srcOrd="2" destOrd="0" parTransId="{A9276573-E3E9-451C-B8E5-2E5629AB938A}" sibTransId="{B5C9B4C0-7B65-4C28-8F49-6EDB37B70B8E}"/>
    <dgm:cxn modelId="{E354DF14-DFF5-4625-BD6B-BC1FA736CE4B}" type="presOf" srcId="{6042CFF6-F07B-4B7C-A819-3C9018F1689C}" destId="{75A27A1E-2FD9-427F-9615-295A16AF2076}" srcOrd="0" destOrd="0" presId="urn:microsoft.com/office/officeart/2009/3/layout/OpposingIdeas"/>
    <dgm:cxn modelId="{D5191D1D-AC8B-4CB7-8AF0-DBDE05B942FD}" type="presOf" srcId="{91EFE072-7B31-447D-8911-C5E651FE4CC7}" destId="{D2AEF100-3855-4679-8C0B-E1B7E9C743F3}" srcOrd="0" destOrd="5" presId="urn:microsoft.com/office/officeart/2009/3/layout/OpposingIdeas"/>
    <dgm:cxn modelId="{580B9820-A6A4-4A1C-B079-95E938AE3CCD}" srcId="{AF1ACC4A-9CEE-45B1-986B-D279CF740866}" destId="{FCED6126-C619-4849-8F43-1DDA0C8A4F32}" srcOrd="7" destOrd="0" parTransId="{89D2AAFA-CB1B-4405-BB6A-7C3112DA6725}" sibTransId="{452424C7-D0F6-4FEA-8F8F-5F59F74E0EC7}"/>
    <dgm:cxn modelId="{82D0782A-3A18-44DC-B439-9A13EDFC5058}" type="presOf" srcId="{48F4DF60-2A41-48D5-8FB3-8E17B2008291}" destId="{D2AEF100-3855-4679-8C0B-E1B7E9C743F3}" srcOrd="0" destOrd="4" presId="urn:microsoft.com/office/officeart/2009/3/layout/OpposingIdeas"/>
    <dgm:cxn modelId="{C4CCB92D-200A-4E7E-875D-E04DBBAD5E4E}" type="presOf" srcId="{FCED6126-C619-4849-8F43-1DDA0C8A4F32}" destId="{75A27A1E-2FD9-427F-9615-295A16AF2076}" srcOrd="0" destOrd="7" presId="urn:microsoft.com/office/officeart/2009/3/layout/OpposingIdeas"/>
    <dgm:cxn modelId="{F34EAA34-CECC-4D68-9F1B-20AE56C6A286}" type="presOf" srcId="{AF1ACC4A-9CEE-45B1-986B-D279CF740866}" destId="{E9F7F4D3-1DED-4AA6-8372-A451329F60BD}" srcOrd="0" destOrd="0" presId="urn:microsoft.com/office/officeart/2009/3/layout/OpposingIdeas"/>
    <dgm:cxn modelId="{FDB40741-2779-4305-8B4E-F3D2F88BC61D}" type="presOf" srcId="{3F848B41-1444-437A-A3D1-F15123A3B39D}" destId="{D2AEF100-3855-4679-8C0B-E1B7E9C743F3}" srcOrd="0" destOrd="8" presId="urn:microsoft.com/office/officeart/2009/3/layout/OpposingIdeas"/>
    <dgm:cxn modelId="{6669C145-C579-4F08-ABD2-95040A2D18A8}" type="presOf" srcId="{0CAF3518-783F-450A-9F20-E73D0300E96F}" destId="{D2AEF100-3855-4679-8C0B-E1B7E9C743F3}" srcOrd="0" destOrd="2" presId="urn:microsoft.com/office/officeart/2009/3/layout/OpposingIdeas"/>
    <dgm:cxn modelId="{4EF9FF6A-54A8-471E-8EC0-177473F92580}" type="presOf" srcId="{721BCB8E-3C0D-4CF1-BA33-AE2EBBFF0B54}" destId="{75A27A1E-2FD9-427F-9615-295A16AF2076}" srcOrd="0" destOrd="5" presId="urn:microsoft.com/office/officeart/2009/3/layout/OpposingIdeas"/>
    <dgm:cxn modelId="{1A7F2870-C671-4D3B-8B12-BC39F24EC3B4}" srcId="{136CBFBE-363C-4B6F-B34F-CC9F12C6E8BD}" destId="{AF1ACC4A-9CEE-45B1-986B-D279CF740866}" srcOrd="1" destOrd="0" parTransId="{4E95E7A9-266B-40F3-A105-6A8E1BE0AC08}" sibTransId="{4970F8C6-EEDB-4FDD-B7FA-A83E572B91E9}"/>
    <dgm:cxn modelId="{2B3ECF71-E64F-4174-BC1D-85972D003872}" type="presOf" srcId="{BA48F036-47BE-4E41-84A8-8231F5CE5F5B}" destId="{D2AEF100-3855-4679-8C0B-E1B7E9C743F3}" srcOrd="0" destOrd="6" presId="urn:microsoft.com/office/officeart/2009/3/layout/OpposingIdeas"/>
    <dgm:cxn modelId="{88E76756-8B57-4E6B-8476-2BD250C424A6}" type="presOf" srcId="{03F6467E-D1FE-405A-B86A-11AEB6A0ED8B}" destId="{75A27A1E-2FD9-427F-9615-295A16AF2076}" srcOrd="0" destOrd="4" presId="urn:microsoft.com/office/officeart/2009/3/layout/OpposingIdeas"/>
    <dgm:cxn modelId="{AA358278-441D-4A4E-82DC-09A7AEFBD08D}" type="presOf" srcId="{AF1ACC4A-9CEE-45B1-986B-D279CF740866}" destId="{5BA54B86-D6EF-474E-A869-DBB8CD71F145}" srcOrd="1" destOrd="0" presId="urn:microsoft.com/office/officeart/2009/3/layout/OpposingIdeas"/>
    <dgm:cxn modelId="{8898B185-2249-496C-B8EC-76D3D43934C2}" type="presOf" srcId="{70C21CA3-FEFF-4EE1-AAB4-7A53ABBD2420}" destId="{CD53A73C-03F1-4783-8855-C6A9A466161F}" srcOrd="1" destOrd="0" presId="urn:microsoft.com/office/officeart/2009/3/layout/OpposingIdeas"/>
    <dgm:cxn modelId="{80D6BE86-1D8B-488A-9690-902903E3E215}" srcId="{70C21CA3-FEFF-4EE1-AAB4-7A53ABBD2420}" destId="{91EFE072-7B31-447D-8911-C5E651FE4CC7}" srcOrd="5" destOrd="0" parTransId="{B7202C4E-7124-4C79-BA01-696A935B6A24}" sibTransId="{B7561E64-ED1B-4B39-BA5A-593575EB7E7F}"/>
    <dgm:cxn modelId="{C0041687-2532-4A03-9AB8-D23370927D11}" srcId="{136CBFBE-363C-4B6F-B34F-CC9F12C6E8BD}" destId="{70C21CA3-FEFF-4EE1-AAB4-7A53ABBD2420}" srcOrd="0" destOrd="0" parTransId="{055D2C64-7259-4512-8380-334B8BEBDD77}" sibTransId="{3ECF6221-0CF3-40D9-8F5C-43F0DB44DC7C}"/>
    <dgm:cxn modelId="{6F095488-E42A-40D5-837E-B67D1496758B}" srcId="{70C21CA3-FEFF-4EE1-AAB4-7A53ABBD2420}" destId="{48F4DF60-2A41-48D5-8FB3-8E17B2008291}" srcOrd="4" destOrd="0" parTransId="{ECC1221B-6313-48C4-9FDE-84F1E99370BE}" sibTransId="{38C6E390-8F00-42CC-8ABB-A6DD9EB2DF33}"/>
    <dgm:cxn modelId="{386A9D90-56B7-4AC1-AEA0-59E6ABC4070A}" srcId="{AF1ACC4A-9CEE-45B1-986B-D279CF740866}" destId="{6042CFF6-F07B-4B7C-A819-3C9018F1689C}" srcOrd="0" destOrd="0" parTransId="{94252623-3293-438F-9E80-D0E80C92562B}" sibTransId="{5F241704-20DF-4F22-83A8-5AB3C28473C9}"/>
    <dgm:cxn modelId="{A4F3D797-253F-4203-9586-0DC1CA4EC530}" srcId="{70C21CA3-FEFF-4EE1-AAB4-7A53ABBD2420}" destId="{58E6484C-5D0E-489E-B0B2-B85B4BC81E0E}" srcOrd="1" destOrd="0" parTransId="{596366C0-4251-4445-BBE3-B29D47AE3805}" sibTransId="{B1206CA3-AEED-4098-8998-8449159B10BF}"/>
    <dgm:cxn modelId="{70F625A3-BDF7-4F2A-A1DC-7F57CA0E2072}" srcId="{AF1ACC4A-9CEE-45B1-986B-D279CF740866}" destId="{03F6467E-D1FE-405A-B86A-11AEB6A0ED8B}" srcOrd="4" destOrd="0" parTransId="{4955FAFD-3307-4EE0-A39D-DA0A96A58FF9}" sibTransId="{1DF565E9-B035-4CBE-9BA9-6C4064E3B84F}"/>
    <dgm:cxn modelId="{294B57A3-44DB-4D16-A664-02D84EAA2EC5}" srcId="{70C21CA3-FEFF-4EE1-AAB4-7A53ABBD2420}" destId="{BA48F036-47BE-4E41-84A8-8231F5CE5F5B}" srcOrd="6" destOrd="0" parTransId="{D6186AD6-309C-412D-B975-737CECE633E2}" sibTransId="{E3083DBC-B44D-42A1-9921-4B9A7A87D2C6}"/>
    <dgm:cxn modelId="{62D4D7A4-DA09-4D75-B1D2-1BD6F62DB0B6}" srcId="{AF1ACC4A-9CEE-45B1-986B-D279CF740866}" destId="{D3931B31-B143-47A5-A5B5-42D5A4EFB865}" srcOrd="2" destOrd="0" parTransId="{8E3FB823-C960-4D4B-962A-EB15D4F0ED4E}" sibTransId="{0154BD75-F4BB-4297-8332-DB0D2DC695E9}"/>
    <dgm:cxn modelId="{0A19C2AC-A2F8-49B8-8032-E3EEA984E1C4}" type="presOf" srcId="{1180B252-768D-4179-AB1D-6A2815826DC3}" destId="{75A27A1E-2FD9-427F-9615-295A16AF2076}" srcOrd="0" destOrd="1" presId="urn:microsoft.com/office/officeart/2009/3/layout/OpposingIdeas"/>
    <dgm:cxn modelId="{9F157DAD-C455-443B-811E-6D5A209F1E89}" srcId="{AF1ACC4A-9CEE-45B1-986B-D279CF740866}" destId="{1180B252-768D-4179-AB1D-6A2815826DC3}" srcOrd="1" destOrd="0" parTransId="{80741776-5FBF-4731-B817-CE009840C933}" sibTransId="{D6083251-A63C-45C9-BAC2-DF2A3B22391C}"/>
    <dgm:cxn modelId="{08DF5FB2-B683-4F7D-BD1A-56B982944B0E}" type="presOf" srcId="{AA2F929E-8CB4-4567-AB21-5FCC52936BA0}" destId="{75A27A1E-2FD9-427F-9615-295A16AF2076}" srcOrd="0" destOrd="6" presId="urn:microsoft.com/office/officeart/2009/3/layout/OpposingIdeas"/>
    <dgm:cxn modelId="{9DCCADB5-3244-4B67-B17C-C985B63D7D4D}" srcId="{70C21CA3-FEFF-4EE1-AAB4-7A53ABBD2420}" destId="{48CC2AE2-0357-432C-B752-A426D5D20E56}" srcOrd="7" destOrd="0" parTransId="{9ACE409C-B625-408E-B677-7DF9F1B48B6E}" sibTransId="{10AD3B65-961B-40C2-8472-95F543F66191}"/>
    <dgm:cxn modelId="{1B6588BD-1247-48DD-9BF8-B083055941C2}" type="presOf" srcId="{48CC2AE2-0357-432C-B752-A426D5D20E56}" destId="{D2AEF100-3855-4679-8C0B-E1B7E9C743F3}" srcOrd="0" destOrd="7" presId="urn:microsoft.com/office/officeart/2009/3/layout/OpposingIdeas"/>
    <dgm:cxn modelId="{5B57ADC3-7DAF-4657-BF51-5FCE221487ED}" srcId="{AF1ACC4A-9CEE-45B1-986B-D279CF740866}" destId="{721BCB8E-3C0D-4CF1-BA33-AE2EBBFF0B54}" srcOrd="5" destOrd="0" parTransId="{D5AC4E13-C4C5-4B20-9571-9942DF065557}" sibTransId="{D09C90FF-E41A-4122-8BCC-74D360B31B06}"/>
    <dgm:cxn modelId="{64EDD9CB-DB00-4669-ACD3-02C1186D87F6}" type="presOf" srcId="{11D676B9-014C-4189-B0F8-3B02ACCCADD8}" destId="{D2AEF100-3855-4679-8C0B-E1B7E9C743F3}" srcOrd="0" destOrd="3" presId="urn:microsoft.com/office/officeart/2009/3/layout/OpposingIdeas"/>
    <dgm:cxn modelId="{1B1974D6-C699-4E93-B141-2D2145D958CE}" type="presOf" srcId="{D3931B31-B143-47A5-A5B5-42D5A4EFB865}" destId="{75A27A1E-2FD9-427F-9615-295A16AF2076}" srcOrd="0" destOrd="2" presId="urn:microsoft.com/office/officeart/2009/3/layout/OpposingIdeas"/>
    <dgm:cxn modelId="{91CCE9E1-F693-4929-8126-69E56939AA92}" type="presOf" srcId="{70C21CA3-FEFF-4EE1-AAB4-7A53ABBD2420}" destId="{510226E3-2D85-4F04-B35B-4C8E4A71EDBF}" srcOrd="0" destOrd="0" presId="urn:microsoft.com/office/officeart/2009/3/layout/OpposingIdeas"/>
    <dgm:cxn modelId="{4D6324EA-9742-4648-BC7A-D32D0FFEFA78}" srcId="{AF1ACC4A-9CEE-45B1-986B-D279CF740866}" destId="{AA2F929E-8CB4-4567-AB21-5FCC52936BA0}" srcOrd="6" destOrd="0" parTransId="{B3C5432F-2CD6-4BBE-9538-23B99283038C}" sibTransId="{A016975A-F637-4F83-ABC1-B15DE3868B56}"/>
    <dgm:cxn modelId="{32D768EB-49CD-4B68-A5FA-BDEA93F48743}" type="presOf" srcId="{58E6484C-5D0E-489E-B0B2-B85B4BC81E0E}" destId="{D2AEF100-3855-4679-8C0B-E1B7E9C743F3}" srcOrd="0" destOrd="1" presId="urn:microsoft.com/office/officeart/2009/3/layout/OpposingIdeas"/>
    <dgm:cxn modelId="{BBCE13F2-449E-438E-A293-369144D80AB4}" srcId="{70C21CA3-FEFF-4EE1-AAB4-7A53ABBD2420}" destId="{6D5BC801-B054-4286-881D-FE93976335B0}" srcOrd="0" destOrd="0" parTransId="{F2693B60-F970-47E3-9229-178DD7096A14}" sibTransId="{F58395FB-9F9F-4549-B3B1-B10770BFF480}"/>
    <dgm:cxn modelId="{921ECBF6-BF9E-4C47-B5F9-7A77371DC099}" srcId="{AF1ACC4A-9CEE-45B1-986B-D279CF740866}" destId="{46E18B85-0585-44F0-865B-E377EC54C46F}" srcOrd="3" destOrd="0" parTransId="{74FBE04A-473D-44F3-A616-B7C6EE334839}" sibTransId="{E03EDF14-EEEF-475E-8AA2-D2CD42B55ACB}"/>
    <dgm:cxn modelId="{0FD12CF8-453E-47C9-B6A6-DACA8EB6D173}" srcId="{70C21CA3-FEFF-4EE1-AAB4-7A53ABBD2420}" destId="{3F848B41-1444-437A-A3D1-F15123A3B39D}" srcOrd="8" destOrd="0" parTransId="{370857AF-59FE-4F46-9F9D-8CC437340609}" sibTransId="{CDA5E0DD-E3AF-4AA7-8231-104519F9D80F}"/>
    <dgm:cxn modelId="{F81B37FC-D763-43C1-98E9-81D6956564C4}" type="presOf" srcId="{136CBFBE-363C-4B6F-B34F-CC9F12C6E8BD}" destId="{BE867EE4-DB75-40FB-9E03-F86FD9E0BF57}" srcOrd="0" destOrd="0" presId="urn:microsoft.com/office/officeart/2009/3/layout/OpposingIdeas"/>
    <dgm:cxn modelId="{C415E2FE-42AB-47BD-A0AD-476A764B61DE}" srcId="{70C21CA3-FEFF-4EE1-AAB4-7A53ABBD2420}" destId="{11D676B9-014C-4189-B0F8-3B02ACCCADD8}" srcOrd="3" destOrd="0" parTransId="{24FD5F32-2371-4445-B0A1-200AA3405EFA}" sibTransId="{B2B28E10-3ABB-4C92-81C5-062B636F4A8D}"/>
    <dgm:cxn modelId="{34A6C3E2-FBB2-4E35-B611-B11B32855DE3}" type="presParOf" srcId="{BE867EE4-DB75-40FB-9E03-F86FD9E0BF57}" destId="{2041F978-7C56-45BF-8B58-10877F4F1FFE}" srcOrd="0" destOrd="0" presId="urn:microsoft.com/office/officeart/2009/3/layout/OpposingIdeas"/>
    <dgm:cxn modelId="{4D4D3F9A-D456-4F19-A25E-7438D2D709EC}" type="presParOf" srcId="{BE867EE4-DB75-40FB-9E03-F86FD9E0BF57}" destId="{7FDD152E-77F6-4327-B0F8-CC497EDF95B6}" srcOrd="1" destOrd="0" presId="urn:microsoft.com/office/officeart/2009/3/layout/OpposingIdeas"/>
    <dgm:cxn modelId="{422BE958-06A5-4D75-A47C-136480B54AD7}" type="presParOf" srcId="{BE867EE4-DB75-40FB-9E03-F86FD9E0BF57}" destId="{D2AEF100-3855-4679-8C0B-E1B7E9C743F3}" srcOrd="2" destOrd="0" presId="urn:microsoft.com/office/officeart/2009/3/layout/OpposingIdeas"/>
    <dgm:cxn modelId="{A87EF1C2-161F-49D0-8803-CD07625D7CE4}" type="presParOf" srcId="{BE867EE4-DB75-40FB-9E03-F86FD9E0BF57}" destId="{75A27A1E-2FD9-427F-9615-295A16AF2076}" srcOrd="3" destOrd="0" presId="urn:microsoft.com/office/officeart/2009/3/layout/OpposingIdeas"/>
    <dgm:cxn modelId="{97F0B005-1907-4E3B-A040-65E5FFADFE58}" type="presParOf" srcId="{BE867EE4-DB75-40FB-9E03-F86FD9E0BF57}" destId="{510226E3-2D85-4F04-B35B-4C8E4A71EDBF}" srcOrd="4" destOrd="0" presId="urn:microsoft.com/office/officeart/2009/3/layout/OpposingIdeas"/>
    <dgm:cxn modelId="{C55F547B-FFB9-47CC-A791-FFEDA8E8E8AB}" type="presParOf" srcId="{BE867EE4-DB75-40FB-9E03-F86FD9E0BF57}" destId="{CD53A73C-03F1-4783-8855-C6A9A466161F}" srcOrd="5" destOrd="0" presId="urn:microsoft.com/office/officeart/2009/3/layout/OpposingIdeas"/>
    <dgm:cxn modelId="{6AB7D4DD-F348-49AF-A73E-8BD02B3A8B1D}" type="presParOf" srcId="{BE867EE4-DB75-40FB-9E03-F86FD9E0BF57}" destId="{E9F7F4D3-1DED-4AA6-8372-A451329F60BD}" srcOrd="6" destOrd="0" presId="urn:microsoft.com/office/officeart/2009/3/layout/OpposingIdeas"/>
    <dgm:cxn modelId="{1AFDE01C-B2B7-445C-AD81-9D818C75B93C}" type="presParOf" srcId="{BE867EE4-DB75-40FB-9E03-F86FD9E0BF57}" destId="{5BA54B86-D6EF-474E-A869-DBB8CD71F145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D41B03-9A9B-4D38-9D3D-569984B3D1C5}" type="doc">
      <dgm:prSet loTypeId="urn:microsoft.com/office/officeart/2005/8/layout/hProcess7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2714D88E-2420-408D-93D5-8C35FFDC3704}">
      <dgm:prSet phldrT="[Text]"/>
      <dgm:spPr/>
      <dgm:t>
        <a:bodyPr/>
        <a:lstStyle/>
        <a:p>
          <a:pPr>
            <a:buNone/>
          </a:pPr>
          <a:r>
            <a:rPr lang="en-IN" dirty="0"/>
            <a:t>Input Iterator</a:t>
          </a:r>
        </a:p>
      </dgm:t>
    </dgm:pt>
    <dgm:pt modelId="{8A379C34-BD08-4AAC-B860-84761A96C230}" type="parTrans" cxnId="{6FCA5203-0355-47A5-A897-1A2D85A330E7}">
      <dgm:prSet/>
      <dgm:spPr/>
      <dgm:t>
        <a:bodyPr/>
        <a:lstStyle/>
        <a:p>
          <a:endParaRPr lang="en-IN"/>
        </a:p>
      </dgm:t>
    </dgm:pt>
    <dgm:pt modelId="{15D1993A-2FB4-4875-ACEB-6AB75B213B44}" type="sibTrans" cxnId="{6FCA5203-0355-47A5-A897-1A2D85A330E7}">
      <dgm:prSet/>
      <dgm:spPr/>
      <dgm:t>
        <a:bodyPr/>
        <a:lstStyle/>
        <a:p>
          <a:endParaRPr lang="en-IN"/>
        </a:p>
      </dgm:t>
    </dgm:pt>
    <dgm:pt modelId="{E32A6242-6D3F-4D1C-915F-458F1955CF25}">
      <dgm:prSet/>
      <dgm:spPr/>
      <dgm:t>
        <a:bodyPr/>
        <a:lstStyle/>
        <a:p>
          <a:pPr>
            <a:buNone/>
          </a:pPr>
          <a:r>
            <a:rPr lang="en-IN" dirty="0"/>
            <a:t>Output Iterator</a:t>
          </a:r>
        </a:p>
      </dgm:t>
    </dgm:pt>
    <dgm:pt modelId="{04BEB611-A896-4AE9-8E96-4D6D6B0ADA16}" type="parTrans" cxnId="{0BBCB042-17F0-4A29-AC44-22DE1CBCF4EE}">
      <dgm:prSet/>
      <dgm:spPr/>
      <dgm:t>
        <a:bodyPr/>
        <a:lstStyle/>
        <a:p>
          <a:endParaRPr lang="en-IN"/>
        </a:p>
      </dgm:t>
    </dgm:pt>
    <dgm:pt modelId="{10DDF882-1964-408E-BBE8-AAFF49B62974}" type="sibTrans" cxnId="{0BBCB042-17F0-4A29-AC44-22DE1CBCF4EE}">
      <dgm:prSet/>
      <dgm:spPr/>
      <dgm:t>
        <a:bodyPr/>
        <a:lstStyle/>
        <a:p>
          <a:endParaRPr lang="en-IN"/>
        </a:p>
      </dgm:t>
    </dgm:pt>
    <dgm:pt modelId="{272B6BD3-116F-45D9-920E-4FA86B3CAD4A}">
      <dgm:prSet/>
      <dgm:spPr/>
      <dgm:t>
        <a:bodyPr/>
        <a:lstStyle/>
        <a:p>
          <a:pPr>
            <a:buNone/>
          </a:pPr>
          <a:r>
            <a:rPr lang="en-IN" dirty="0"/>
            <a:t>Forward Iterator</a:t>
          </a:r>
        </a:p>
      </dgm:t>
    </dgm:pt>
    <dgm:pt modelId="{16745A0A-494B-4AF7-8ECC-154C6441D09D}" type="parTrans" cxnId="{D900E04C-DEE3-4764-B255-DDE74C50BB72}">
      <dgm:prSet/>
      <dgm:spPr/>
      <dgm:t>
        <a:bodyPr/>
        <a:lstStyle/>
        <a:p>
          <a:endParaRPr lang="en-IN"/>
        </a:p>
      </dgm:t>
    </dgm:pt>
    <dgm:pt modelId="{26714E95-3468-457B-AC6C-CE762602FCB6}" type="sibTrans" cxnId="{D900E04C-DEE3-4764-B255-DDE74C50BB72}">
      <dgm:prSet/>
      <dgm:spPr/>
      <dgm:t>
        <a:bodyPr/>
        <a:lstStyle/>
        <a:p>
          <a:endParaRPr lang="en-IN"/>
        </a:p>
      </dgm:t>
    </dgm:pt>
    <dgm:pt modelId="{1EE8CFE3-7F92-4DD9-B208-D355A7E29E85}">
      <dgm:prSet/>
      <dgm:spPr/>
      <dgm:t>
        <a:bodyPr/>
        <a:lstStyle/>
        <a:p>
          <a:pPr>
            <a:buNone/>
          </a:pPr>
          <a:r>
            <a:rPr lang="en-IN" dirty="0"/>
            <a:t>Bidirectional Iterator</a:t>
          </a:r>
        </a:p>
      </dgm:t>
    </dgm:pt>
    <dgm:pt modelId="{14F8EAD5-778D-430D-8D9E-9FCBAB6894EB}" type="parTrans" cxnId="{F09F0653-C745-4811-82CB-BF3532F44EB9}">
      <dgm:prSet/>
      <dgm:spPr/>
      <dgm:t>
        <a:bodyPr/>
        <a:lstStyle/>
        <a:p>
          <a:endParaRPr lang="en-IN"/>
        </a:p>
      </dgm:t>
    </dgm:pt>
    <dgm:pt modelId="{BFD55788-A305-498D-B864-9BDBD53FF844}" type="sibTrans" cxnId="{F09F0653-C745-4811-82CB-BF3532F44EB9}">
      <dgm:prSet/>
      <dgm:spPr/>
      <dgm:t>
        <a:bodyPr/>
        <a:lstStyle/>
        <a:p>
          <a:endParaRPr lang="en-IN"/>
        </a:p>
      </dgm:t>
    </dgm:pt>
    <dgm:pt modelId="{DA1B209D-9152-489D-878A-11AA841BCCC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Can </a:t>
          </a:r>
          <a:r>
            <a:rPr lang="en-IN" b="1"/>
            <a:t>read</a:t>
          </a:r>
          <a:r>
            <a:rPr lang="en-IN"/>
            <a:t> values</a:t>
          </a:r>
          <a:endParaRPr lang="en-IN" dirty="0"/>
        </a:p>
      </dgm:t>
    </dgm:pt>
    <dgm:pt modelId="{55BD7FA8-5069-4793-A00B-C0DBE3CDE1B6}" type="parTrans" cxnId="{B113BAEE-4290-4A1B-AD4C-F0A9064AD98F}">
      <dgm:prSet/>
      <dgm:spPr/>
      <dgm:t>
        <a:bodyPr/>
        <a:lstStyle/>
        <a:p>
          <a:endParaRPr lang="en-IN"/>
        </a:p>
      </dgm:t>
    </dgm:pt>
    <dgm:pt modelId="{9A1D735F-DDAA-4C87-9BB0-54D73CCEFBF5}" type="sibTrans" cxnId="{B113BAEE-4290-4A1B-AD4C-F0A9064AD98F}">
      <dgm:prSet/>
      <dgm:spPr/>
      <dgm:t>
        <a:bodyPr/>
        <a:lstStyle/>
        <a:p>
          <a:endParaRPr lang="en-IN"/>
        </a:p>
      </dgm:t>
    </dgm:pt>
    <dgm:pt modelId="{61E6E60B-59D9-4EFB-AAE6-362BD0D536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Only </a:t>
          </a:r>
          <a:r>
            <a:rPr lang="en-IN" b="1"/>
            <a:t>forward</a:t>
          </a:r>
          <a:r>
            <a:rPr lang="en-IN"/>
            <a:t> traversal</a:t>
          </a:r>
        </a:p>
      </dgm:t>
    </dgm:pt>
    <dgm:pt modelId="{3C95D0BB-DEBB-49B3-AA20-2C94A84970F5}" type="parTrans" cxnId="{2BD641D8-1158-43F9-84BE-909E361BD812}">
      <dgm:prSet/>
      <dgm:spPr/>
      <dgm:t>
        <a:bodyPr/>
        <a:lstStyle/>
        <a:p>
          <a:endParaRPr lang="en-IN"/>
        </a:p>
      </dgm:t>
    </dgm:pt>
    <dgm:pt modelId="{C1F59E2B-42E3-440D-AEDA-83747F2E187C}" type="sibTrans" cxnId="{2BD641D8-1158-43F9-84BE-909E361BD812}">
      <dgm:prSet/>
      <dgm:spPr/>
      <dgm:t>
        <a:bodyPr/>
        <a:lstStyle/>
        <a:p>
          <a:endParaRPr lang="en-IN"/>
        </a:p>
      </dgm:t>
    </dgm:pt>
    <dgm:pt modelId="{888788DE-F6FB-4332-A67B-1A1FED4A811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Single-pass (e.g., reading from a stream)</a:t>
          </a:r>
        </a:p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BFA8080D-60CD-42A0-9D4A-2F45241D93F8}" type="parTrans" cxnId="{FE73180D-8DEB-4E72-AEAD-EBECB15ABFC1}">
      <dgm:prSet/>
      <dgm:spPr/>
      <dgm:t>
        <a:bodyPr/>
        <a:lstStyle/>
        <a:p>
          <a:endParaRPr lang="en-IN"/>
        </a:p>
      </dgm:t>
    </dgm:pt>
    <dgm:pt modelId="{6DDDE3B0-081F-4CBE-A61B-21234E3E9202}" type="sibTrans" cxnId="{FE73180D-8DEB-4E72-AEAD-EBECB15ABFC1}">
      <dgm:prSet/>
      <dgm:spPr/>
      <dgm:t>
        <a:bodyPr/>
        <a:lstStyle/>
        <a:p>
          <a:endParaRPr lang="en-IN"/>
        </a:p>
      </dgm:t>
    </dgm:pt>
    <dgm:pt modelId="{FF191F5C-515A-4179-A68C-D5706DBE6BD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Can </a:t>
          </a:r>
          <a:r>
            <a:rPr lang="en-IN" b="1" dirty="0"/>
            <a:t>write</a:t>
          </a:r>
          <a:r>
            <a:rPr lang="en-IN" dirty="0"/>
            <a:t> values</a:t>
          </a:r>
        </a:p>
      </dgm:t>
    </dgm:pt>
    <dgm:pt modelId="{DC280048-1AF0-4AFB-AD30-38324A21A940}" type="parTrans" cxnId="{B94F0326-569F-4B98-8888-ACC8B7A6C93D}">
      <dgm:prSet/>
      <dgm:spPr/>
      <dgm:t>
        <a:bodyPr/>
        <a:lstStyle/>
        <a:p>
          <a:endParaRPr lang="en-IN"/>
        </a:p>
      </dgm:t>
    </dgm:pt>
    <dgm:pt modelId="{6BE9064A-A3D0-4BB5-8C40-E924A87789D4}" type="sibTrans" cxnId="{B94F0326-569F-4B98-8888-ACC8B7A6C93D}">
      <dgm:prSet/>
      <dgm:spPr/>
      <dgm:t>
        <a:bodyPr/>
        <a:lstStyle/>
        <a:p>
          <a:endParaRPr lang="en-IN"/>
        </a:p>
      </dgm:t>
    </dgm:pt>
    <dgm:pt modelId="{1D41B288-B7A3-40AE-9544-97169031A3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Only </a:t>
          </a:r>
          <a:r>
            <a:rPr lang="en-IN" b="1"/>
            <a:t>forward</a:t>
          </a:r>
          <a:r>
            <a:rPr lang="en-IN"/>
            <a:t> traversal</a:t>
          </a:r>
        </a:p>
      </dgm:t>
    </dgm:pt>
    <dgm:pt modelId="{F76309B2-10DD-4B0C-B5A8-12947BEF1F66}" type="parTrans" cxnId="{05777BF5-9A7B-468F-8C13-757389F99117}">
      <dgm:prSet/>
      <dgm:spPr/>
      <dgm:t>
        <a:bodyPr/>
        <a:lstStyle/>
        <a:p>
          <a:endParaRPr lang="en-IN"/>
        </a:p>
      </dgm:t>
    </dgm:pt>
    <dgm:pt modelId="{A8EC0CE1-584D-42ED-BD51-21CE50F88D1D}" type="sibTrans" cxnId="{05777BF5-9A7B-468F-8C13-757389F99117}">
      <dgm:prSet/>
      <dgm:spPr/>
      <dgm:t>
        <a:bodyPr/>
        <a:lstStyle/>
        <a:p>
          <a:endParaRPr lang="en-IN"/>
        </a:p>
      </dgm:t>
    </dgm:pt>
    <dgm:pt modelId="{8C72C4D3-3C97-4AA1-88BC-6F977E1C7FD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Used for inserting into containers</a:t>
          </a:r>
        </a:p>
      </dgm:t>
    </dgm:pt>
    <dgm:pt modelId="{72071B54-6252-4FF4-A18F-E248112C2EA5}" type="parTrans" cxnId="{98FAFC59-4905-4FCD-85BA-1D2C8A54E304}">
      <dgm:prSet/>
      <dgm:spPr/>
      <dgm:t>
        <a:bodyPr/>
        <a:lstStyle/>
        <a:p>
          <a:endParaRPr lang="en-IN"/>
        </a:p>
      </dgm:t>
    </dgm:pt>
    <dgm:pt modelId="{E9B999D1-6EB8-43C6-B49E-32468467F94A}" type="sibTrans" cxnId="{98FAFC59-4905-4FCD-85BA-1D2C8A54E304}">
      <dgm:prSet/>
      <dgm:spPr/>
      <dgm:t>
        <a:bodyPr/>
        <a:lstStyle/>
        <a:p>
          <a:endParaRPr lang="en-IN"/>
        </a:p>
      </dgm:t>
    </dgm:pt>
    <dgm:pt modelId="{65C92473-6498-488A-9CBD-BF0F38C0CC42}">
      <dgm:prSet/>
      <dgm:spPr/>
      <dgm:t>
        <a:bodyPr/>
        <a:lstStyle/>
        <a:p>
          <a:pPr>
            <a:buNone/>
          </a:pPr>
          <a:r>
            <a:rPr lang="en-US"/>
            <a:t>Supports both </a:t>
          </a:r>
          <a:r>
            <a:rPr lang="en-US" b="1"/>
            <a:t>read and write</a:t>
          </a:r>
          <a:endParaRPr lang="en-IN" dirty="0"/>
        </a:p>
      </dgm:t>
    </dgm:pt>
    <dgm:pt modelId="{5E82EA25-0521-4B01-8BA6-FF6C4DC5B9E6}" type="parTrans" cxnId="{7B20B326-2D6B-476F-96AC-95494277FD48}">
      <dgm:prSet/>
      <dgm:spPr/>
      <dgm:t>
        <a:bodyPr/>
        <a:lstStyle/>
        <a:p>
          <a:endParaRPr lang="en-IN"/>
        </a:p>
      </dgm:t>
    </dgm:pt>
    <dgm:pt modelId="{112B9DAF-379C-433E-9D21-8F6F20AB6424}" type="sibTrans" cxnId="{7B20B326-2D6B-476F-96AC-95494277FD48}">
      <dgm:prSet/>
      <dgm:spPr/>
      <dgm:t>
        <a:bodyPr/>
        <a:lstStyle/>
        <a:p>
          <a:endParaRPr lang="en-IN"/>
        </a:p>
      </dgm:t>
    </dgm:pt>
    <dgm:pt modelId="{FA68E0C2-31E8-4DDB-A202-27CD10D54541}">
      <dgm:prSet/>
      <dgm:spPr/>
      <dgm:t>
        <a:bodyPr/>
        <a:lstStyle/>
        <a:p>
          <a:pPr>
            <a:buNone/>
          </a:pPr>
          <a:r>
            <a:rPr lang="en-IN"/>
            <a:t>Allows </a:t>
          </a:r>
          <a:r>
            <a:rPr lang="en-IN" b="1"/>
            <a:t>multiple passes</a:t>
          </a:r>
          <a:endParaRPr lang="en-IN"/>
        </a:p>
      </dgm:t>
    </dgm:pt>
    <dgm:pt modelId="{8FE13469-9567-412D-ACFC-9D3CE6A52923}" type="parTrans" cxnId="{D84FAAF2-48DF-4A05-AE29-A1BF20C3888E}">
      <dgm:prSet/>
      <dgm:spPr/>
      <dgm:t>
        <a:bodyPr/>
        <a:lstStyle/>
        <a:p>
          <a:endParaRPr lang="en-IN"/>
        </a:p>
      </dgm:t>
    </dgm:pt>
    <dgm:pt modelId="{E98FD329-DA6C-44F0-A4C3-6CC7FDD90A79}" type="sibTrans" cxnId="{D84FAAF2-48DF-4A05-AE29-A1BF20C3888E}">
      <dgm:prSet/>
      <dgm:spPr/>
      <dgm:t>
        <a:bodyPr/>
        <a:lstStyle/>
        <a:p>
          <a:endParaRPr lang="en-IN"/>
        </a:p>
      </dgm:t>
    </dgm:pt>
    <dgm:pt modelId="{68F41499-B033-4C69-8232-4D2CBDB576A4}">
      <dgm:prSet/>
      <dgm:spPr/>
      <dgm:t>
        <a:bodyPr/>
        <a:lstStyle/>
        <a:p>
          <a:r>
            <a:rPr lang="en-IN"/>
            <a:t>Moves </a:t>
          </a:r>
          <a:r>
            <a:rPr lang="en-IN" b="1"/>
            <a:t>forward only</a:t>
          </a:r>
          <a:endParaRPr lang="en-IN"/>
        </a:p>
      </dgm:t>
    </dgm:pt>
    <dgm:pt modelId="{626ADD92-ABCC-4ADC-8FE1-C69A2961EF4B}" type="parTrans" cxnId="{8D2C77E5-124F-4302-8067-7511E581A0F2}">
      <dgm:prSet/>
      <dgm:spPr/>
      <dgm:t>
        <a:bodyPr/>
        <a:lstStyle/>
        <a:p>
          <a:endParaRPr lang="en-IN"/>
        </a:p>
      </dgm:t>
    </dgm:pt>
    <dgm:pt modelId="{47AB94BE-89B5-4F02-BE35-322588B0EC92}" type="sibTrans" cxnId="{8D2C77E5-124F-4302-8067-7511E581A0F2}">
      <dgm:prSet/>
      <dgm:spPr/>
      <dgm:t>
        <a:bodyPr/>
        <a:lstStyle/>
        <a:p>
          <a:endParaRPr lang="en-IN"/>
        </a:p>
      </dgm:t>
    </dgm:pt>
    <dgm:pt modelId="{76A3F093-BFCD-4219-9FF7-E070105747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All features of </a:t>
          </a:r>
          <a:r>
            <a:rPr lang="en-US" b="1"/>
            <a:t>Forward Iterator</a:t>
          </a:r>
          <a:endParaRPr lang="en-IN" dirty="0"/>
        </a:p>
      </dgm:t>
    </dgm:pt>
    <dgm:pt modelId="{CD1C9D3B-2451-4913-9C9B-934677240596}" type="parTrans" cxnId="{BC985E46-223E-43B8-BCA1-C43AFDB446C0}">
      <dgm:prSet/>
      <dgm:spPr/>
      <dgm:t>
        <a:bodyPr/>
        <a:lstStyle/>
        <a:p>
          <a:endParaRPr lang="en-IN"/>
        </a:p>
      </dgm:t>
    </dgm:pt>
    <dgm:pt modelId="{7898DEB0-1F74-4230-887E-B999091FEA99}" type="sibTrans" cxnId="{BC985E46-223E-43B8-BCA1-C43AFDB446C0}">
      <dgm:prSet/>
      <dgm:spPr/>
      <dgm:t>
        <a:bodyPr/>
        <a:lstStyle/>
        <a:p>
          <a:endParaRPr lang="en-IN"/>
        </a:p>
      </dgm:t>
    </dgm:pt>
    <dgm:pt modelId="{9C411233-B259-4078-A683-318C553B3B1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Can move </a:t>
          </a:r>
          <a:r>
            <a:rPr lang="en-US" b="1"/>
            <a:t>forward and backward</a:t>
          </a:r>
          <a:endParaRPr lang="en-US"/>
        </a:p>
      </dgm:t>
    </dgm:pt>
    <dgm:pt modelId="{8FB1AA62-30EB-4EF6-A9FC-079C1BFDD8EB}" type="parTrans" cxnId="{D999749C-001A-41A2-A68C-B3E85AD86E62}">
      <dgm:prSet/>
      <dgm:spPr/>
      <dgm:t>
        <a:bodyPr/>
        <a:lstStyle/>
        <a:p>
          <a:endParaRPr lang="en-IN"/>
        </a:p>
      </dgm:t>
    </dgm:pt>
    <dgm:pt modelId="{5A56C461-2D4B-4FF1-A235-1393E06F256F}" type="sibTrans" cxnId="{D999749C-001A-41A2-A68C-B3E85AD86E62}">
      <dgm:prSet/>
      <dgm:spPr/>
      <dgm:t>
        <a:bodyPr/>
        <a:lstStyle/>
        <a:p>
          <a:endParaRPr lang="en-IN"/>
        </a:p>
      </dgm:t>
    </dgm:pt>
    <dgm:pt modelId="{FF9EC487-BB1D-47D3-9E6D-C156FF1E389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Random Access Iterator</a:t>
          </a:r>
          <a:endParaRPr lang="en-US" dirty="0"/>
        </a:p>
      </dgm:t>
    </dgm:pt>
    <dgm:pt modelId="{C9DFAA31-49AF-4D88-9D43-D18BC1B21FD3}" type="parTrans" cxnId="{E96DE84B-5B4E-4765-8636-E0D34816FB43}">
      <dgm:prSet/>
      <dgm:spPr/>
      <dgm:t>
        <a:bodyPr/>
        <a:lstStyle/>
        <a:p>
          <a:endParaRPr lang="en-IN"/>
        </a:p>
      </dgm:t>
    </dgm:pt>
    <dgm:pt modelId="{B20CB1C0-A988-49B6-8D70-B799F33D426F}" type="sibTrans" cxnId="{E96DE84B-5B4E-4765-8636-E0D34816FB43}">
      <dgm:prSet/>
      <dgm:spPr/>
      <dgm:t>
        <a:bodyPr/>
        <a:lstStyle/>
        <a:p>
          <a:endParaRPr lang="en-IN"/>
        </a:p>
      </dgm:t>
    </dgm:pt>
    <dgm:pt modelId="{4CBDFCCA-AD0E-4B47-AFB8-369EB71DA5C7}">
      <dgm:prSet/>
      <dgm:spPr/>
      <dgm:t>
        <a:bodyPr/>
        <a:lstStyle/>
        <a:p>
          <a:pPr>
            <a:buNone/>
          </a:pPr>
          <a:r>
            <a:rPr lang="en-US"/>
            <a:t>All features of </a:t>
          </a:r>
          <a:r>
            <a:rPr lang="en-US" b="1"/>
            <a:t>Bidirectional Iterator</a:t>
          </a:r>
          <a:endParaRPr lang="en-US" dirty="0"/>
        </a:p>
      </dgm:t>
    </dgm:pt>
    <dgm:pt modelId="{0874A880-6F58-4DBC-8F36-20916C3AC025}" type="parTrans" cxnId="{A8A2EB30-82EA-4ABB-AC50-3D95499C1138}">
      <dgm:prSet/>
      <dgm:spPr/>
      <dgm:t>
        <a:bodyPr/>
        <a:lstStyle/>
        <a:p>
          <a:endParaRPr lang="en-IN"/>
        </a:p>
      </dgm:t>
    </dgm:pt>
    <dgm:pt modelId="{982BFE7C-7FB7-4301-832C-5715FBF1AE2A}" type="sibTrans" cxnId="{A8A2EB30-82EA-4ABB-AC50-3D95499C1138}">
      <dgm:prSet/>
      <dgm:spPr/>
      <dgm:t>
        <a:bodyPr/>
        <a:lstStyle/>
        <a:p>
          <a:endParaRPr lang="en-IN"/>
        </a:p>
      </dgm:t>
    </dgm:pt>
    <dgm:pt modelId="{37240014-0CB3-4AAD-A831-1D57C7D854E9}">
      <dgm:prSet/>
      <dgm:spPr/>
      <dgm:t>
        <a:bodyPr/>
        <a:lstStyle/>
        <a:p>
          <a:pPr>
            <a:buNone/>
          </a:pPr>
          <a:r>
            <a:rPr lang="en-US"/>
            <a:t>Supports </a:t>
          </a:r>
          <a:r>
            <a:rPr lang="en-US" b="1"/>
            <a:t>jumping to any element directly</a:t>
          </a:r>
          <a:endParaRPr lang="en-US"/>
        </a:p>
      </dgm:t>
    </dgm:pt>
    <dgm:pt modelId="{C8EF8E33-7786-430D-BA43-9EDF3A90D692}" type="parTrans" cxnId="{2BF1CEF7-868B-4EDD-8DFA-BA1665B59326}">
      <dgm:prSet/>
      <dgm:spPr/>
      <dgm:t>
        <a:bodyPr/>
        <a:lstStyle/>
        <a:p>
          <a:endParaRPr lang="en-IN"/>
        </a:p>
      </dgm:t>
    </dgm:pt>
    <dgm:pt modelId="{1467F432-8954-4CB9-8B8F-45902A6A412D}" type="sibTrans" cxnId="{2BF1CEF7-868B-4EDD-8DFA-BA1665B59326}">
      <dgm:prSet/>
      <dgm:spPr/>
      <dgm:t>
        <a:bodyPr/>
        <a:lstStyle/>
        <a:p>
          <a:endParaRPr lang="en-IN"/>
        </a:p>
      </dgm:t>
    </dgm:pt>
    <dgm:pt modelId="{248959E2-F2D4-4C2C-B835-A8B3B47EC3C3}">
      <dgm:prSet/>
      <dgm:spPr/>
      <dgm:t>
        <a:bodyPr/>
        <a:lstStyle/>
        <a:p>
          <a:r>
            <a:rPr lang="en-IN"/>
            <a:t>Like array indexing</a:t>
          </a:r>
        </a:p>
      </dgm:t>
    </dgm:pt>
    <dgm:pt modelId="{13915572-19F0-4CBA-B7A7-5E2AD6BF8C19}" type="parTrans" cxnId="{5E9F293C-ADD0-4DDF-A4ED-268149970B36}">
      <dgm:prSet/>
      <dgm:spPr/>
      <dgm:t>
        <a:bodyPr/>
        <a:lstStyle/>
        <a:p>
          <a:endParaRPr lang="en-IN"/>
        </a:p>
      </dgm:t>
    </dgm:pt>
    <dgm:pt modelId="{9FAD2442-D393-4621-9EFD-7A0475838637}" type="sibTrans" cxnId="{5E9F293C-ADD0-4DDF-A4ED-268149970B36}">
      <dgm:prSet/>
      <dgm:spPr/>
      <dgm:t>
        <a:bodyPr/>
        <a:lstStyle/>
        <a:p>
          <a:endParaRPr lang="en-IN"/>
        </a:p>
      </dgm:t>
    </dgm:pt>
    <dgm:pt modelId="{DAD68A04-04BE-4EA4-97DF-9D82B30A8A0A}" type="pres">
      <dgm:prSet presAssocID="{EAD41B03-9A9B-4D38-9D3D-569984B3D1C5}" presName="Name0" presStyleCnt="0">
        <dgm:presLayoutVars>
          <dgm:dir/>
          <dgm:animLvl val="lvl"/>
          <dgm:resizeHandles val="exact"/>
        </dgm:presLayoutVars>
      </dgm:prSet>
      <dgm:spPr/>
    </dgm:pt>
    <dgm:pt modelId="{4B118254-621D-49A0-A019-073A63E0FB1F}" type="pres">
      <dgm:prSet presAssocID="{2714D88E-2420-408D-93D5-8C35FFDC3704}" presName="compositeNode" presStyleCnt="0">
        <dgm:presLayoutVars>
          <dgm:bulletEnabled val="1"/>
        </dgm:presLayoutVars>
      </dgm:prSet>
      <dgm:spPr/>
    </dgm:pt>
    <dgm:pt modelId="{35C42F9D-8EF5-430C-B981-B086149A8A8A}" type="pres">
      <dgm:prSet presAssocID="{2714D88E-2420-408D-93D5-8C35FFDC3704}" presName="bgRect" presStyleLbl="node1" presStyleIdx="0" presStyleCnt="5"/>
      <dgm:spPr/>
    </dgm:pt>
    <dgm:pt modelId="{C03E887C-2A87-4A54-9089-D9C4A0E1115E}" type="pres">
      <dgm:prSet presAssocID="{2714D88E-2420-408D-93D5-8C35FFDC3704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991292D0-C49F-4788-9182-6CF467DCDD01}" type="pres">
      <dgm:prSet presAssocID="{2714D88E-2420-408D-93D5-8C35FFDC3704}" presName="childNode" presStyleLbl="node1" presStyleIdx="0" presStyleCnt="5">
        <dgm:presLayoutVars>
          <dgm:bulletEnabled val="1"/>
        </dgm:presLayoutVars>
      </dgm:prSet>
      <dgm:spPr/>
    </dgm:pt>
    <dgm:pt modelId="{2DDD0DEE-77AC-4EB2-99A3-4E2F7C8DDE4E}" type="pres">
      <dgm:prSet presAssocID="{15D1993A-2FB4-4875-ACEB-6AB75B213B44}" presName="hSp" presStyleCnt="0"/>
      <dgm:spPr/>
    </dgm:pt>
    <dgm:pt modelId="{65BE68D4-2407-4B3D-8D90-8DF8856CAC9F}" type="pres">
      <dgm:prSet presAssocID="{15D1993A-2FB4-4875-ACEB-6AB75B213B44}" presName="vProcSp" presStyleCnt="0"/>
      <dgm:spPr/>
    </dgm:pt>
    <dgm:pt modelId="{D1F34DDB-7CA9-4B41-92D0-74AAD4C93D62}" type="pres">
      <dgm:prSet presAssocID="{15D1993A-2FB4-4875-ACEB-6AB75B213B44}" presName="vSp1" presStyleCnt="0"/>
      <dgm:spPr/>
    </dgm:pt>
    <dgm:pt modelId="{6F5FA3F7-CC86-42C6-9659-9410A8641025}" type="pres">
      <dgm:prSet presAssocID="{15D1993A-2FB4-4875-ACEB-6AB75B213B44}" presName="simulatedConn" presStyleLbl="solidFgAcc1" presStyleIdx="0" presStyleCnt="4"/>
      <dgm:spPr/>
    </dgm:pt>
    <dgm:pt modelId="{3B1CA3E4-1C3E-4214-B5DC-54E40EFD644F}" type="pres">
      <dgm:prSet presAssocID="{15D1993A-2FB4-4875-ACEB-6AB75B213B44}" presName="vSp2" presStyleCnt="0"/>
      <dgm:spPr/>
    </dgm:pt>
    <dgm:pt modelId="{BE44C873-1AD0-48F1-B66B-E68C585FAA8C}" type="pres">
      <dgm:prSet presAssocID="{15D1993A-2FB4-4875-ACEB-6AB75B213B44}" presName="sibTrans" presStyleCnt="0"/>
      <dgm:spPr/>
    </dgm:pt>
    <dgm:pt modelId="{4C378CDE-134E-4647-9C00-1A2521A2C7A4}" type="pres">
      <dgm:prSet presAssocID="{E32A6242-6D3F-4D1C-915F-458F1955CF25}" presName="compositeNode" presStyleCnt="0">
        <dgm:presLayoutVars>
          <dgm:bulletEnabled val="1"/>
        </dgm:presLayoutVars>
      </dgm:prSet>
      <dgm:spPr/>
    </dgm:pt>
    <dgm:pt modelId="{E700D2FC-6EE3-48E6-B376-050613B384D0}" type="pres">
      <dgm:prSet presAssocID="{E32A6242-6D3F-4D1C-915F-458F1955CF25}" presName="bgRect" presStyleLbl="node1" presStyleIdx="1" presStyleCnt="5"/>
      <dgm:spPr/>
    </dgm:pt>
    <dgm:pt modelId="{A0014584-F6CE-48BA-B496-8B6FF5087B43}" type="pres">
      <dgm:prSet presAssocID="{E32A6242-6D3F-4D1C-915F-458F1955CF25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DE928182-7805-4715-A266-C1592DA53B85}" type="pres">
      <dgm:prSet presAssocID="{E32A6242-6D3F-4D1C-915F-458F1955CF25}" presName="childNode" presStyleLbl="node1" presStyleIdx="1" presStyleCnt="5">
        <dgm:presLayoutVars>
          <dgm:bulletEnabled val="1"/>
        </dgm:presLayoutVars>
      </dgm:prSet>
      <dgm:spPr/>
    </dgm:pt>
    <dgm:pt modelId="{B9E51C66-3D95-4C19-899B-D16ECA426F18}" type="pres">
      <dgm:prSet presAssocID="{10DDF882-1964-408E-BBE8-AAFF49B62974}" presName="hSp" presStyleCnt="0"/>
      <dgm:spPr/>
    </dgm:pt>
    <dgm:pt modelId="{9CBDF09B-2DD7-4465-B711-9B16EB4BD42F}" type="pres">
      <dgm:prSet presAssocID="{10DDF882-1964-408E-BBE8-AAFF49B62974}" presName="vProcSp" presStyleCnt="0"/>
      <dgm:spPr/>
    </dgm:pt>
    <dgm:pt modelId="{98CFC30E-A96D-4A4A-B22C-649AC033FF3A}" type="pres">
      <dgm:prSet presAssocID="{10DDF882-1964-408E-BBE8-AAFF49B62974}" presName="vSp1" presStyleCnt="0"/>
      <dgm:spPr/>
    </dgm:pt>
    <dgm:pt modelId="{8F0DD6D2-4542-47DE-90D3-D0A8B14FC002}" type="pres">
      <dgm:prSet presAssocID="{10DDF882-1964-408E-BBE8-AAFF49B62974}" presName="simulatedConn" presStyleLbl="solidFgAcc1" presStyleIdx="1" presStyleCnt="4"/>
      <dgm:spPr/>
    </dgm:pt>
    <dgm:pt modelId="{BB159CF2-6BE0-4C4E-9EF8-2DF0D2C6934F}" type="pres">
      <dgm:prSet presAssocID="{10DDF882-1964-408E-BBE8-AAFF49B62974}" presName="vSp2" presStyleCnt="0"/>
      <dgm:spPr/>
    </dgm:pt>
    <dgm:pt modelId="{6AE08185-A3E6-4775-920E-77FFBCBC92E7}" type="pres">
      <dgm:prSet presAssocID="{10DDF882-1964-408E-BBE8-AAFF49B62974}" presName="sibTrans" presStyleCnt="0"/>
      <dgm:spPr/>
    </dgm:pt>
    <dgm:pt modelId="{2EE6E97F-9E17-4099-A1F0-04FDF7915FCD}" type="pres">
      <dgm:prSet presAssocID="{272B6BD3-116F-45D9-920E-4FA86B3CAD4A}" presName="compositeNode" presStyleCnt="0">
        <dgm:presLayoutVars>
          <dgm:bulletEnabled val="1"/>
        </dgm:presLayoutVars>
      </dgm:prSet>
      <dgm:spPr/>
    </dgm:pt>
    <dgm:pt modelId="{44BC62F1-FD18-454C-B3AD-8D53A54EB2BB}" type="pres">
      <dgm:prSet presAssocID="{272B6BD3-116F-45D9-920E-4FA86B3CAD4A}" presName="bgRect" presStyleLbl="node1" presStyleIdx="2" presStyleCnt="5"/>
      <dgm:spPr/>
    </dgm:pt>
    <dgm:pt modelId="{A5B3C197-D685-411B-8977-7429609B0F3E}" type="pres">
      <dgm:prSet presAssocID="{272B6BD3-116F-45D9-920E-4FA86B3CAD4A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5D1B8B2C-5E14-40CB-8C76-E495C0EDB2F5}" type="pres">
      <dgm:prSet presAssocID="{272B6BD3-116F-45D9-920E-4FA86B3CAD4A}" presName="childNode" presStyleLbl="node1" presStyleIdx="2" presStyleCnt="5">
        <dgm:presLayoutVars>
          <dgm:bulletEnabled val="1"/>
        </dgm:presLayoutVars>
      </dgm:prSet>
      <dgm:spPr/>
    </dgm:pt>
    <dgm:pt modelId="{1569959A-52CE-46FF-B514-930272786C09}" type="pres">
      <dgm:prSet presAssocID="{26714E95-3468-457B-AC6C-CE762602FCB6}" presName="hSp" presStyleCnt="0"/>
      <dgm:spPr/>
    </dgm:pt>
    <dgm:pt modelId="{7DA308AD-4A39-4323-A5E4-6AB7E7BDD85E}" type="pres">
      <dgm:prSet presAssocID="{26714E95-3468-457B-AC6C-CE762602FCB6}" presName="vProcSp" presStyleCnt="0"/>
      <dgm:spPr/>
    </dgm:pt>
    <dgm:pt modelId="{23586CEA-78F8-4056-995D-F0C4054B470C}" type="pres">
      <dgm:prSet presAssocID="{26714E95-3468-457B-AC6C-CE762602FCB6}" presName="vSp1" presStyleCnt="0"/>
      <dgm:spPr/>
    </dgm:pt>
    <dgm:pt modelId="{2451ECDF-34B2-4DC7-B53C-56B30D8634B0}" type="pres">
      <dgm:prSet presAssocID="{26714E95-3468-457B-AC6C-CE762602FCB6}" presName="simulatedConn" presStyleLbl="solidFgAcc1" presStyleIdx="2" presStyleCnt="4"/>
      <dgm:spPr/>
    </dgm:pt>
    <dgm:pt modelId="{F1529774-D855-49AC-AEE7-955A00F1AD33}" type="pres">
      <dgm:prSet presAssocID="{26714E95-3468-457B-AC6C-CE762602FCB6}" presName="vSp2" presStyleCnt="0"/>
      <dgm:spPr/>
    </dgm:pt>
    <dgm:pt modelId="{8D010CB3-6843-403E-8750-C5B0D7671A2F}" type="pres">
      <dgm:prSet presAssocID="{26714E95-3468-457B-AC6C-CE762602FCB6}" presName="sibTrans" presStyleCnt="0"/>
      <dgm:spPr/>
    </dgm:pt>
    <dgm:pt modelId="{D97B8635-DA37-4624-8596-B6E704C16E34}" type="pres">
      <dgm:prSet presAssocID="{1EE8CFE3-7F92-4DD9-B208-D355A7E29E85}" presName="compositeNode" presStyleCnt="0">
        <dgm:presLayoutVars>
          <dgm:bulletEnabled val="1"/>
        </dgm:presLayoutVars>
      </dgm:prSet>
      <dgm:spPr/>
    </dgm:pt>
    <dgm:pt modelId="{D4E8DC2B-D1F7-45B7-A8BE-E6ABF95E5392}" type="pres">
      <dgm:prSet presAssocID="{1EE8CFE3-7F92-4DD9-B208-D355A7E29E85}" presName="bgRect" presStyleLbl="node1" presStyleIdx="3" presStyleCnt="5"/>
      <dgm:spPr/>
    </dgm:pt>
    <dgm:pt modelId="{58C79F5B-9E84-4F68-BDE2-F677FA2FB261}" type="pres">
      <dgm:prSet presAssocID="{1EE8CFE3-7F92-4DD9-B208-D355A7E29E85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0508BF8B-C37B-42BE-A20F-DEFB2B4980B2}" type="pres">
      <dgm:prSet presAssocID="{1EE8CFE3-7F92-4DD9-B208-D355A7E29E85}" presName="childNode" presStyleLbl="node1" presStyleIdx="3" presStyleCnt="5">
        <dgm:presLayoutVars>
          <dgm:bulletEnabled val="1"/>
        </dgm:presLayoutVars>
      </dgm:prSet>
      <dgm:spPr/>
    </dgm:pt>
    <dgm:pt modelId="{545B2986-60DB-4A77-926F-1C548BB96750}" type="pres">
      <dgm:prSet presAssocID="{BFD55788-A305-498D-B864-9BDBD53FF844}" presName="hSp" presStyleCnt="0"/>
      <dgm:spPr/>
    </dgm:pt>
    <dgm:pt modelId="{6D5DF702-4573-47AE-8064-15E04ED1F625}" type="pres">
      <dgm:prSet presAssocID="{BFD55788-A305-498D-B864-9BDBD53FF844}" presName="vProcSp" presStyleCnt="0"/>
      <dgm:spPr/>
    </dgm:pt>
    <dgm:pt modelId="{01716962-0C2F-4A16-8939-601AD72225B8}" type="pres">
      <dgm:prSet presAssocID="{BFD55788-A305-498D-B864-9BDBD53FF844}" presName="vSp1" presStyleCnt="0"/>
      <dgm:spPr/>
    </dgm:pt>
    <dgm:pt modelId="{C1F2B28E-61ED-4059-9585-8CF600DBFB2D}" type="pres">
      <dgm:prSet presAssocID="{BFD55788-A305-498D-B864-9BDBD53FF844}" presName="simulatedConn" presStyleLbl="solidFgAcc1" presStyleIdx="3" presStyleCnt="4"/>
      <dgm:spPr/>
    </dgm:pt>
    <dgm:pt modelId="{9DADA986-2A7A-43A2-9FAE-F1E438153927}" type="pres">
      <dgm:prSet presAssocID="{BFD55788-A305-498D-B864-9BDBD53FF844}" presName="vSp2" presStyleCnt="0"/>
      <dgm:spPr/>
    </dgm:pt>
    <dgm:pt modelId="{3BD7166A-0751-40D5-85AA-AC3AFFD300D1}" type="pres">
      <dgm:prSet presAssocID="{BFD55788-A305-498D-B864-9BDBD53FF844}" presName="sibTrans" presStyleCnt="0"/>
      <dgm:spPr/>
    </dgm:pt>
    <dgm:pt modelId="{370721FA-1984-496B-8355-66E3EC7975C5}" type="pres">
      <dgm:prSet presAssocID="{FF9EC487-BB1D-47D3-9E6D-C156FF1E389A}" presName="compositeNode" presStyleCnt="0">
        <dgm:presLayoutVars>
          <dgm:bulletEnabled val="1"/>
        </dgm:presLayoutVars>
      </dgm:prSet>
      <dgm:spPr/>
    </dgm:pt>
    <dgm:pt modelId="{E299D6B7-8211-48B9-852D-032C5D566393}" type="pres">
      <dgm:prSet presAssocID="{FF9EC487-BB1D-47D3-9E6D-C156FF1E389A}" presName="bgRect" presStyleLbl="node1" presStyleIdx="4" presStyleCnt="5"/>
      <dgm:spPr/>
    </dgm:pt>
    <dgm:pt modelId="{50E2729C-1705-4089-942F-4737708523CF}" type="pres">
      <dgm:prSet presAssocID="{FF9EC487-BB1D-47D3-9E6D-C156FF1E389A}" presName="parentNode" presStyleLbl="node1" presStyleIdx="4" presStyleCnt="5">
        <dgm:presLayoutVars>
          <dgm:chMax val="0"/>
          <dgm:bulletEnabled val="1"/>
        </dgm:presLayoutVars>
      </dgm:prSet>
      <dgm:spPr/>
    </dgm:pt>
    <dgm:pt modelId="{A3426FD0-56AA-46D3-B491-4B66264D09EA}" type="pres">
      <dgm:prSet presAssocID="{FF9EC487-BB1D-47D3-9E6D-C156FF1E389A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6FCA5203-0355-47A5-A897-1A2D85A330E7}" srcId="{EAD41B03-9A9B-4D38-9D3D-569984B3D1C5}" destId="{2714D88E-2420-408D-93D5-8C35FFDC3704}" srcOrd="0" destOrd="0" parTransId="{8A379C34-BD08-4AAC-B860-84761A96C230}" sibTransId="{15D1993A-2FB4-4875-ACEB-6AB75B213B44}"/>
    <dgm:cxn modelId="{44C77507-8E47-476C-86E9-0C619BB28E4D}" type="presOf" srcId="{E32A6242-6D3F-4D1C-915F-458F1955CF25}" destId="{E700D2FC-6EE3-48E6-B376-050613B384D0}" srcOrd="0" destOrd="0" presId="urn:microsoft.com/office/officeart/2005/8/layout/hProcess7"/>
    <dgm:cxn modelId="{EC92050B-BB81-4D90-9A8A-20221225CCA0}" type="presOf" srcId="{1D41B288-B7A3-40AE-9544-97169031A3CC}" destId="{DE928182-7805-4715-A266-C1592DA53B85}" srcOrd="0" destOrd="1" presId="urn:microsoft.com/office/officeart/2005/8/layout/hProcess7"/>
    <dgm:cxn modelId="{FE73180D-8DEB-4E72-AEAD-EBECB15ABFC1}" srcId="{2714D88E-2420-408D-93D5-8C35FFDC3704}" destId="{888788DE-F6FB-4332-A67B-1A1FED4A8119}" srcOrd="2" destOrd="0" parTransId="{BFA8080D-60CD-42A0-9D4A-2F45241D93F8}" sibTransId="{6DDDE3B0-081F-4CBE-A61B-21234E3E9202}"/>
    <dgm:cxn modelId="{93D5810D-9AB9-459D-81A9-EB608BC0E3CA}" type="presOf" srcId="{37240014-0CB3-4AAD-A831-1D57C7D854E9}" destId="{A3426FD0-56AA-46D3-B491-4B66264D09EA}" srcOrd="0" destOrd="1" presId="urn:microsoft.com/office/officeart/2005/8/layout/hProcess7"/>
    <dgm:cxn modelId="{D6A40911-3F97-4AF3-8F93-B6489A2B8B34}" type="presOf" srcId="{248959E2-F2D4-4C2C-B835-A8B3B47EC3C3}" destId="{A3426FD0-56AA-46D3-B491-4B66264D09EA}" srcOrd="0" destOrd="2" presId="urn:microsoft.com/office/officeart/2005/8/layout/hProcess7"/>
    <dgm:cxn modelId="{304ADF21-D31F-434A-B101-D06CF904BCE1}" type="presOf" srcId="{9C411233-B259-4078-A683-318C553B3B19}" destId="{0508BF8B-C37B-42BE-A20F-DEFB2B4980B2}" srcOrd="0" destOrd="1" presId="urn:microsoft.com/office/officeart/2005/8/layout/hProcess7"/>
    <dgm:cxn modelId="{586C1023-16E8-4022-91CE-D6CF93EB19D2}" type="presOf" srcId="{4CBDFCCA-AD0E-4B47-AFB8-369EB71DA5C7}" destId="{A3426FD0-56AA-46D3-B491-4B66264D09EA}" srcOrd="0" destOrd="0" presId="urn:microsoft.com/office/officeart/2005/8/layout/hProcess7"/>
    <dgm:cxn modelId="{B94F0326-569F-4B98-8888-ACC8B7A6C93D}" srcId="{E32A6242-6D3F-4D1C-915F-458F1955CF25}" destId="{FF191F5C-515A-4179-A68C-D5706DBE6BD9}" srcOrd="0" destOrd="0" parTransId="{DC280048-1AF0-4AFB-AD30-38324A21A940}" sibTransId="{6BE9064A-A3D0-4BB5-8C40-E924A87789D4}"/>
    <dgm:cxn modelId="{7B20B326-2D6B-476F-96AC-95494277FD48}" srcId="{272B6BD3-116F-45D9-920E-4FA86B3CAD4A}" destId="{65C92473-6498-488A-9CBD-BF0F38C0CC42}" srcOrd="0" destOrd="0" parTransId="{5E82EA25-0521-4B01-8BA6-FF6C4DC5B9E6}" sibTransId="{112B9DAF-379C-433E-9D21-8F6F20AB6424}"/>
    <dgm:cxn modelId="{56DF6D2B-348C-4FAC-B819-96A66AA1F3A5}" type="presOf" srcId="{8C72C4D3-3C97-4AA1-88BC-6F977E1C7FD5}" destId="{DE928182-7805-4715-A266-C1592DA53B85}" srcOrd="0" destOrd="2" presId="urn:microsoft.com/office/officeart/2005/8/layout/hProcess7"/>
    <dgm:cxn modelId="{A8A2EB30-82EA-4ABB-AC50-3D95499C1138}" srcId="{FF9EC487-BB1D-47D3-9E6D-C156FF1E389A}" destId="{4CBDFCCA-AD0E-4B47-AFB8-369EB71DA5C7}" srcOrd="0" destOrd="0" parTransId="{0874A880-6F58-4DBC-8F36-20916C3AC025}" sibTransId="{982BFE7C-7FB7-4301-832C-5715FBF1AE2A}"/>
    <dgm:cxn modelId="{5E9F293C-ADD0-4DDF-A4ED-268149970B36}" srcId="{FF9EC487-BB1D-47D3-9E6D-C156FF1E389A}" destId="{248959E2-F2D4-4C2C-B835-A8B3B47EC3C3}" srcOrd="2" destOrd="0" parTransId="{13915572-19F0-4CBA-B7A7-5E2AD6BF8C19}" sibTransId="{9FAD2442-D393-4621-9EFD-7A0475838637}"/>
    <dgm:cxn modelId="{61DF9D5D-6AB1-4E05-8E23-82B6ABC395CC}" type="presOf" srcId="{1EE8CFE3-7F92-4DD9-B208-D355A7E29E85}" destId="{58C79F5B-9E84-4F68-BDE2-F677FA2FB261}" srcOrd="1" destOrd="0" presId="urn:microsoft.com/office/officeart/2005/8/layout/hProcess7"/>
    <dgm:cxn modelId="{3240425E-077D-42EC-932A-93299FEB5BFA}" type="presOf" srcId="{FF9EC487-BB1D-47D3-9E6D-C156FF1E389A}" destId="{50E2729C-1705-4089-942F-4737708523CF}" srcOrd="1" destOrd="0" presId="urn:microsoft.com/office/officeart/2005/8/layout/hProcess7"/>
    <dgm:cxn modelId="{0BBCB042-17F0-4A29-AC44-22DE1CBCF4EE}" srcId="{EAD41B03-9A9B-4D38-9D3D-569984B3D1C5}" destId="{E32A6242-6D3F-4D1C-915F-458F1955CF25}" srcOrd="1" destOrd="0" parTransId="{04BEB611-A896-4AE9-8E96-4D6D6B0ADA16}" sibTransId="{10DDF882-1964-408E-BBE8-AAFF49B62974}"/>
    <dgm:cxn modelId="{BC985E46-223E-43B8-BCA1-C43AFDB446C0}" srcId="{1EE8CFE3-7F92-4DD9-B208-D355A7E29E85}" destId="{76A3F093-BFCD-4219-9FF7-E07010574787}" srcOrd="0" destOrd="0" parTransId="{CD1C9D3B-2451-4913-9C9B-934677240596}" sibTransId="{7898DEB0-1F74-4230-887E-B999091FEA99}"/>
    <dgm:cxn modelId="{4B770469-D980-448A-8786-2418BC393E59}" type="presOf" srcId="{65C92473-6498-488A-9CBD-BF0F38C0CC42}" destId="{5D1B8B2C-5E14-40CB-8C76-E495C0EDB2F5}" srcOrd="0" destOrd="0" presId="urn:microsoft.com/office/officeart/2005/8/layout/hProcess7"/>
    <dgm:cxn modelId="{E96DE84B-5B4E-4765-8636-E0D34816FB43}" srcId="{EAD41B03-9A9B-4D38-9D3D-569984B3D1C5}" destId="{FF9EC487-BB1D-47D3-9E6D-C156FF1E389A}" srcOrd="4" destOrd="0" parTransId="{C9DFAA31-49AF-4D88-9D43-D18BC1B21FD3}" sibTransId="{B20CB1C0-A988-49B6-8D70-B799F33D426F}"/>
    <dgm:cxn modelId="{D900E04C-DEE3-4764-B255-DDE74C50BB72}" srcId="{EAD41B03-9A9B-4D38-9D3D-569984B3D1C5}" destId="{272B6BD3-116F-45D9-920E-4FA86B3CAD4A}" srcOrd="2" destOrd="0" parTransId="{16745A0A-494B-4AF7-8ECC-154C6441D09D}" sibTransId="{26714E95-3468-457B-AC6C-CE762602FCB6}"/>
    <dgm:cxn modelId="{08699A6D-6196-45AD-9707-C406325ABB3D}" type="presOf" srcId="{FA68E0C2-31E8-4DDB-A202-27CD10D54541}" destId="{5D1B8B2C-5E14-40CB-8C76-E495C0EDB2F5}" srcOrd="0" destOrd="1" presId="urn:microsoft.com/office/officeart/2005/8/layout/hProcess7"/>
    <dgm:cxn modelId="{E9FACC70-3C78-48C4-A175-72A7AF6880DF}" type="presOf" srcId="{EAD41B03-9A9B-4D38-9D3D-569984B3D1C5}" destId="{DAD68A04-04BE-4EA4-97DF-9D82B30A8A0A}" srcOrd="0" destOrd="0" presId="urn:microsoft.com/office/officeart/2005/8/layout/hProcess7"/>
    <dgm:cxn modelId="{F09F0653-C745-4811-82CB-BF3532F44EB9}" srcId="{EAD41B03-9A9B-4D38-9D3D-569984B3D1C5}" destId="{1EE8CFE3-7F92-4DD9-B208-D355A7E29E85}" srcOrd="3" destOrd="0" parTransId="{14F8EAD5-778D-430D-8D9E-9FCBAB6894EB}" sibTransId="{BFD55788-A305-498D-B864-9BDBD53FF844}"/>
    <dgm:cxn modelId="{98FAFC59-4905-4FCD-85BA-1D2C8A54E304}" srcId="{E32A6242-6D3F-4D1C-915F-458F1955CF25}" destId="{8C72C4D3-3C97-4AA1-88BC-6F977E1C7FD5}" srcOrd="2" destOrd="0" parTransId="{72071B54-6252-4FF4-A18F-E248112C2EA5}" sibTransId="{E9B999D1-6EB8-43C6-B49E-32468467F94A}"/>
    <dgm:cxn modelId="{91C3C586-E9E3-4C7E-B9CE-6EFF594CE651}" type="presOf" srcId="{76A3F093-BFCD-4219-9FF7-E07010574787}" destId="{0508BF8B-C37B-42BE-A20F-DEFB2B4980B2}" srcOrd="0" destOrd="0" presId="urn:microsoft.com/office/officeart/2005/8/layout/hProcess7"/>
    <dgm:cxn modelId="{922E2690-0566-4B14-82AC-7D4300D0543C}" type="presOf" srcId="{FF9EC487-BB1D-47D3-9E6D-C156FF1E389A}" destId="{E299D6B7-8211-48B9-852D-032C5D566393}" srcOrd="0" destOrd="0" presId="urn:microsoft.com/office/officeart/2005/8/layout/hProcess7"/>
    <dgm:cxn modelId="{D999749C-001A-41A2-A68C-B3E85AD86E62}" srcId="{1EE8CFE3-7F92-4DD9-B208-D355A7E29E85}" destId="{9C411233-B259-4078-A683-318C553B3B19}" srcOrd="1" destOrd="0" parTransId="{8FB1AA62-30EB-4EF6-A9FC-079C1BFDD8EB}" sibTransId="{5A56C461-2D4B-4FF1-A235-1393E06F256F}"/>
    <dgm:cxn modelId="{F1187FA0-1119-49B1-B4B2-D2C5AAC5FA1F}" type="presOf" srcId="{2714D88E-2420-408D-93D5-8C35FFDC3704}" destId="{35C42F9D-8EF5-430C-B981-B086149A8A8A}" srcOrd="0" destOrd="0" presId="urn:microsoft.com/office/officeart/2005/8/layout/hProcess7"/>
    <dgm:cxn modelId="{B930F4AA-E2ED-4681-83B7-4F536AA1182D}" type="presOf" srcId="{272B6BD3-116F-45D9-920E-4FA86B3CAD4A}" destId="{44BC62F1-FD18-454C-B3AD-8D53A54EB2BB}" srcOrd="0" destOrd="0" presId="urn:microsoft.com/office/officeart/2005/8/layout/hProcess7"/>
    <dgm:cxn modelId="{31EFF6AF-18B5-48FA-B880-CE556816DAF5}" type="presOf" srcId="{1EE8CFE3-7F92-4DD9-B208-D355A7E29E85}" destId="{D4E8DC2B-D1F7-45B7-A8BE-E6ABF95E5392}" srcOrd="0" destOrd="0" presId="urn:microsoft.com/office/officeart/2005/8/layout/hProcess7"/>
    <dgm:cxn modelId="{5CD557B1-342D-42F3-ABC2-744227C4629C}" type="presOf" srcId="{68F41499-B033-4C69-8232-4D2CBDB576A4}" destId="{5D1B8B2C-5E14-40CB-8C76-E495C0EDB2F5}" srcOrd="0" destOrd="2" presId="urn:microsoft.com/office/officeart/2005/8/layout/hProcess7"/>
    <dgm:cxn modelId="{9B2A1DBC-64EB-44B4-9205-92588E815011}" type="presOf" srcId="{E32A6242-6D3F-4D1C-915F-458F1955CF25}" destId="{A0014584-F6CE-48BA-B496-8B6FF5087B43}" srcOrd="1" destOrd="0" presId="urn:microsoft.com/office/officeart/2005/8/layout/hProcess7"/>
    <dgm:cxn modelId="{B996F1C8-A665-4582-818A-EFF4EA075B29}" type="presOf" srcId="{888788DE-F6FB-4332-A67B-1A1FED4A8119}" destId="{991292D0-C49F-4788-9182-6CF467DCDD01}" srcOrd="0" destOrd="2" presId="urn:microsoft.com/office/officeart/2005/8/layout/hProcess7"/>
    <dgm:cxn modelId="{D4579CD2-5ED6-4FD3-8FE9-A9F58B791CC5}" type="presOf" srcId="{FF191F5C-515A-4179-A68C-D5706DBE6BD9}" destId="{DE928182-7805-4715-A266-C1592DA53B85}" srcOrd="0" destOrd="0" presId="urn:microsoft.com/office/officeart/2005/8/layout/hProcess7"/>
    <dgm:cxn modelId="{331E01D7-E743-44E1-9B24-B5BE84AB7E94}" type="presOf" srcId="{2714D88E-2420-408D-93D5-8C35FFDC3704}" destId="{C03E887C-2A87-4A54-9089-D9C4A0E1115E}" srcOrd="1" destOrd="0" presId="urn:microsoft.com/office/officeart/2005/8/layout/hProcess7"/>
    <dgm:cxn modelId="{2BD641D8-1158-43F9-84BE-909E361BD812}" srcId="{2714D88E-2420-408D-93D5-8C35FFDC3704}" destId="{61E6E60B-59D9-4EFB-AAE6-362BD0D5363A}" srcOrd="1" destOrd="0" parTransId="{3C95D0BB-DEBB-49B3-AA20-2C94A84970F5}" sibTransId="{C1F59E2B-42E3-440D-AEDA-83747F2E187C}"/>
    <dgm:cxn modelId="{D7ECAADB-5831-48CA-BED0-006106595D73}" type="presOf" srcId="{DA1B209D-9152-489D-878A-11AA841BCCC0}" destId="{991292D0-C49F-4788-9182-6CF467DCDD01}" srcOrd="0" destOrd="0" presId="urn:microsoft.com/office/officeart/2005/8/layout/hProcess7"/>
    <dgm:cxn modelId="{8D2C77E5-124F-4302-8067-7511E581A0F2}" srcId="{272B6BD3-116F-45D9-920E-4FA86B3CAD4A}" destId="{68F41499-B033-4C69-8232-4D2CBDB576A4}" srcOrd="2" destOrd="0" parTransId="{626ADD92-ABCC-4ADC-8FE1-C69A2961EF4B}" sibTransId="{47AB94BE-89B5-4F02-BE35-322588B0EC92}"/>
    <dgm:cxn modelId="{B113BAEE-4290-4A1B-AD4C-F0A9064AD98F}" srcId="{2714D88E-2420-408D-93D5-8C35FFDC3704}" destId="{DA1B209D-9152-489D-878A-11AA841BCCC0}" srcOrd="0" destOrd="0" parTransId="{55BD7FA8-5069-4793-A00B-C0DBE3CDE1B6}" sibTransId="{9A1D735F-DDAA-4C87-9BB0-54D73CCEFBF5}"/>
    <dgm:cxn modelId="{D84FAAF2-48DF-4A05-AE29-A1BF20C3888E}" srcId="{272B6BD3-116F-45D9-920E-4FA86B3CAD4A}" destId="{FA68E0C2-31E8-4DDB-A202-27CD10D54541}" srcOrd="1" destOrd="0" parTransId="{8FE13469-9567-412D-ACFC-9D3CE6A52923}" sibTransId="{E98FD329-DA6C-44F0-A4C3-6CC7FDD90A79}"/>
    <dgm:cxn modelId="{05777BF5-9A7B-468F-8C13-757389F99117}" srcId="{E32A6242-6D3F-4D1C-915F-458F1955CF25}" destId="{1D41B288-B7A3-40AE-9544-97169031A3CC}" srcOrd="1" destOrd="0" parTransId="{F76309B2-10DD-4B0C-B5A8-12947BEF1F66}" sibTransId="{A8EC0CE1-584D-42ED-BD51-21CE50F88D1D}"/>
    <dgm:cxn modelId="{2BF1CEF7-868B-4EDD-8DFA-BA1665B59326}" srcId="{FF9EC487-BB1D-47D3-9E6D-C156FF1E389A}" destId="{37240014-0CB3-4AAD-A831-1D57C7D854E9}" srcOrd="1" destOrd="0" parTransId="{C8EF8E33-7786-430D-BA43-9EDF3A90D692}" sibTransId="{1467F432-8954-4CB9-8B8F-45902A6A412D}"/>
    <dgm:cxn modelId="{077755F8-2816-4988-80A1-0C170D3467ED}" type="presOf" srcId="{61E6E60B-59D9-4EFB-AAE6-362BD0D5363A}" destId="{991292D0-C49F-4788-9182-6CF467DCDD01}" srcOrd="0" destOrd="1" presId="urn:microsoft.com/office/officeart/2005/8/layout/hProcess7"/>
    <dgm:cxn modelId="{5AB9E3FA-C80C-4551-8C71-B4825F167532}" type="presOf" srcId="{272B6BD3-116F-45D9-920E-4FA86B3CAD4A}" destId="{A5B3C197-D685-411B-8977-7429609B0F3E}" srcOrd="1" destOrd="0" presId="urn:microsoft.com/office/officeart/2005/8/layout/hProcess7"/>
    <dgm:cxn modelId="{EDAD037A-FDFF-4B82-8992-0986D0CED0B3}" type="presParOf" srcId="{DAD68A04-04BE-4EA4-97DF-9D82B30A8A0A}" destId="{4B118254-621D-49A0-A019-073A63E0FB1F}" srcOrd="0" destOrd="0" presId="urn:microsoft.com/office/officeart/2005/8/layout/hProcess7"/>
    <dgm:cxn modelId="{BB425696-7414-4990-A262-75AB7EE183A8}" type="presParOf" srcId="{4B118254-621D-49A0-A019-073A63E0FB1F}" destId="{35C42F9D-8EF5-430C-B981-B086149A8A8A}" srcOrd="0" destOrd="0" presId="urn:microsoft.com/office/officeart/2005/8/layout/hProcess7"/>
    <dgm:cxn modelId="{FAD44C0D-E6FE-4B1B-9D8D-8499BAB992EE}" type="presParOf" srcId="{4B118254-621D-49A0-A019-073A63E0FB1F}" destId="{C03E887C-2A87-4A54-9089-D9C4A0E1115E}" srcOrd="1" destOrd="0" presId="urn:microsoft.com/office/officeart/2005/8/layout/hProcess7"/>
    <dgm:cxn modelId="{0B5D7384-E47E-4FF3-A2EC-EAF3C7A2EFBE}" type="presParOf" srcId="{4B118254-621D-49A0-A019-073A63E0FB1F}" destId="{991292D0-C49F-4788-9182-6CF467DCDD01}" srcOrd="2" destOrd="0" presId="urn:microsoft.com/office/officeart/2005/8/layout/hProcess7"/>
    <dgm:cxn modelId="{6DC13E3E-836D-4F2C-B82A-7F5C11FB4103}" type="presParOf" srcId="{DAD68A04-04BE-4EA4-97DF-9D82B30A8A0A}" destId="{2DDD0DEE-77AC-4EB2-99A3-4E2F7C8DDE4E}" srcOrd="1" destOrd="0" presId="urn:microsoft.com/office/officeart/2005/8/layout/hProcess7"/>
    <dgm:cxn modelId="{85EF68F9-B45C-4491-AD9A-08B4D7E7BB4D}" type="presParOf" srcId="{DAD68A04-04BE-4EA4-97DF-9D82B30A8A0A}" destId="{65BE68D4-2407-4B3D-8D90-8DF8856CAC9F}" srcOrd="2" destOrd="0" presId="urn:microsoft.com/office/officeart/2005/8/layout/hProcess7"/>
    <dgm:cxn modelId="{39F722A0-06A1-4B2B-98F5-167C89CD2057}" type="presParOf" srcId="{65BE68D4-2407-4B3D-8D90-8DF8856CAC9F}" destId="{D1F34DDB-7CA9-4B41-92D0-74AAD4C93D62}" srcOrd="0" destOrd="0" presId="urn:microsoft.com/office/officeart/2005/8/layout/hProcess7"/>
    <dgm:cxn modelId="{CF7048A7-8BCE-4782-AB48-98DDD707C2BF}" type="presParOf" srcId="{65BE68D4-2407-4B3D-8D90-8DF8856CAC9F}" destId="{6F5FA3F7-CC86-42C6-9659-9410A8641025}" srcOrd="1" destOrd="0" presId="urn:microsoft.com/office/officeart/2005/8/layout/hProcess7"/>
    <dgm:cxn modelId="{00ECEA45-3A06-4D9C-ADE2-33AD63BD70DF}" type="presParOf" srcId="{65BE68D4-2407-4B3D-8D90-8DF8856CAC9F}" destId="{3B1CA3E4-1C3E-4214-B5DC-54E40EFD644F}" srcOrd="2" destOrd="0" presId="urn:microsoft.com/office/officeart/2005/8/layout/hProcess7"/>
    <dgm:cxn modelId="{9005350C-2D26-4C46-B099-7FFA5B1E2B5D}" type="presParOf" srcId="{DAD68A04-04BE-4EA4-97DF-9D82B30A8A0A}" destId="{BE44C873-1AD0-48F1-B66B-E68C585FAA8C}" srcOrd="3" destOrd="0" presId="urn:microsoft.com/office/officeart/2005/8/layout/hProcess7"/>
    <dgm:cxn modelId="{3C1C228C-F785-4DC4-BE00-95F2A8C15124}" type="presParOf" srcId="{DAD68A04-04BE-4EA4-97DF-9D82B30A8A0A}" destId="{4C378CDE-134E-4647-9C00-1A2521A2C7A4}" srcOrd="4" destOrd="0" presId="urn:microsoft.com/office/officeart/2005/8/layout/hProcess7"/>
    <dgm:cxn modelId="{612C8CBE-7AE5-4A97-95D8-049550705B4A}" type="presParOf" srcId="{4C378CDE-134E-4647-9C00-1A2521A2C7A4}" destId="{E700D2FC-6EE3-48E6-B376-050613B384D0}" srcOrd="0" destOrd="0" presId="urn:microsoft.com/office/officeart/2005/8/layout/hProcess7"/>
    <dgm:cxn modelId="{0A5412E0-E7F6-492A-AB38-CAD87F8B7B33}" type="presParOf" srcId="{4C378CDE-134E-4647-9C00-1A2521A2C7A4}" destId="{A0014584-F6CE-48BA-B496-8B6FF5087B43}" srcOrd="1" destOrd="0" presId="urn:microsoft.com/office/officeart/2005/8/layout/hProcess7"/>
    <dgm:cxn modelId="{C3DA7D48-8A68-4494-9F16-18DA7D3B1185}" type="presParOf" srcId="{4C378CDE-134E-4647-9C00-1A2521A2C7A4}" destId="{DE928182-7805-4715-A266-C1592DA53B85}" srcOrd="2" destOrd="0" presId="urn:microsoft.com/office/officeart/2005/8/layout/hProcess7"/>
    <dgm:cxn modelId="{07196652-E36A-40ED-8D91-25EAB00E1C3B}" type="presParOf" srcId="{DAD68A04-04BE-4EA4-97DF-9D82B30A8A0A}" destId="{B9E51C66-3D95-4C19-899B-D16ECA426F18}" srcOrd="5" destOrd="0" presId="urn:microsoft.com/office/officeart/2005/8/layout/hProcess7"/>
    <dgm:cxn modelId="{D3BC5AF1-0011-4B47-A138-356D27AC3581}" type="presParOf" srcId="{DAD68A04-04BE-4EA4-97DF-9D82B30A8A0A}" destId="{9CBDF09B-2DD7-4465-B711-9B16EB4BD42F}" srcOrd="6" destOrd="0" presId="urn:microsoft.com/office/officeart/2005/8/layout/hProcess7"/>
    <dgm:cxn modelId="{54563528-5EB1-417A-B499-825A35B4F94C}" type="presParOf" srcId="{9CBDF09B-2DD7-4465-B711-9B16EB4BD42F}" destId="{98CFC30E-A96D-4A4A-B22C-649AC033FF3A}" srcOrd="0" destOrd="0" presId="urn:microsoft.com/office/officeart/2005/8/layout/hProcess7"/>
    <dgm:cxn modelId="{9F783A9B-BF07-4320-B4C7-A2E5348BC42C}" type="presParOf" srcId="{9CBDF09B-2DD7-4465-B711-9B16EB4BD42F}" destId="{8F0DD6D2-4542-47DE-90D3-D0A8B14FC002}" srcOrd="1" destOrd="0" presId="urn:microsoft.com/office/officeart/2005/8/layout/hProcess7"/>
    <dgm:cxn modelId="{E57A6EA7-E9F6-4719-932E-9174F6A4A78D}" type="presParOf" srcId="{9CBDF09B-2DD7-4465-B711-9B16EB4BD42F}" destId="{BB159CF2-6BE0-4C4E-9EF8-2DF0D2C6934F}" srcOrd="2" destOrd="0" presId="urn:microsoft.com/office/officeart/2005/8/layout/hProcess7"/>
    <dgm:cxn modelId="{65E36A34-3AD7-4C22-B18D-3C15AD32583F}" type="presParOf" srcId="{DAD68A04-04BE-4EA4-97DF-9D82B30A8A0A}" destId="{6AE08185-A3E6-4775-920E-77FFBCBC92E7}" srcOrd="7" destOrd="0" presId="urn:microsoft.com/office/officeart/2005/8/layout/hProcess7"/>
    <dgm:cxn modelId="{D61A4A03-44BA-4D86-91E2-93F5CA0CB864}" type="presParOf" srcId="{DAD68A04-04BE-4EA4-97DF-9D82B30A8A0A}" destId="{2EE6E97F-9E17-4099-A1F0-04FDF7915FCD}" srcOrd="8" destOrd="0" presId="urn:microsoft.com/office/officeart/2005/8/layout/hProcess7"/>
    <dgm:cxn modelId="{631823A3-7E2B-48AC-B371-6CB47E1D7BA6}" type="presParOf" srcId="{2EE6E97F-9E17-4099-A1F0-04FDF7915FCD}" destId="{44BC62F1-FD18-454C-B3AD-8D53A54EB2BB}" srcOrd="0" destOrd="0" presId="urn:microsoft.com/office/officeart/2005/8/layout/hProcess7"/>
    <dgm:cxn modelId="{0F572E17-A0FB-4B13-A2CF-0A841AACFEDB}" type="presParOf" srcId="{2EE6E97F-9E17-4099-A1F0-04FDF7915FCD}" destId="{A5B3C197-D685-411B-8977-7429609B0F3E}" srcOrd="1" destOrd="0" presId="urn:microsoft.com/office/officeart/2005/8/layout/hProcess7"/>
    <dgm:cxn modelId="{50F37F9A-5BA3-48CD-8617-E4A32B1B57FC}" type="presParOf" srcId="{2EE6E97F-9E17-4099-A1F0-04FDF7915FCD}" destId="{5D1B8B2C-5E14-40CB-8C76-E495C0EDB2F5}" srcOrd="2" destOrd="0" presId="urn:microsoft.com/office/officeart/2005/8/layout/hProcess7"/>
    <dgm:cxn modelId="{5AF22EE2-9B64-4228-A6D7-232B56A87F63}" type="presParOf" srcId="{DAD68A04-04BE-4EA4-97DF-9D82B30A8A0A}" destId="{1569959A-52CE-46FF-B514-930272786C09}" srcOrd="9" destOrd="0" presId="urn:microsoft.com/office/officeart/2005/8/layout/hProcess7"/>
    <dgm:cxn modelId="{BC1CCA91-6949-4611-A424-CD33BBD02548}" type="presParOf" srcId="{DAD68A04-04BE-4EA4-97DF-9D82B30A8A0A}" destId="{7DA308AD-4A39-4323-A5E4-6AB7E7BDD85E}" srcOrd="10" destOrd="0" presId="urn:microsoft.com/office/officeart/2005/8/layout/hProcess7"/>
    <dgm:cxn modelId="{B75E7FF0-9312-4E81-9FAE-7FE17269A7C8}" type="presParOf" srcId="{7DA308AD-4A39-4323-A5E4-6AB7E7BDD85E}" destId="{23586CEA-78F8-4056-995D-F0C4054B470C}" srcOrd="0" destOrd="0" presId="urn:microsoft.com/office/officeart/2005/8/layout/hProcess7"/>
    <dgm:cxn modelId="{B37DCF50-E127-419B-92D0-7DF0D2E01A4B}" type="presParOf" srcId="{7DA308AD-4A39-4323-A5E4-6AB7E7BDD85E}" destId="{2451ECDF-34B2-4DC7-B53C-56B30D8634B0}" srcOrd="1" destOrd="0" presId="urn:microsoft.com/office/officeart/2005/8/layout/hProcess7"/>
    <dgm:cxn modelId="{62AE005A-73BA-438F-888F-A1AEA3384472}" type="presParOf" srcId="{7DA308AD-4A39-4323-A5E4-6AB7E7BDD85E}" destId="{F1529774-D855-49AC-AEE7-955A00F1AD33}" srcOrd="2" destOrd="0" presId="urn:microsoft.com/office/officeart/2005/8/layout/hProcess7"/>
    <dgm:cxn modelId="{3672C9DC-4EC9-409B-BD23-40CB025DB32E}" type="presParOf" srcId="{DAD68A04-04BE-4EA4-97DF-9D82B30A8A0A}" destId="{8D010CB3-6843-403E-8750-C5B0D7671A2F}" srcOrd="11" destOrd="0" presId="urn:microsoft.com/office/officeart/2005/8/layout/hProcess7"/>
    <dgm:cxn modelId="{8B84F1C9-ED72-4CC0-92C9-7C347A9DFFB0}" type="presParOf" srcId="{DAD68A04-04BE-4EA4-97DF-9D82B30A8A0A}" destId="{D97B8635-DA37-4624-8596-B6E704C16E34}" srcOrd="12" destOrd="0" presId="urn:microsoft.com/office/officeart/2005/8/layout/hProcess7"/>
    <dgm:cxn modelId="{86788B38-909F-4F1E-82B0-906916AAF99B}" type="presParOf" srcId="{D97B8635-DA37-4624-8596-B6E704C16E34}" destId="{D4E8DC2B-D1F7-45B7-A8BE-E6ABF95E5392}" srcOrd="0" destOrd="0" presId="urn:microsoft.com/office/officeart/2005/8/layout/hProcess7"/>
    <dgm:cxn modelId="{D38A07D3-3AC2-4F41-AB84-263B53BC542A}" type="presParOf" srcId="{D97B8635-DA37-4624-8596-B6E704C16E34}" destId="{58C79F5B-9E84-4F68-BDE2-F677FA2FB261}" srcOrd="1" destOrd="0" presId="urn:microsoft.com/office/officeart/2005/8/layout/hProcess7"/>
    <dgm:cxn modelId="{988D2CBE-BA7A-4AB1-A352-D94EDF3EC76D}" type="presParOf" srcId="{D97B8635-DA37-4624-8596-B6E704C16E34}" destId="{0508BF8B-C37B-42BE-A20F-DEFB2B4980B2}" srcOrd="2" destOrd="0" presId="urn:microsoft.com/office/officeart/2005/8/layout/hProcess7"/>
    <dgm:cxn modelId="{EF988271-4183-4CC9-A535-8E0DB3F767A4}" type="presParOf" srcId="{DAD68A04-04BE-4EA4-97DF-9D82B30A8A0A}" destId="{545B2986-60DB-4A77-926F-1C548BB96750}" srcOrd="13" destOrd="0" presId="urn:microsoft.com/office/officeart/2005/8/layout/hProcess7"/>
    <dgm:cxn modelId="{8AC9EFC6-14CE-4FF2-951A-0B9AB90842DA}" type="presParOf" srcId="{DAD68A04-04BE-4EA4-97DF-9D82B30A8A0A}" destId="{6D5DF702-4573-47AE-8064-15E04ED1F625}" srcOrd="14" destOrd="0" presId="urn:microsoft.com/office/officeart/2005/8/layout/hProcess7"/>
    <dgm:cxn modelId="{B0BC081D-5315-45E2-A52D-6430112B978D}" type="presParOf" srcId="{6D5DF702-4573-47AE-8064-15E04ED1F625}" destId="{01716962-0C2F-4A16-8939-601AD72225B8}" srcOrd="0" destOrd="0" presId="urn:microsoft.com/office/officeart/2005/8/layout/hProcess7"/>
    <dgm:cxn modelId="{F212F4B9-B8B1-4B5F-80D3-E836B458B825}" type="presParOf" srcId="{6D5DF702-4573-47AE-8064-15E04ED1F625}" destId="{C1F2B28E-61ED-4059-9585-8CF600DBFB2D}" srcOrd="1" destOrd="0" presId="urn:microsoft.com/office/officeart/2005/8/layout/hProcess7"/>
    <dgm:cxn modelId="{4AF1D8E9-A0A2-45F4-82EA-C6625A8EB109}" type="presParOf" srcId="{6D5DF702-4573-47AE-8064-15E04ED1F625}" destId="{9DADA986-2A7A-43A2-9FAE-F1E438153927}" srcOrd="2" destOrd="0" presId="urn:microsoft.com/office/officeart/2005/8/layout/hProcess7"/>
    <dgm:cxn modelId="{FB1040A1-A691-4EFA-9CB6-49A849D49505}" type="presParOf" srcId="{DAD68A04-04BE-4EA4-97DF-9D82B30A8A0A}" destId="{3BD7166A-0751-40D5-85AA-AC3AFFD300D1}" srcOrd="15" destOrd="0" presId="urn:microsoft.com/office/officeart/2005/8/layout/hProcess7"/>
    <dgm:cxn modelId="{BBF22B5B-2AF8-455B-B883-50BD8C12E478}" type="presParOf" srcId="{DAD68A04-04BE-4EA4-97DF-9D82B30A8A0A}" destId="{370721FA-1984-496B-8355-66E3EC7975C5}" srcOrd="16" destOrd="0" presId="urn:microsoft.com/office/officeart/2005/8/layout/hProcess7"/>
    <dgm:cxn modelId="{388AEFB8-78AF-468A-9E2F-5EC8BDFF33C1}" type="presParOf" srcId="{370721FA-1984-496B-8355-66E3EC7975C5}" destId="{E299D6B7-8211-48B9-852D-032C5D566393}" srcOrd="0" destOrd="0" presId="urn:microsoft.com/office/officeart/2005/8/layout/hProcess7"/>
    <dgm:cxn modelId="{51AF1681-4B35-49B7-843D-916D29DFEF80}" type="presParOf" srcId="{370721FA-1984-496B-8355-66E3EC7975C5}" destId="{50E2729C-1705-4089-942F-4737708523CF}" srcOrd="1" destOrd="0" presId="urn:microsoft.com/office/officeart/2005/8/layout/hProcess7"/>
    <dgm:cxn modelId="{07F2DAE2-CE2E-4F71-A99A-FB1D0C07FC18}" type="presParOf" srcId="{370721FA-1984-496B-8355-66E3EC7975C5}" destId="{A3426FD0-56AA-46D3-B491-4B66264D09E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800DBF-A2B2-4FA7-9B73-0C25707C6ED7}" type="doc">
      <dgm:prSet loTypeId="urn:microsoft.com/office/officeart/2009/3/layout/PieProcess" loCatId="list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D565421A-C86F-4F0C-A56D-3DE2A91948C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Arithmetic Functors</a:t>
          </a:r>
        </a:p>
      </dgm:t>
    </dgm:pt>
    <dgm:pt modelId="{350E3CC3-FD6D-454B-A0F6-52EF35877BAC}" type="parTrans" cxnId="{C9811CE2-92A7-4096-AE15-B3D266F4FDA8}">
      <dgm:prSet/>
      <dgm:spPr/>
      <dgm:t>
        <a:bodyPr/>
        <a:lstStyle/>
        <a:p>
          <a:endParaRPr lang="en-IN"/>
        </a:p>
      </dgm:t>
    </dgm:pt>
    <dgm:pt modelId="{5E9C6F1E-7F06-4EC3-A0A3-101AB0C61B78}" type="sibTrans" cxnId="{C9811CE2-92A7-4096-AE15-B3D266F4FDA8}">
      <dgm:prSet/>
      <dgm:spPr/>
      <dgm:t>
        <a:bodyPr/>
        <a:lstStyle/>
        <a:p>
          <a:endParaRPr lang="en-IN"/>
        </a:p>
      </dgm:t>
    </dgm:pt>
    <dgm:pt modelId="{9262024B-C740-4E42-AB6F-806FD937BB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Relational Functors</a:t>
          </a:r>
        </a:p>
      </dgm:t>
    </dgm:pt>
    <dgm:pt modelId="{B20DC5B7-36D5-4BAF-9116-09C6667F8FAA}" type="parTrans" cxnId="{FF6CE3DF-EE9D-4793-B62F-4F92B4DC3648}">
      <dgm:prSet/>
      <dgm:spPr/>
      <dgm:t>
        <a:bodyPr/>
        <a:lstStyle/>
        <a:p>
          <a:endParaRPr lang="en-IN"/>
        </a:p>
      </dgm:t>
    </dgm:pt>
    <dgm:pt modelId="{AFE38462-4FC2-400F-B467-846F8A155B11}" type="sibTrans" cxnId="{FF6CE3DF-EE9D-4793-B62F-4F92B4DC3648}">
      <dgm:prSet/>
      <dgm:spPr/>
      <dgm:t>
        <a:bodyPr/>
        <a:lstStyle/>
        <a:p>
          <a:endParaRPr lang="en-IN"/>
        </a:p>
      </dgm:t>
    </dgm:pt>
    <dgm:pt modelId="{8C3E1684-831B-4E18-B670-B42B39B59F9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Logical Functors</a:t>
          </a:r>
        </a:p>
      </dgm:t>
    </dgm:pt>
    <dgm:pt modelId="{DD47778D-42F5-4F50-BB0C-E45E49CFF60A}" type="parTrans" cxnId="{9425D925-1836-4BB0-9E46-B30E8404929F}">
      <dgm:prSet/>
      <dgm:spPr/>
      <dgm:t>
        <a:bodyPr/>
        <a:lstStyle/>
        <a:p>
          <a:endParaRPr lang="en-IN"/>
        </a:p>
      </dgm:t>
    </dgm:pt>
    <dgm:pt modelId="{15D65E0B-F289-4FB7-9058-0FF7ECA4827F}" type="sibTrans" cxnId="{9425D925-1836-4BB0-9E46-B30E8404929F}">
      <dgm:prSet/>
      <dgm:spPr/>
      <dgm:t>
        <a:bodyPr/>
        <a:lstStyle/>
        <a:p>
          <a:endParaRPr lang="en-IN"/>
        </a:p>
      </dgm:t>
    </dgm:pt>
    <dgm:pt modelId="{D2F02E03-3C40-4980-AE92-54B2E7CFA1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Bitwise Functors</a:t>
          </a:r>
        </a:p>
      </dgm:t>
    </dgm:pt>
    <dgm:pt modelId="{C7711F82-BE09-4673-B788-CBD310BB1FBB}" type="parTrans" cxnId="{4F085C6F-8A31-482D-95A1-59B8D38DD19C}">
      <dgm:prSet/>
      <dgm:spPr/>
      <dgm:t>
        <a:bodyPr/>
        <a:lstStyle/>
        <a:p>
          <a:endParaRPr lang="en-IN"/>
        </a:p>
      </dgm:t>
    </dgm:pt>
    <dgm:pt modelId="{A3D03A90-F42C-43E5-B7CC-47C6DE99D798}" type="sibTrans" cxnId="{4F085C6F-8A31-482D-95A1-59B8D38DD19C}">
      <dgm:prSet/>
      <dgm:spPr/>
      <dgm:t>
        <a:bodyPr/>
        <a:lstStyle/>
        <a:p>
          <a:endParaRPr lang="en-IN"/>
        </a:p>
      </dgm:t>
    </dgm:pt>
    <dgm:pt modelId="{22133C34-6969-4398-A36C-BEC96CE68A4F}">
      <dgm:prSet phldrT="[Text]"/>
      <dgm:spPr/>
      <dgm:t>
        <a:bodyPr/>
        <a:lstStyle/>
        <a:p>
          <a:pPr>
            <a:buNone/>
          </a:pPr>
          <a:r>
            <a:rPr lang="en-US" dirty="0"/>
            <a:t>plus: Sum of two values</a:t>
          </a:r>
          <a:endParaRPr lang="en-IN" dirty="0"/>
        </a:p>
      </dgm:t>
    </dgm:pt>
    <dgm:pt modelId="{946D1ADA-ABD5-49B3-9928-2A272309F69C}" type="parTrans" cxnId="{42D4834E-F0DC-4B31-A1FC-22963B1817AE}">
      <dgm:prSet/>
      <dgm:spPr/>
      <dgm:t>
        <a:bodyPr/>
        <a:lstStyle/>
        <a:p>
          <a:endParaRPr lang="en-IN"/>
        </a:p>
      </dgm:t>
    </dgm:pt>
    <dgm:pt modelId="{27B05C6E-2E9D-437F-96A9-43845C7EF48F}" type="sibTrans" cxnId="{42D4834E-F0DC-4B31-A1FC-22963B1817AE}">
      <dgm:prSet/>
      <dgm:spPr/>
      <dgm:t>
        <a:bodyPr/>
        <a:lstStyle/>
        <a:p>
          <a:endParaRPr lang="en-IN"/>
        </a:p>
      </dgm:t>
    </dgm:pt>
    <dgm:pt modelId="{56116AA1-C6A3-4F35-9FAF-21B0D16A74A7}">
      <dgm:prSet/>
      <dgm:spPr/>
      <dgm:t>
        <a:bodyPr/>
        <a:lstStyle/>
        <a:p>
          <a:pPr>
            <a:buNone/>
          </a:pPr>
          <a:r>
            <a:rPr lang="en-IN" dirty="0"/>
            <a:t>minus: Difference between values</a:t>
          </a:r>
        </a:p>
      </dgm:t>
    </dgm:pt>
    <dgm:pt modelId="{06DFFAB9-1DFF-4997-8E90-E5AA4AC00E6C}" type="parTrans" cxnId="{8BA74CF6-C8E2-4204-B600-1858341DE14B}">
      <dgm:prSet/>
      <dgm:spPr/>
      <dgm:t>
        <a:bodyPr/>
        <a:lstStyle/>
        <a:p>
          <a:endParaRPr lang="en-IN"/>
        </a:p>
      </dgm:t>
    </dgm:pt>
    <dgm:pt modelId="{4260E088-2AA4-4056-A2AC-24174D0C64FB}" type="sibTrans" cxnId="{8BA74CF6-C8E2-4204-B600-1858341DE14B}">
      <dgm:prSet/>
      <dgm:spPr/>
      <dgm:t>
        <a:bodyPr/>
        <a:lstStyle/>
        <a:p>
          <a:endParaRPr lang="en-IN"/>
        </a:p>
      </dgm:t>
    </dgm:pt>
    <dgm:pt modelId="{81648061-596A-47B9-B0AC-CAD0AD7B3096}">
      <dgm:prSet/>
      <dgm:spPr/>
      <dgm:t>
        <a:bodyPr/>
        <a:lstStyle/>
        <a:p>
          <a:pPr>
            <a:buNone/>
          </a:pPr>
          <a:r>
            <a:rPr lang="en-IN" dirty="0"/>
            <a:t>multiplies: Product of values</a:t>
          </a:r>
        </a:p>
      </dgm:t>
    </dgm:pt>
    <dgm:pt modelId="{7936E454-EB0F-4D69-A6E1-211741AB0CD3}" type="parTrans" cxnId="{2A75A888-6812-4704-9FB4-003F6AF7DE72}">
      <dgm:prSet/>
      <dgm:spPr/>
      <dgm:t>
        <a:bodyPr/>
        <a:lstStyle/>
        <a:p>
          <a:endParaRPr lang="en-IN"/>
        </a:p>
      </dgm:t>
    </dgm:pt>
    <dgm:pt modelId="{37D75AD9-950C-45DF-A4E8-2DE977E99F00}" type="sibTrans" cxnId="{2A75A888-6812-4704-9FB4-003F6AF7DE72}">
      <dgm:prSet/>
      <dgm:spPr/>
      <dgm:t>
        <a:bodyPr/>
        <a:lstStyle/>
        <a:p>
          <a:endParaRPr lang="en-IN"/>
        </a:p>
      </dgm:t>
    </dgm:pt>
    <dgm:pt modelId="{E5B6329E-31C4-402B-BBF6-A589C4DCCF7B}">
      <dgm:prSet/>
      <dgm:spPr/>
      <dgm:t>
        <a:bodyPr/>
        <a:lstStyle/>
        <a:p>
          <a:pPr>
            <a:buNone/>
          </a:pPr>
          <a:r>
            <a:rPr lang="en-IN" dirty="0"/>
            <a:t>divides: Quotient of division</a:t>
          </a:r>
        </a:p>
      </dgm:t>
    </dgm:pt>
    <dgm:pt modelId="{846C87EB-DCB5-4D75-80BC-8BA8AEA33837}" type="parTrans" cxnId="{A864C3EF-F69E-4B51-BCD3-949113E9DD32}">
      <dgm:prSet/>
      <dgm:spPr/>
      <dgm:t>
        <a:bodyPr/>
        <a:lstStyle/>
        <a:p>
          <a:endParaRPr lang="en-IN"/>
        </a:p>
      </dgm:t>
    </dgm:pt>
    <dgm:pt modelId="{3BC4ADAC-F986-48A4-9EF1-7610E91BCFB8}" type="sibTrans" cxnId="{A864C3EF-F69E-4B51-BCD3-949113E9DD32}">
      <dgm:prSet/>
      <dgm:spPr/>
      <dgm:t>
        <a:bodyPr/>
        <a:lstStyle/>
        <a:p>
          <a:endParaRPr lang="en-IN"/>
        </a:p>
      </dgm:t>
    </dgm:pt>
    <dgm:pt modelId="{55B3A360-B086-40E2-9816-A7AAD2B3DD6F}">
      <dgm:prSet/>
      <dgm:spPr/>
      <dgm:t>
        <a:bodyPr/>
        <a:lstStyle/>
        <a:p>
          <a:pPr>
            <a:buNone/>
          </a:pPr>
          <a:r>
            <a:rPr lang="en-IN" dirty="0"/>
            <a:t>modulus: Remainder of division</a:t>
          </a:r>
        </a:p>
      </dgm:t>
    </dgm:pt>
    <dgm:pt modelId="{3BCA7676-F775-4370-AE0B-C9A648C849C7}" type="parTrans" cxnId="{00F2D137-BC34-4D2D-AB8D-02408B2D33AC}">
      <dgm:prSet/>
      <dgm:spPr/>
      <dgm:t>
        <a:bodyPr/>
        <a:lstStyle/>
        <a:p>
          <a:endParaRPr lang="en-IN"/>
        </a:p>
      </dgm:t>
    </dgm:pt>
    <dgm:pt modelId="{DC3F2ADE-ADE6-4457-B8BD-BE74B703A0E1}" type="sibTrans" cxnId="{00F2D137-BC34-4D2D-AB8D-02408B2D33AC}">
      <dgm:prSet/>
      <dgm:spPr/>
      <dgm:t>
        <a:bodyPr/>
        <a:lstStyle/>
        <a:p>
          <a:endParaRPr lang="en-IN"/>
        </a:p>
      </dgm:t>
    </dgm:pt>
    <dgm:pt modelId="{414F5144-655E-4C86-8376-240D27D489FE}">
      <dgm:prSet/>
      <dgm:spPr/>
      <dgm:t>
        <a:bodyPr/>
        <a:lstStyle/>
        <a:p>
          <a:r>
            <a:rPr lang="en-IN" dirty="0"/>
            <a:t>negate: Negated value</a:t>
          </a:r>
        </a:p>
      </dgm:t>
    </dgm:pt>
    <dgm:pt modelId="{DA595711-D462-4212-9442-2B73763A74DC}" type="parTrans" cxnId="{96C7DF95-6F5E-4EBF-B0AD-ED82F65E15DA}">
      <dgm:prSet/>
      <dgm:spPr/>
      <dgm:t>
        <a:bodyPr/>
        <a:lstStyle/>
        <a:p>
          <a:endParaRPr lang="en-IN"/>
        </a:p>
      </dgm:t>
    </dgm:pt>
    <dgm:pt modelId="{3DC67179-2966-4F13-880C-2A18806767DC}" type="sibTrans" cxnId="{96C7DF95-6F5E-4EBF-B0AD-ED82F65E15DA}">
      <dgm:prSet/>
      <dgm:spPr/>
      <dgm:t>
        <a:bodyPr/>
        <a:lstStyle/>
        <a:p>
          <a:endParaRPr lang="en-IN"/>
        </a:p>
      </dgm:t>
    </dgm:pt>
    <dgm:pt modelId="{B5EC559C-923A-4181-B35D-AD72B0F86A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 err="1"/>
            <a:t>equal_to</a:t>
          </a:r>
          <a:r>
            <a:rPr lang="en-IN" dirty="0"/>
            <a:t>: a == b</a:t>
          </a:r>
        </a:p>
      </dgm:t>
    </dgm:pt>
    <dgm:pt modelId="{ED9DA726-529C-4334-854A-F7A195757A74}" type="parTrans" cxnId="{BBA1F4AC-42DA-4600-9D61-B28A6B2E7469}">
      <dgm:prSet/>
      <dgm:spPr/>
      <dgm:t>
        <a:bodyPr/>
        <a:lstStyle/>
        <a:p>
          <a:endParaRPr lang="en-IN"/>
        </a:p>
      </dgm:t>
    </dgm:pt>
    <dgm:pt modelId="{E61F9C73-EFA1-4D67-9F39-3CEB2FD26B32}" type="sibTrans" cxnId="{BBA1F4AC-42DA-4600-9D61-B28A6B2E7469}">
      <dgm:prSet/>
      <dgm:spPr/>
      <dgm:t>
        <a:bodyPr/>
        <a:lstStyle/>
        <a:p>
          <a:endParaRPr lang="en-IN"/>
        </a:p>
      </dgm:t>
    </dgm:pt>
    <dgm:pt modelId="{507FB9BF-91D5-49D8-B111-6718941E990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not_equal_to: a != b</a:t>
          </a:r>
        </a:p>
      </dgm:t>
    </dgm:pt>
    <dgm:pt modelId="{4087114E-1BC0-4F33-A8BA-EE2222AFC5ED}" type="parTrans" cxnId="{72E4C672-BB37-4C7B-898E-40FB1A1EE463}">
      <dgm:prSet/>
      <dgm:spPr/>
      <dgm:t>
        <a:bodyPr/>
        <a:lstStyle/>
        <a:p>
          <a:endParaRPr lang="en-IN"/>
        </a:p>
      </dgm:t>
    </dgm:pt>
    <dgm:pt modelId="{254D58B1-395E-43B4-8251-BF93488DEC39}" type="sibTrans" cxnId="{72E4C672-BB37-4C7B-898E-40FB1A1EE463}">
      <dgm:prSet/>
      <dgm:spPr/>
      <dgm:t>
        <a:bodyPr/>
        <a:lstStyle/>
        <a:p>
          <a:endParaRPr lang="en-IN"/>
        </a:p>
      </dgm:t>
    </dgm:pt>
    <dgm:pt modelId="{0DA4FB41-11B2-4B5D-BACB-FA2C521A58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greater: a &gt; b</a:t>
          </a:r>
        </a:p>
      </dgm:t>
    </dgm:pt>
    <dgm:pt modelId="{06BC725F-F4B5-4D74-A083-D94795946505}" type="parTrans" cxnId="{119FC752-DC74-49FF-9DD4-FEE5CA4E14A3}">
      <dgm:prSet/>
      <dgm:spPr/>
      <dgm:t>
        <a:bodyPr/>
        <a:lstStyle/>
        <a:p>
          <a:endParaRPr lang="en-IN"/>
        </a:p>
      </dgm:t>
    </dgm:pt>
    <dgm:pt modelId="{EDD476C6-4B0C-41C4-B1D6-AA97543AFEC6}" type="sibTrans" cxnId="{119FC752-DC74-49FF-9DD4-FEE5CA4E14A3}">
      <dgm:prSet/>
      <dgm:spPr/>
      <dgm:t>
        <a:bodyPr/>
        <a:lstStyle/>
        <a:p>
          <a:endParaRPr lang="en-IN"/>
        </a:p>
      </dgm:t>
    </dgm:pt>
    <dgm:pt modelId="{76F8B07E-0E18-419E-9D70-98598072365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greater_equal: a &gt;= b</a:t>
          </a:r>
        </a:p>
      </dgm:t>
    </dgm:pt>
    <dgm:pt modelId="{257C73CB-7E3A-4156-9629-6F6CF609A5C7}" type="parTrans" cxnId="{B7CD85A4-85F2-437B-82D7-5FCD1E8AE5CF}">
      <dgm:prSet/>
      <dgm:spPr/>
      <dgm:t>
        <a:bodyPr/>
        <a:lstStyle/>
        <a:p>
          <a:endParaRPr lang="en-IN"/>
        </a:p>
      </dgm:t>
    </dgm:pt>
    <dgm:pt modelId="{802408B4-B97A-448D-86BE-BBA34899E3F4}" type="sibTrans" cxnId="{B7CD85A4-85F2-437B-82D7-5FCD1E8AE5CF}">
      <dgm:prSet/>
      <dgm:spPr/>
      <dgm:t>
        <a:bodyPr/>
        <a:lstStyle/>
        <a:p>
          <a:endParaRPr lang="en-IN"/>
        </a:p>
      </dgm:t>
    </dgm:pt>
    <dgm:pt modelId="{1890BAF9-F5C0-4056-9DD4-7D0D794A65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less: a &lt; b</a:t>
          </a:r>
        </a:p>
      </dgm:t>
    </dgm:pt>
    <dgm:pt modelId="{64D4B456-54EF-4A38-8937-FBA920A813C3}" type="parTrans" cxnId="{4680601F-0CFA-4296-BCB5-CC0103062B28}">
      <dgm:prSet/>
      <dgm:spPr/>
      <dgm:t>
        <a:bodyPr/>
        <a:lstStyle/>
        <a:p>
          <a:endParaRPr lang="en-IN"/>
        </a:p>
      </dgm:t>
    </dgm:pt>
    <dgm:pt modelId="{020FBA99-4E81-41D2-8E7A-D5BAC98AACE7}" type="sibTrans" cxnId="{4680601F-0CFA-4296-BCB5-CC0103062B28}">
      <dgm:prSet/>
      <dgm:spPr/>
      <dgm:t>
        <a:bodyPr/>
        <a:lstStyle/>
        <a:p>
          <a:endParaRPr lang="en-IN"/>
        </a:p>
      </dgm:t>
    </dgm:pt>
    <dgm:pt modelId="{27E1B7A4-04FB-4524-86A4-67EF843C12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less_equal: a &lt;= b</a:t>
          </a:r>
        </a:p>
      </dgm:t>
    </dgm:pt>
    <dgm:pt modelId="{AFC2874C-3688-411D-90A6-E20CF4957BD5}" type="parTrans" cxnId="{1271E1AF-BA7C-4B27-A19F-56310DA955CC}">
      <dgm:prSet/>
      <dgm:spPr/>
      <dgm:t>
        <a:bodyPr/>
        <a:lstStyle/>
        <a:p>
          <a:endParaRPr lang="en-IN"/>
        </a:p>
      </dgm:t>
    </dgm:pt>
    <dgm:pt modelId="{34573E3A-C55E-4D1B-9EDA-272BD8393B62}" type="sibTrans" cxnId="{1271E1AF-BA7C-4B27-A19F-56310DA955CC}">
      <dgm:prSet/>
      <dgm:spPr/>
      <dgm:t>
        <a:bodyPr/>
        <a:lstStyle/>
        <a:p>
          <a:endParaRPr lang="en-IN"/>
        </a:p>
      </dgm:t>
    </dgm:pt>
    <dgm:pt modelId="{9C2EF58C-7C1F-4FDE-914C-973EE9D341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equal_to: a == b</a:t>
          </a:r>
          <a:endParaRPr lang="en-IN" dirty="0"/>
        </a:p>
      </dgm:t>
    </dgm:pt>
    <dgm:pt modelId="{2C4C508E-93BB-433C-B8C3-E792DF86989D}" type="parTrans" cxnId="{3C214FF1-D1BB-4317-ACFA-202FC8380DD6}">
      <dgm:prSet/>
      <dgm:spPr/>
      <dgm:t>
        <a:bodyPr/>
        <a:lstStyle/>
        <a:p>
          <a:endParaRPr lang="en-IN"/>
        </a:p>
      </dgm:t>
    </dgm:pt>
    <dgm:pt modelId="{66F4CC6B-53B7-487B-8925-E47BB70D8DEE}" type="sibTrans" cxnId="{3C214FF1-D1BB-4317-ACFA-202FC8380DD6}">
      <dgm:prSet/>
      <dgm:spPr/>
      <dgm:t>
        <a:bodyPr/>
        <a:lstStyle/>
        <a:p>
          <a:endParaRPr lang="en-IN"/>
        </a:p>
      </dgm:t>
    </dgm:pt>
    <dgm:pt modelId="{9B4BE844-A617-4E03-8E2D-AC50A9C2A0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not_equal_to: a != b</a:t>
          </a:r>
        </a:p>
      </dgm:t>
    </dgm:pt>
    <dgm:pt modelId="{37E81B66-1147-4462-BC7D-7AB24183BFBD}" type="parTrans" cxnId="{56EE5784-AA94-463A-BCBE-7D5766993946}">
      <dgm:prSet/>
      <dgm:spPr/>
      <dgm:t>
        <a:bodyPr/>
        <a:lstStyle/>
        <a:p>
          <a:endParaRPr lang="en-IN"/>
        </a:p>
      </dgm:t>
    </dgm:pt>
    <dgm:pt modelId="{90740EBE-5DBC-4831-AE65-46EB9917347D}" type="sibTrans" cxnId="{56EE5784-AA94-463A-BCBE-7D5766993946}">
      <dgm:prSet/>
      <dgm:spPr/>
      <dgm:t>
        <a:bodyPr/>
        <a:lstStyle/>
        <a:p>
          <a:endParaRPr lang="en-IN"/>
        </a:p>
      </dgm:t>
    </dgm:pt>
    <dgm:pt modelId="{EE12184B-2DF5-4EC2-8B53-C8198C9D576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greater: a &gt; b</a:t>
          </a:r>
        </a:p>
      </dgm:t>
    </dgm:pt>
    <dgm:pt modelId="{30D7FA5F-AEDC-484C-B990-C39AAED8DA83}" type="parTrans" cxnId="{9DF0DEC7-5946-4286-AD6B-0516A2596583}">
      <dgm:prSet/>
      <dgm:spPr/>
      <dgm:t>
        <a:bodyPr/>
        <a:lstStyle/>
        <a:p>
          <a:endParaRPr lang="en-IN"/>
        </a:p>
      </dgm:t>
    </dgm:pt>
    <dgm:pt modelId="{A5F59FB9-0770-41A1-BD5F-74B4EC2FECFB}" type="sibTrans" cxnId="{9DF0DEC7-5946-4286-AD6B-0516A2596583}">
      <dgm:prSet/>
      <dgm:spPr/>
      <dgm:t>
        <a:bodyPr/>
        <a:lstStyle/>
        <a:p>
          <a:endParaRPr lang="en-IN"/>
        </a:p>
      </dgm:t>
    </dgm:pt>
    <dgm:pt modelId="{E16CA67C-E0BF-4D24-A772-3B8EC29451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greater_equal: a &gt;= b</a:t>
          </a:r>
        </a:p>
      </dgm:t>
    </dgm:pt>
    <dgm:pt modelId="{7F3F95E0-DAE2-4CA0-9164-3665F33BE61C}" type="parTrans" cxnId="{6CD3B64F-3222-49E2-B79F-C746FF80780B}">
      <dgm:prSet/>
      <dgm:spPr/>
      <dgm:t>
        <a:bodyPr/>
        <a:lstStyle/>
        <a:p>
          <a:endParaRPr lang="en-IN"/>
        </a:p>
      </dgm:t>
    </dgm:pt>
    <dgm:pt modelId="{E0C162A0-C6E1-4B3C-8973-35FC92979976}" type="sibTrans" cxnId="{6CD3B64F-3222-49E2-B79F-C746FF80780B}">
      <dgm:prSet/>
      <dgm:spPr/>
      <dgm:t>
        <a:bodyPr/>
        <a:lstStyle/>
        <a:p>
          <a:endParaRPr lang="en-IN"/>
        </a:p>
      </dgm:t>
    </dgm:pt>
    <dgm:pt modelId="{B1641EF2-BB21-4740-AEDC-CBEF7AF7E6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less: a &lt; b</a:t>
          </a:r>
        </a:p>
      </dgm:t>
    </dgm:pt>
    <dgm:pt modelId="{43063A12-1C17-4FAA-BCD4-4530C0DB992F}" type="parTrans" cxnId="{529FA50B-A088-4C09-AE9E-E3CD3DF9C45E}">
      <dgm:prSet/>
      <dgm:spPr/>
      <dgm:t>
        <a:bodyPr/>
        <a:lstStyle/>
        <a:p>
          <a:endParaRPr lang="en-IN"/>
        </a:p>
      </dgm:t>
    </dgm:pt>
    <dgm:pt modelId="{BA4ADA62-CAC2-4DBD-A47A-F8D4CDE61E33}" type="sibTrans" cxnId="{529FA50B-A088-4C09-AE9E-E3CD3DF9C45E}">
      <dgm:prSet/>
      <dgm:spPr/>
      <dgm:t>
        <a:bodyPr/>
        <a:lstStyle/>
        <a:p>
          <a:endParaRPr lang="en-IN"/>
        </a:p>
      </dgm:t>
    </dgm:pt>
    <dgm:pt modelId="{D8D4452E-7373-49EB-BB34-D52A87CEE7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less_equal: a &lt;= b</a:t>
          </a:r>
        </a:p>
      </dgm:t>
    </dgm:pt>
    <dgm:pt modelId="{1E6E0301-FC99-4002-B172-744109DB4AE6}" type="parTrans" cxnId="{E24D057E-0B7A-42CE-891B-1D8BFF775914}">
      <dgm:prSet/>
      <dgm:spPr/>
      <dgm:t>
        <a:bodyPr/>
        <a:lstStyle/>
        <a:p>
          <a:endParaRPr lang="en-IN"/>
        </a:p>
      </dgm:t>
    </dgm:pt>
    <dgm:pt modelId="{605C9814-812E-41C5-92BE-CDA75E5F016F}" type="sibTrans" cxnId="{E24D057E-0B7A-42CE-891B-1D8BFF775914}">
      <dgm:prSet/>
      <dgm:spPr/>
      <dgm:t>
        <a:bodyPr/>
        <a:lstStyle/>
        <a:p>
          <a:endParaRPr lang="en-IN"/>
        </a:p>
      </dgm:t>
    </dgm:pt>
    <dgm:pt modelId="{2F555BE7-EAE4-457D-95B7-8F6CADD5DB07}">
      <dgm:prSet/>
      <dgm:spPr/>
      <dgm:t>
        <a:bodyPr/>
        <a:lstStyle/>
        <a:p>
          <a:pPr>
            <a:buNone/>
          </a:pPr>
          <a:r>
            <a:rPr lang="en-IN" b="1"/>
            <a:t>SmartArt Layout:</a:t>
          </a:r>
          <a:r>
            <a:rPr lang="en-IN"/>
            <a:t> </a:t>
          </a:r>
          <a:r>
            <a:rPr lang="en-IN" i="1"/>
            <a:t>Chevron List or Matrix</a:t>
          </a:r>
          <a:endParaRPr lang="en-IN" dirty="0"/>
        </a:p>
      </dgm:t>
    </dgm:pt>
    <dgm:pt modelId="{D0E6EDC6-8610-437F-96F0-06F390405E9B}" type="parTrans" cxnId="{ED8C7979-4DAD-4843-AB41-791FB19A2542}">
      <dgm:prSet/>
      <dgm:spPr/>
      <dgm:t>
        <a:bodyPr/>
        <a:lstStyle/>
        <a:p>
          <a:endParaRPr lang="en-IN"/>
        </a:p>
      </dgm:t>
    </dgm:pt>
    <dgm:pt modelId="{EC2A9981-E370-4571-B31D-D474C256C8C1}" type="sibTrans" cxnId="{ED8C7979-4DAD-4843-AB41-791FB19A2542}">
      <dgm:prSet/>
      <dgm:spPr/>
      <dgm:t>
        <a:bodyPr/>
        <a:lstStyle/>
        <a:p>
          <a:endParaRPr lang="en-IN"/>
        </a:p>
      </dgm:t>
    </dgm:pt>
    <dgm:pt modelId="{A403FACF-984E-4684-9B61-76FEEB73761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bit_and: a &amp; b</a:t>
          </a:r>
        </a:p>
      </dgm:t>
    </dgm:pt>
    <dgm:pt modelId="{123951E3-B1AB-4690-BE6C-B2E32EB9A105}" type="parTrans" cxnId="{1FE2E729-2A89-4209-9D1D-2A19A3DC4249}">
      <dgm:prSet/>
      <dgm:spPr/>
      <dgm:t>
        <a:bodyPr/>
        <a:lstStyle/>
        <a:p>
          <a:endParaRPr lang="en-IN"/>
        </a:p>
      </dgm:t>
    </dgm:pt>
    <dgm:pt modelId="{A5A0608F-F25D-4595-9895-6260C1D61FF5}" type="sibTrans" cxnId="{1FE2E729-2A89-4209-9D1D-2A19A3DC4249}">
      <dgm:prSet/>
      <dgm:spPr/>
      <dgm:t>
        <a:bodyPr/>
        <a:lstStyle/>
        <a:p>
          <a:endParaRPr lang="en-IN"/>
        </a:p>
      </dgm:t>
    </dgm:pt>
    <dgm:pt modelId="{D10A403A-AD8E-4AC7-B082-675A69162B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bit_or: a | b</a:t>
          </a:r>
        </a:p>
      </dgm:t>
    </dgm:pt>
    <dgm:pt modelId="{7AA0BAAF-B490-4376-8338-79EB97416849}" type="parTrans" cxnId="{0276E155-E8F5-4844-BCC0-A3B5D9E33419}">
      <dgm:prSet/>
      <dgm:spPr/>
      <dgm:t>
        <a:bodyPr/>
        <a:lstStyle/>
        <a:p>
          <a:endParaRPr lang="en-IN"/>
        </a:p>
      </dgm:t>
    </dgm:pt>
    <dgm:pt modelId="{254AE565-1774-4536-9AC8-3E824A1CF963}" type="sibTrans" cxnId="{0276E155-E8F5-4844-BCC0-A3B5D9E33419}">
      <dgm:prSet/>
      <dgm:spPr/>
      <dgm:t>
        <a:bodyPr/>
        <a:lstStyle/>
        <a:p>
          <a:endParaRPr lang="en-IN"/>
        </a:p>
      </dgm:t>
    </dgm:pt>
    <dgm:pt modelId="{E5A0D95C-8CF1-4288-98AD-C07CEE48E8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bit_xor: a ^ b</a:t>
          </a:r>
        </a:p>
      </dgm:t>
    </dgm:pt>
    <dgm:pt modelId="{F133B4C2-6692-4121-AE9A-F3F3FD2DBCEA}" type="parTrans" cxnId="{C07DE4EE-2D0F-4935-B654-AE207D1D03A7}">
      <dgm:prSet/>
      <dgm:spPr/>
      <dgm:t>
        <a:bodyPr/>
        <a:lstStyle/>
        <a:p>
          <a:endParaRPr lang="en-IN"/>
        </a:p>
      </dgm:t>
    </dgm:pt>
    <dgm:pt modelId="{CF4E1D21-21F2-4F7C-810A-4D06671E46C2}" type="sibTrans" cxnId="{C07DE4EE-2D0F-4935-B654-AE207D1D03A7}">
      <dgm:prSet/>
      <dgm:spPr/>
      <dgm:t>
        <a:bodyPr/>
        <a:lstStyle/>
        <a:p>
          <a:endParaRPr lang="en-IN"/>
        </a:p>
      </dgm:t>
    </dgm:pt>
    <dgm:pt modelId="{95FC9824-D81C-424E-A648-FD88F036237B}" type="pres">
      <dgm:prSet presAssocID="{69800DBF-A2B2-4FA7-9B73-0C25707C6ED7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2941D897-CEB9-44E0-9E81-701A2FE142B3}" type="pres">
      <dgm:prSet presAssocID="{D565421A-C86F-4F0C-A56D-3DE2A91948C2}" presName="ParentComposite" presStyleCnt="0"/>
      <dgm:spPr/>
    </dgm:pt>
    <dgm:pt modelId="{E201685F-69C5-41AF-97C7-BABDB0A819FF}" type="pres">
      <dgm:prSet presAssocID="{D565421A-C86F-4F0C-A56D-3DE2A91948C2}" presName="Chord" presStyleLbl="bgShp" presStyleIdx="0" presStyleCnt="4"/>
      <dgm:spPr/>
    </dgm:pt>
    <dgm:pt modelId="{13FDC466-9767-4FF8-A199-01CBB46B381B}" type="pres">
      <dgm:prSet presAssocID="{D565421A-C86F-4F0C-A56D-3DE2A91948C2}" presName="Pie" presStyleLbl="alignNode1" presStyleIdx="0" presStyleCnt="4"/>
      <dgm:spPr/>
    </dgm:pt>
    <dgm:pt modelId="{06F9689A-7DAF-4344-893D-2D67FEBA2B94}" type="pres">
      <dgm:prSet presAssocID="{D565421A-C86F-4F0C-A56D-3DE2A91948C2}" presName="Parent" presStyleLbl="revTx" presStyleIdx="0" presStyleCnt="8">
        <dgm:presLayoutVars>
          <dgm:chMax val="1"/>
          <dgm:chPref val="1"/>
          <dgm:bulletEnabled val="1"/>
        </dgm:presLayoutVars>
      </dgm:prSet>
      <dgm:spPr/>
    </dgm:pt>
    <dgm:pt modelId="{D0AD8617-E181-4CAA-A5AF-2E31820742BC}" type="pres">
      <dgm:prSet presAssocID="{27B05C6E-2E9D-437F-96A9-43845C7EF48F}" presName="negSibTrans" presStyleCnt="0"/>
      <dgm:spPr/>
    </dgm:pt>
    <dgm:pt modelId="{05A05F25-5433-41DE-95BF-F7AEF8B4AB00}" type="pres">
      <dgm:prSet presAssocID="{D565421A-C86F-4F0C-A56D-3DE2A91948C2}" presName="composite" presStyleCnt="0"/>
      <dgm:spPr/>
    </dgm:pt>
    <dgm:pt modelId="{71598DB5-2C70-40DA-90E1-1439B05894A0}" type="pres">
      <dgm:prSet presAssocID="{D565421A-C86F-4F0C-A56D-3DE2A91948C2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EFA0A108-220B-4D77-8598-FBF2347F4DD2}" type="pres">
      <dgm:prSet presAssocID="{5E9C6F1E-7F06-4EC3-A0A3-101AB0C61B78}" presName="sibTrans" presStyleCnt="0"/>
      <dgm:spPr/>
    </dgm:pt>
    <dgm:pt modelId="{36C7A4AE-001E-44C4-AA51-C8A2781BF115}" type="pres">
      <dgm:prSet presAssocID="{9262024B-C740-4E42-AB6F-806FD937BB21}" presName="ParentComposite" presStyleCnt="0"/>
      <dgm:spPr/>
    </dgm:pt>
    <dgm:pt modelId="{5CAEC24D-C330-4D76-B4F4-0EF419A04AF5}" type="pres">
      <dgm:prSet presAssocID="{9262024B-C740-4E42-AB6F-806FD937BB21}" presName="Chord" presStyleLbl="bgShp" presStyleIdx="1" presStyleCnt="4"/>
      <dgm:spPr/>
    </dgm:pt>
    <dgm:pt modelId="{357A72A4-52EE-447F-A7AF-2A40D2D23C1A}" type="pres">
      <dgm:prSet presAssocID="{9262024B-C740-4E42-AB6F-806FD937BB21}" presName="Pie" presStyleLbl="alignNode1" presStyleIdx="1" presStyleCnt="4"/>
      <dgm:spPr/>
    </dgm:pt>
    <dgm:pt modelId="{7710DE90-B87A-4B79-B926-426D4AAD35AA}" type="pres">
      <dgm:prSet presAssocID="{9262024B-C740-4E42-AB6F-806FD937BB21}" presName="Parent" presStyleLbl="revTx" presStyleIdx="2" presStyleCnt="8">
        <dgm:presLayoutVars>
          <dgm:chMax val="1"/>
          <dgm:chPref val="1"/>
          <dgm:bulletEnabled val="1"/>
        </dgm:presLayoutVars>
      </dgm:prSet>
      <dgm:spPr/>
    </dgm:pt>
    <dgm:pt modelId="{ADE46568-F6AC-4D30-931D-F42A8F0C80E5}" type="pres">
      <dgm:prSet presAssocID="{E61F9C73-EFA1-4D67-9F39-3CEB2FD26B32}" presName="negSibTrans" presStyleCnt="0"/>
      <dgm:spPr/>
    </dgm:pt>
    <dgm:pt modelId="{4EE060DF-531E-4018-AFAB-142EC12351E4}" type="pres">
      <dgm:prSet presAssocID="{9262024B-C740-4E42-AB6F-806FD937BB21}" presName="composite" presStyleCnt="0"/>
      <dgm:spPr/>
    </dgm:pt>
    <dgm:pt modelId="{A8252185-5C3C-44FE-9F47-3A918436A018}" type="pres">
      <dgm:prSet presAssocID="{9262024B-C740-4E42-AB6F-806FD937BB21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E824CEB7-6882-40DE-A7CF-ACEA6C1E74A4}" type="pres">
      <dgm:prSet presAssocID="{AFE38462-4FC2-400F-B467-846F8A155B11}" presName="sibTrans" presStyleCnt="0"/>
      <dgm:spPr/>
    </dgm:pt>
    <dgm:pt modelId="{67CEE1E1-5F55-44EE-A105-EB545F834C33}" type="pres">
      <dgm:prSet presAssocID="{8C3E1684-831B-4E18-B670-B42B39B59F9C}" presName="ParentComposite" presStyleCnt="0"/>
      <dgm:spPr/>
    </dgm:pt>
    <dgm:pt modelId="{EE2DAC05-6598-4946-BB2C-4CAADFD7DD15}" type="pres">
      <dgm:prSet presAssocID="{8C3E1684-831B-4E18-B670-B42B39B59F9C}" presName="Chord" presStyleLbl="bgShp" presStyleIdx="2" presStyleCnt="4"/>
      <dgm:spPr/>
    </dgm:pt>
    <dgm:pt modelId="{62189BBC-E9AE-4DFD-8575-E489174F39CC}" type="pres">
      <dgm:prSet presAssocID="{8C3E1684-831B-4E18-B670-B42B39B59F9C}" presName="Pie" presStyleLbl="alignNode1" presStyleIdx="2" presStyleCnt="4"/>
      <dgm:spPr/>
    </dgm:pt>
    <dgm:pt modelId="{7EF4629A-BE4B-4490-B13A-E9019C4859D6}" type="pres">
      <dgm:prSet presAssocID="{8C3E1684-831B-4E18-B670-B42B39B59F9C}" presName="Parent" presStyleLbl="revTx" presStyleIdx="4" presStyleCnt="8">
        <dgm:presLayoutVars>
          <dgm:chMax val="1"/>
          <dgm:chPref val="1"/>
          <dgm:bulletEnabled val="1"/>
        </dgm:presLayoutVars>
      </dgm:prSet>
      <dgm:spPr/>
    </dgm:pt>
    <dgm:pt modelId="{CF9892F2-EF7A-48EC-827F-BA177F4402AD}" type="pres">
      <dgm:prSet presAssocID="{66F4CC6B-53B7-487B-8925-E47BB70D8DEE}" presName="negSibTrans" presStyleCnt="0"/>
      <dgm:spPr/>
    </dgm:pt>
    <dgm:pt modelId="{B292C376-6282-422A-9BC8-092B17FB5BCE}" type="pres">
      <dgm:prSet presAssocID="{8C3E1684-831B-4E18-B670-B42B39B59F9C}" presName="composite" presStyleCnt="0"/>
      <dgm:spPr/>
    </dgm:pt>
    <dgm:pt modelId="{20850800-1675-45E3-8D4D-347D363F4933}" type="pres">
      <dgm:prSet presAssocID="{8C3E1684-831B-4E18-B670-B42B39B59F9C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F6086C0F-3EBF-4A2F-B95B-19A2354329EC}" type="pres">
      <dgm:prSet presAssocID="{15D65E0B-F289-4FB7-9058-0FF7ECA4827F}" presName="sibTrans" presStyleCnt="0"/>
      <dgm:spPr/>
    </dgm:pt>
    <dgm:pt modelId="{7E37A2AA-329B-40D0-A932-28ACAC192D87}" type="pres">
      <dgm:prSet presAssocID="{D2F02E03-3C40-4980-AE92-54B2E7CFA1EA}" presName="ParentComposite" presStyleCnt="0"/>
      <dgm:spPr/>
    </dgm:pt>
    <dgm:pt modelId="{A5A70479-1A57-4986-9827-9E6FF3182069}" type="pres">
      <dgm:prSet presAssocID="{D2F02E03-3C40-4980-AE92-54B2E7CFA1EA}" presName="Chord" presStyleLbl="bgShp" presStyleIdx="3" presStyleCnt="4"/>
      <dgm:spPr/>
    </dgm:pt>
    <dgm:pt modelId="{E61DCC2D-31AA-4E52-B199-B687ACCD2C0F}" type="pres">
      <dgm:prSet presAssocID="{D2F02E03-3C40-4980-AE92-54B2E7CFA1EA}" presName="Pie" presStyleLbl="alignNode1" presStyleIdx="3" presStyleCnt="4"/>
      <dgm:spPr/>
    </dgm:pt>
    <dgm:pt modelId="{62FF6661-5E32-429B-8A53-0F938483B421}" type="pres">
      <dgm:prSet presAssocID="{D2F02E03-3C40-4980-AE92-54B2E7CFA1EA}" presName="Parent" presStyleLbl="revTx" presStyleIdx="6" presStyleCnt="8">
        <dgm:presLayoutVars>
          <dgm:chMax val="1"/>
          <dgm:chPref val="1"/>
          <dgm:bulletEnabled val="1"/>
        </dgm:presLayoutVars>
      </dgm:prSet>
      <dgm:spPr/>
    </dgm:pt>
    <dgm:pt modelId="{E663AD09-7540-4A63-94A7-69DABE8A0D89}" type="pres">
      <dgm:prSet presAssocID="{EC2A9981-E370-4571-B31D-D474C256C8C1}" presName="negSibTrans" presStyleCnt="0"/>
      <dgm:spPr/>
    </dgm:pt>
    <dgm:pt modelId="{3382E897-27B1-46B0-A9FB-BE02906BBA69}" type="pres">
      <dgm:prSet presAssocID="{D2F02E03-3C40-4980-AE92-54B2E7CFA1EA}" presName="composite" presStyleCnt="0"/>
      <dgm:spPr/>
    </dgm:pt>
    <dgm:pt modelId="{0E88BC0C-153E-4BD6-95CD-1F644E461A48}" type="pres">
      <dgm:prSet presAssocID="{D2F02E03-3C40-4980-AE92-54B2E7CFA1EA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A68C2F00-51D2-426B-84A6-A202D9EB3D13}" type="presOf" srcId="{D8D4452E-7373-49EB-BB34-D52A87CEE741}" destId="{20850800-1675-45E3-8D4D-347D363F4933}" srcOrd="0" destOrd="5" presId="urn:microsoft.com/office/officeart/2009/3/layout/PieProcess"/>
    <dgm:cxn modelId="{28F61201-7390-4587-B236-331ED0FADFC3}" type="presOf" srcId="{8C3E1684-831B-4E18-B670-B42B39B59F9C}" destId="{7EF4629A-BE4B-4490-B13A-E9019C4859D6}" srcOrd="0" destOrd="0" presId="urn:microsoft.com/office/officeart/2009/3/layout/PieProcess"/>
    <dgm:cxn modelId="{8D626509-6C1B-4681-A92D-13D48E55B562}" type="presOf" srcId="{56116AA1-C6A3-4F35-9FAF-21B0D16A74A7}" destId="{71598DB5-2C70-40DA-90E1-1439B05894A0}" srcOrd="0" destOrd="1" presId="urn:microsoft.com/office/officeart/2009/3/layout/PieProcess"/>
    <dgm:cxn modelId="{529FA50B-A088-4C09-AE9E-E3CD3DF9C45E}" srcId="{8C3E1684-831B-4E18-B670-B42B39B59F9C}" destId="{B1641EF2-BB21-4740-AEDC-CBEF7AF7E608}" srcOrd="4" destOrd="0" parTransId="{43063A12-1C17-4FAA-BCD4-4530C0DB992F}" sibTransId="{BA4ADA62-CAC2-4DBD-A47A-F8D4CDE61E33}"/>
    <dgm:cxn modelId="{4680601F-0CFA-4296-BCB5-CC0103062B28}" srcId="{9262024B-C740-4E42-AB6F-806FD937BB21}" destId="{1890BAF9-F5C0-4056-9DD4-7D0D794A65F7}" srcOrd="4" destOrd="0" parTransId="{64D4B456-54EF-4A38-8937-FBA920A813C3}" sibTransId="{020FBA99-4E81-41D2-8E7A-D5BAC98AACE7}"/>
    <dgm:cxn modelId="{30340621-0B74-406C-A2DA-B2779B029E5F}" type="presOf" srcId="{76F8B07E-0E18-419E-9D70-98598072365E}" destId="{A8252185-5C3C-44FE-9F47-3A918436A018}" srcOrd="0" destOrd="3" presId="urn:microsoft.com/office/officeart/2009/3/layout/PieProcess"/>
    <dgm:cxn modelId="{9425D925-1836-4BB0-9E46-B30E8404929F}" srcId="{69800DBF-A2B2-4FA7-9B73-0C25707C6ED7}" destId="{8C3E1684-831B-4E18-B670-B42B39B59F9C}" srcOrd="2" destOrd="0" parTransId="{DD47778D-42F5-4F50-BB0C-E45E49CFF60A}" sibTransId="{15D65E0B-F289-4FB7-9058-0FF7ECA4827F}"/>
    <dgm:cxn modelId="{1FE2E729-2A89-4209-9D1D-2A19A3DC4249}" srcId="{D2F02E03-3C40-4980-AE92-54B2E7CFA1EA}" destId="{A403FACF-984E-4684-9B61-76FEEB73761E}" srcOrd="1" destOrd="0" parTransId="{123951E3-B1AB-4690-BE6C-B2E32EB9A105}" sibTransId="{A5A0608F-F25D-4595-9895-6260C1D61FF5}"/>
    <dgm:cxn modelId="{AA1FC72C-8F96-4346-A159-BDE3E9088E1F}" type="presOf" srcId="{D565421A-C86F-4F0C-A56D-3DE2A91948C2}" destId="{06F9689A-7DAF-4344-893D-2D67FEBA2B94}" srcOrd="0" destOrd="0" presId="urn:microsoft.com/office/officeart/2009/3/layout/PieProcess"/>
    <dgm:cxn modelId="{7F28D32C-28D8-4629-B2C9-9056E00AA7C9}" type="presOf" srcId="{22133C34-6969-4398-A36C-BEC96CE68A4F}" destId="{71598DB5-2C70-40DA-90E1-1439B05894A0}" srcOrd="0" destOrd="0" presId="urn:microsoft.com/office/officeart/2009/3/layout/PieProcess"/>
    <dgm:cxn modelId="{00F2D137-BC34-4D2D-AB8D-02408B2D33AC}" srcId="{D565421A-C86F-4F0C-A56D-3DE2A91948C2}" destId="{55B3A360-B086-40E2-9816-A7AAD2B3DD6F}" srcOrd="4" destOrd="0" parTransId="{3BCA7676-F775-4370-AE0B-C9A648C849C7}" sibTransId="{DC3F2ADE-ADE6-4457-B8BD-BE74B703A0E1}"/>
    <dgm:cxn modelId="{6D08CF62-1806-40AC-A8A4-06E16ADD4275}" type="presOf" srcId="{69800DBF-A2B2-4FA7-9B73-0C25707C6ED7}" destId="{95FC9824-D81C-424E-A648-FD88F036237B}" srcOrd="0" destOrd="0" presId="urn:microsoft.com/office/officeart/2009/3/layout/PieProcess"/>
    <dgm:cxn modelId="{B5F3B464-E046-4570-8C80-E40A9E0E6AA2}" type="presOf" srcId="{0DA4FB41-11B2-4B5D-BACB-FA2C521A5833}" destId="{A8252185-5C3C-44FE-9F47-3A918436A018}" srcOrd="0" destOrd="2" presId="urn:microsoft.com/office/officeart/2009/3/layout/PieProcess"/>
    <dgm:cxn modelId="{F2BD1569-EF43-4C5B-BB92-E02E3D6F627B}" type="presOf" srcId="{B1641EF2-BB21-4740-AEDC-CBEF7AF7E608}" destId="{20850800-1675-45E3-8D4D-347D363F4933}" srcOrd="0" destOrd="4" presId="urn:microsoft.com/office/officeart/2009/3/layout/PieProcess"/>
    <dgm:cxn modelId="{E450984C-D1DB-4EB2-AB9E-E73D071CE271}" type="presOf" srcId="{81648061-596A-47B9-B0AC-CAD0AD7B3096}" destId="{71598DB5-2C70-40DA-90E1-1439B05894A0}" srcOrd="0" destOrd="2" presId="urn:microsoft.com/office/officeart/2009/3/layout/PieProcess"/>
    <dgm:cxn modelId="{42D4834E-F0DC-4B31-A1FC-22963B1817AE}" srcId="{D565421A-C86F-4F0C-A56D-3DE2A91948C2}" destId="{22133C34-6969-4398-A36C-BEC96CE68A4F}" srcOrd="0" destOrd="0" parTransId="{946D1ADA-ABD5-49B3-9928-2A272309F69C}" sibTransId="{27B05C6E-2E9D-437F-96A9-43845C7EF48F}"/>
    <dgm:cxn modelId="{4F085C6F-8A31-482D-95A1-59B8D38DD19C}" srcId="{69800DBF-A2B2-4FA7-9B73-0C25707C6ED7}" destId="{D2F02E03-3C40-4980-AE92-54B2E7CFA1EA}" srcOrd="3" destOrd="0" parTransId="{C7711F82-BE09-4673-B788-CBD310BB1FBB}" sibTransId="{A3D03A90-F42C-43E5-B7CC-47C6DE99D798}"/>
    <dgm:cxn modelId="{6CD3B64F-3222-49E2-B79F-C746FF80780B}" srcId="{8C3E1684-831B-4E18-B670-B42B39B59F9C}" destId="{E16CA67C-E0BF-4D24-A772-3B8EC2945198}" srcOrd="3" destOrd="0" parTransId="{7F3F95E0-DAE2-4CA0-9164-3665F33BE61C}" sibTransId="{E0C162A0-C6E1-4B3C-8973-35FC92979976}"/>
    <dgm:cxn modelId="{72E4C672-BB37-4C7B-898E-40FB1A1EE463}" srcId="{9262024B-C740-4E42-AB6F-806FD937BB21}" destId="{507FB9BF-91D5-49D8-B111-6718941E990E}" srcOrd="1" destOrd="0" parTransId="{4087114E-1BC0-4F33-A8BA-EE2222AFC5ED}" sibTransId="{254D58B1-395E-43B4-8251-BF93488DEC39}"/>
    <dgm:cxn modelId="{119FC752-DC74-49FF-9DD4-FEE5CA4E14A3}" srcId="{9262024B-C740-4E42-AB6F-806FD937BB21}" destId="{0DA4FB41-11B2-4B5D-BACB-FA2C521A5833}" srcOrd="2" destOrd="0" parTransId="{06BC725F-F4B5-4D74-A083-D94795946505}" sibTransId="{EDD476C6-4B0C-41C4-B1D6-AA97543AFEC6}"/>
    <dgm:cxn modelId="{0276E155-E8F5-4844-BCC0-A3B5D9E33419}" srcId="{D2F02E03-3C40-4980-AE92-54B2E7CFA1EA}" destId="{D10A403A-AD8E-4AC7-B082-675A69162B41}" srcOrd="2" destOrd="0" parTransId="{7AA0BAAF-B490-4376-8338-79EB97416849}" sibTransId="{254AE565-1774-4536-9AC8-3E824A1CF963}"/>
    <dgm:cxn modelId="{D7D54657-13D0-4940-AC1F-EB080904D03B}" type="presOf" srcId="{2F555BE7-EAE4-457D-95B7-8F6CADD5DB07}" destId="{0E88BC0C-153E-4BD6-95CD-1F644E461A48}" srcOrd="0" destOrd="0" presId="urn:microsoft.com/office/officeart/2009/3/layout/PieProcess"/>
    <dgm:cxn modelId="{9300FB77-FDF5-4C81-9023-6B92B82CCDF9}" type="presOf" srcId="{9C2EF58C-7C1F-4FDE-914C-973EE9D341BA}" destId="{20850800-1675-45E3-8D4D-347D363F4933}" srcOrd="0" destOrd="0" presId="urn:microsoft.com/office/officeart/2009/3/layout/PieProcess"/>
    <dgm:cxn modelId="{ED8C7979-4DAD-4843-AB41-791FB19A2542}" srcId="{D2F02E03-3C40-4980-AE92-54B2E7CFA1EA}" destId="{2F555BE7-EAE4-457D-95B7-8F6CADD5DB07}" srcOrd="0" destOrd="0" parTransId="{D0E6EDC6-8610-437F-96F0-06F390405E9B}" sibTransId="{EC2A9981-E370-4571-B31D-D474C256C8C1}"/>
    <dgm:cxn modelId="{0203195A-9A54-464A-964E-FC14F741DC32}" type="presOf" srcId="{E16CA67C-E0BF-4D24-A772-3B8EC2945198}" destId="{20850800-1675-45E3-8D4D-347D363F4933}" srcOrd="0" destOrd="3" presId="urn:microsoft.com/office/officeart/2009/3/layout/PieProcess"/>
    <dgm:cxn modelId="{E24D057E-0B7A-42CE-891B-1D8BFF775914}" srcId="{8C3E1684-831B-4E18-B670-B42B39B59F9C}" destId="{D8D4452E-7373-49EB-BB34-D52A87CEE741}" srcOrd="5" destOrd="0" parTransId="{1E6E0301-FC99-4002-B172-744109DB4AE6}" sibTransId="{605C9814-812E-41C5-92BE-CDA75E5F016F}"/>
    <dgm:cxn modelId="{AB9E9080-1AE1-4F6B-95B9-D5F4E1A81FA0}" type="presOf" srcId="{D10A403A-AD8E-4AC7-B082-675A69162B41}" destId="{0E88BC0C-153E-4BD6-95CD-1F644E461A48}" srcOrd="0" destOrd="2" presId="urn:microsoft.com/office/officeart/2009/3/layout/PieProcess"/>
    <dgm:cxn modelId="{975B4E84-71DB-4BD5-93D9-10486BF3C2DD}" type="presOf" srcId="{E5A0D95C-8CF1-4288-98AD-C07CEE48E892}" destId="{0E88BC0C-153E-4BD6-95CD-1F644E461A48}" srcOrd="0" destOrd="3" presId="urn:microsoft.com/office/officeart/2009/3/layout/PieProcess"/>
    <dgm:cxn modelId="{56EE5784-AA94-463A-BCBE-7D5766993946}" srcId="{8C3E1684-831B-4E18-B670-B42B39B59F9C}" destId="{9B4BE844-A617-4E03-8E2D-AC50A9C2A026}" srcOrd="1" destOrd="0" parTransId="{37E81B66-1147-4462-BC7D-7AB24183BFBD}" sibTransId="{90740EBE-5DBC-4831-AE65-46EB9917347D}"/>
    <dgm:cxn modelId="{2A75A888-6812-4704-9FB4-003F6AF7DE72}" srcId="{D565421A-C86F-4F0C-A56D-3DE2A91948C2}" destId="{81648061-596A-47B9-B0AC-CAD0AD7B3096}" srcOrd="2" destOrd="0" parTransId="{7936E454-EB0F-4D69-A6E1-211741AB0CD3}" sibTransId="{37D75AD9-950C-45DF-A4E8-2DE977E99F00}"/>
    <dgm:cxn modelId="{CA4A8D8A-89A4-4EC2-B07C-8B97750B7F4F}" type="presOf" srcId="{9262024B-C740-4E42-AB6F-806FD937BB21}" destId="{7710DE90-B87A-4B79-B926-426D4AAD35AA}" srcOrd="0" destOrd="0" presId="urn:microsoft.com/office/officeart/2009/3/layout/PieProcess"/>
    <dgm:cxn modelId="{96C7DF95-6F5E-4EBF-B0AD-ED82F65E15DA}" srcId="{D565421A-C86F-4F0C-A56D-3DE2A91948C2}" destId="{414F5144-655E-4C86-8376-240D27D489FE}" srcOrd="5" destOrd="0" parTransId="{DA595711-D462-4212-9442-2B73763A74DC}" sibTransId="{3DC67179-2966-4F13-880C-2A18806767DC}"/>
    <dgm:cxn modelId="{B44F76A0-8143-454C-A185-8F44CD41699F}" type="presOf" srcId="{EE12184B-2DF5-4EC2-8B53-C8198C9D576D}" destId="{20850800-1675-45E3-8D4D-347D363F4933}" srcOrd="0" destOrd="2" presId="urn:microsoft.com/office/officeart/2009/3/layout/PieProcess"/>
    <dgm:cxn modelId="{F167F1A0-C9D2-42FE-8AA9-44F74B5F38C2}" type="presOf" srcId="{507FB9BF-91D5-49D8-B111-6718941E990E}" destId="{A8252185-5C3C-44FE-9F47-3A918436A018}" srcOrd="0" destOrd="1" presId="urn:microsoft.com/office/officeart/2009/3/layout/PieProcess"/>
    <dgm:cxn modelId="{B7CD85A4-85F2-437B-82D7-5FCD1E8AE5CF}" srcId="{9262024B-C740-4E42-AB6F-806FD937BB21}" destId="{76F8B07E-0E18-419E-9D70-98598072365E}" srcOrd="3" destOrd="0" parTransId="{257C73CB-7E3A-4156-9629-6F6CF609A5C7}" sibTransId="{802408B4-B97A-448D-86BE-BBA34899E3F4}"/>
    <dgm:cxn modelId="{BBA1F4AC-42DA-4600-9D61-B28A6B2E7469}" srcId="{9262024B-C740-4E42-AB6F-806FD937BB21}" destId="{B5EC559C-923A-4181-B35D-AD72B0F86A38}" srcOrd="0" destOrd="0" parTransId="{ED9DA726-529C-4334-854A-F7A195757A74}" sibTransId="{E61F9C73-EFA1-4D67-9F39-3CEB2FD26B32}"/>
    <dgm:cxn modelId="{44AC84AF-20AD-4EF3-BC6C-9AA4C811F935}" type="presOf" srcId="{B5EC559C-923A-4181-B35D-AD72B0F86A38}" destId="{A8252185-5C3C-44FE-9F47-3A918436A018}" srcOrd="0" destOrd="0" presId="urn:microsoft.com/office/officeart/2009/3/layout/PieProcess"/>
    <dgm:cxn modelId="{1271E1AF-BA7C-4B27-A19F-56310DA955CC}" srcId="{9262024B-C740-4E42-AB6F-806FD937BB21}" destId="{27E1B7A4-04FB-4524-86A4-67EF843C12DE}" srcOrd="5" destOrd="0" parTransId="{AFC2874C-3688-411D-90A6-E20CF4957BD5}" sibTransId="{34573E3A-C55E-4D1B-9EDA-272BD8393B62}"/>
    <dgm:cxn modelId="{3B606DB3-BDA4-4E00-A3D7-2493093CC83C}" type="presOf" srcId="{55B3A360-B086-40E2-9816-A7AAD2B3DD6F}" destId="{71598DB5-2C70-40DA-90E1-1439B05894A0}" srcOrd="0" destOrd="4" presId="urn:microsoft.com/office/officeart/2009/3/layout/PieProcess"/>
    <dgm:cxn modelId="{9DF0DEC7-5946-4286-AD6B-0516A2596583}" srcId="{8C3E1684-831B-4E18-B670-B42B39B59F9C}" destId="{EE12184B-2DF5-4EC2-8B53-C8198C9D576D}" srcOrd="2" destOrd="0" parTransId="{30D7FA5F-AEDC-484C-B990-C39AAED8DA83}" sibTransId="{A5F59FB9-0770-41A1-BD5F-74B4EC2FECFB}"/>
    <dgm:cxn modelId="{837C13C8-11B5-4D7F-BC9C-21224C46E941}" type="presOf" srcId="{9B4BE844-A617-4E03-8E2D-AC50A9C2A026}" destId="{20850800-1675-45E3-8D4D-347D363F4933}" srcOrd="0" destOrd="1" presId="urn:microsoft.com/office/officeart/2009/3/layout/PieProcess"/>
    <dgm:cxn modelId="{1E2FFFD0-5E96-4A56-9A0E-C76A2D7014F6}" type="presOf" srcId="{414F5144-655E-4C86-8376-240D27D489FE}" destId="{71598DB5-2C70-40DA-90E1-1439B05894A0}" srcOrd="0" destOrd="5" presId="urn:microsoft.com/office/officeart/2009/3/layout/PieProcess"/>
    <dgm:cxn modelId="{C653FADC-D5F1-46F1-BB15-7556028D0530}" type="presOf" srcId="{27E1B7A4-04FB-4524-86A4-67EF843C12DE}" destId="{A8252185-5C3C-44FE-9F47-3A918436A018}" srcOrd="0" destOrd="5" presId="urn:microsoft.com/office/officeart/2009/3/layout/PieProcess"/>
    <dgm:cxn modelId="{FF6CE3DF-EE9D-4793-B62F-4F92B4DC3648}" srcId="{69800DBF-A2B2-4FA7-9B73-0C25707C6ED7}" destId="{9262024B-C740-4E42-AB6F-806FD937BB21}" srcOrd="1" destOrd="0" parTransId="{B20DC5B7-36D5-4BAF-9116-09C6667F8FAA}" sibTransId="{AFE38462-4FC2-400F-B467-846F8A155B11}"/>
    <dgm:cxn modelId="{C9811CE2-92A7-4096-AE15-B3D266F4FDA8}" srcId="{69800DBF-A2B2-4FA7-9B73-0C25707C6ED7}" destId="{D565421A-C86F-4F0C-A56D-3DE2A91948C2}" srcOrd="0" destOrd="0" parTransId="{350E3CC3-FD6D-454B-A0F6-52EF35877BAC}" sibTransId="{5E9C6F1E-7F06-4EC3-A0A3-101AB0C61B78}"/>
    <dgm:cxn modelId="{C07DE4EE-2D0F-4935-B654-AE207D1D03A7}" srcId="{D2F02E03-3C40-4980-AE92-54B2E7CFA1EA}" destId="{E5A0D95C-8CF1-4288-98AD-C07CEE48E892}" srcOrd="3" destOrd="0" parTransId="{F133B4C2-6692-4121-AE9A-F3F3FD2DBCEA}" sibTransId="{CF4E1D21-21F2-4F7C-810A-4D06671E46C2}"/>
    <dgm:cxn modelId="{DF530AEF-6120-4CF7-BB62-02843F24EF92}" type="presOf" srcId="{E5B6329E-31C4-402B-BBF6-A589C4DCCF7B}" destId="{71598DB5-2C70-40DA-90E1-1439B05894A0}" srcOrd="0" destOrd="3" presId="urn:microsoft.com/office/officeart/2009/3/layout/PieProcess"/>
    <dgm:cxn modelId="{A864C3EF-F69E-4B51-BCD3-949113E9DD32}" srcId="{D565421A-C86F-4F0C-A56D-3DE2A91948C2}" destId="{E5B6329E-31C4-402B-BBF6-A589C4DCCF7B}" srcOrd="3" destOrd="0" parTransId="{846C87EB-DCB5-4D75-80BC-8BA8AEA33837}" sibTransId="{3BC4ADAC-F986-48A4-9EF1-7610E91BCFB8}"/>
    <dgm:cxn modelId="{3F345CF0-0A45-4A39-A3B9-105D28C70D3C}" type="presOf" srcId="{1890BAF9-F5C0-4056-9DD4-7D0D794A65F7}" destId="{A8252185-5C3C-44FE-9F47-3A918436A018}" srcOrd="0" destOrd="4" presId="urn:microsoft.com/office/officeart/2009/3/layout/PieProcess"/>
    <dgm:cxn modelId="{3C214FF1-D1BB-4317-ACFA-202FC8380DD6}" srcId="{8C3E1684-831B-4E18-B670-B42B39B59F9C}" destId="{9C2EF58C-7C1F-4FDE-914C-973EE9D341BA}" srcOrd="0" destOrd="0" parTransId="{2C4C508E-93BB-433C-B8C3-E792DF86989D}" sibTransId="{66F4CC6B-53B7-487B-8925-E47BB70D8DEE}"/>
    <dgm:cxn modelId="{8BA74CF6-C8E2-4204-B600-1858341DE14B}" srcId="{D565421A-C86F-4F0C-A56D-3DE2A91948C2}" destId="{56116AA1-C6A3-4F35-9FAF-21B0D16A74A7}" srcOrd="1" destOrd="0" parTransId="{06DFFAB9-1DFF-4997-8E90-E5AA4AC00E6C}" sibTransId="{4260E088-2AA4-4056-A2AC-24174D0C64FB}"/>
    <dgm:cxn modelId="{F111D2F7-E4B1-4121-A1A1-03A22C4841CF}" type="presOf" srcId="{D2F02E03-3C40-4980-AE92-54B2E7CFA1EA}" destId="{62FF6661-5E32-429B-8A53-0F938483B421}" srcOrd="0" destOrd="0" presId="urn:microsoft.com/office/officeart/2009/3/layout/PieProcess"/>
    <dgm:cxn modelId="{572503FD-2C16-4EC3-BD47-73E065E338AC}" type="presOf" srcId="{A403FACF-984E-4684-9B61-76FEEB73761E}" destId="{0E88BC0C-153E-4BD6-95CD-1F644E461A48}" srcOrd="0" destOrd="1" presId="urn:microsoft.com/office/officeart/2009/3/layout/PieProcess"/>
    <dgm:cxn modelId="{216D0804-8F56-4D1A-AA0A-F819F58BD669}" type="presParOf" srcId="{95FC9824-D81C-424E-A648-FD88F036237B}" destId="{2941D897-CEB9-44E0-9E81-701A2FE142B3}" srcOrd="0" destOrd="0" presId="urn:microsoft.com/office/officeart/2009/3/layout/PieProcess"/>
    <dgm:cxn modelId="{BB4B658F-99A6-47A8-B419-B4A6A6B64E3D}" type="presParOf" srcId="{2941D897-CEB9-44E0-9E81-701A2FE142B3}" destId="{E201685F-69C5-41AF-97C7-BABDB0A819FF}" srcOrd="0" destOrd="0" presId="urn:microsoft.com/office/officeart/2009/3/layout/PieProcess"/>
    <dgm:cxn modelId="{2C400958-4632-4B00-9D22-B9B5839C419A}" type="presParOf" srcId="{2941D897-CEB9-44E0-9E81-701A2FE142B3}" destId="{13FDC466-9767-4FF8-A199-01CBB46B381B}" srcOrd="1" destOrd="0" presId="urn:microsoft.com/office/officeart/2009/3/layout/PieProcess"/>
    <dgm:cxn modelId="{F3642EE6-663D-4389-A7F6-166F512E4C93}" type="presParOf" srcId="{2941D897-CEB9-44E0-9E81-701A2FE142B3}" destId="{06F9689A-7DAF-4344-893D-2D67FEBA2B94}" srcOrd="2" destOrd="0" presId="urn:microsoft.com/office/officeart/2009/3/layout/PieProcess"/>
    <dgm:cxn modelId="{B14CD879-0DDA-4178-82CE-DF0F9F5E7850}" type="presParOf" srcId="{95FC9824-D81C-424E-A648-FD88F036237B}" destId="{D0AD8617-E181-4CAA-A5AF-2E31820742BC}" srcOrd="1" destOrd="0" presId="urn:microsoft.com/office/officeart/2009/3/layout/PieProcess"/>
    <dgm:cxn modelId="{F010B3FD-F5D6-4C97-9291-1B39CF32B7ED}" type="presParOf" srcId="{95FC9824-D81C-424E-A648-FD88F036237B}" destId="{05A05F25-5433-41DE-95BF-F7AEF8B4AB00}" srcOrd="2" destOrd="0" presId="urn:microsoft.com/office/officeart/2009/3/layout/PieProcess"/>
    <dgm:cxn modelId="{4ED8BCA0-ED46-4A5D-BD0E-810A5A4BB754}" type="presParOf" srcId="{05A05F25-5433-41DE-95BF-F7AEF8B4AB00}" destId="{71598DB5-2C70-40DA-90E1-1439B05894A0}" srcOrd="0" destOrd="0" presId="urn:microsoft.com/office/officeart/2009/3/layout/PieProcess"/>
    <dgm:cxn modelId="{DF2FB4E5-7179-4115-840B-BDCB45855DD4}" type="presParOf" srcId="{95FC9824-D81C-424E-A648-FD88F036237B}" destId="{EFA0A108-220B-4D77-8598-FBF2347F4DD2}" srcOrd="3" destOrd="0" presId="urn:microsoft.com/office/officeart/2009/3/layout/PieProcess"/>
    <dgm:cxn modelId="{B783939B-9B05-47F9-8F64-363EEE89B339}" type="presParOf" srcId="{95FC9824-D81C-424E-A648-FD88F036237B}" destId="{36C7A4AE-001E-44C4-AA51-C8A2781BF115}" srcOrd="4" destOrd="0" presId="urn:microsoft.com/office/officeart/2009/3/layout/PieProcess"/>
    <dgm:cxn modelId="{B87E631B-4093-466F-93F5-E3225AB8AE3F}" type="presParOf" srcId="{36C7A4AE-001E-44C4-AA51-C8A2781BF115}" destId="{5CAEC24D-C330-4D76-B4F4-0EF419A04AF5}" srcOrd="0" destOrd="0" presId="urn:microsoft.com/office/officeart/2009/3/layout/PieProcess"/>
    <dgm:cxn modelId="{0323586D-BFC4-4DAD-95A1-0903E5B64778}" type="presParOf" srcId="{36C7A4AE-001E-44C4-AA51-C8A2781BF115}" destId="{357A72A4-52EE-447F-A7AF-2A40D2D23C1A}" srcOrd="1" destOrd="0" presId="urn:microsoft.com/office/officeart/2009/3/layout/PieProcess"/>
    <dgm:cxn modelId="{9FCD91FE-D151-4EE3-8004-4FA8906BF21F}" type="presParOf" srcId="{36C7A4AE-001E-44C4-AA51-C8A2781BF115}" destId="{7710DE90-B87A-4B79-B926-426D4AAD35AA}" srcOrd="2" destOrd="0" presId="urn:microsoft.com/office/officeart/2009/3/layout/PieProcess"/>
    <dgm:cxn modelId="{6D82F2F3-4F05-4379-8003-176A42E255B3}" type="presParOf" srcId="{95FC9824-D81C-424E-A648-FD88F036237B}" destId="{ADE46568-F6AC-4D30-931D-F42A8F0C80E5}" srcOrd="5" destOrd="0" presId="urn:microsoft.com/office/officeart/2009/3/layout/PieProcess"/>
    <dgm:cxn modelId="{6D808C8D-9493-44D5-8A4F-082DC728AA54}" type="presParOf" srcId="{95FC9824-D81C-424E-A648-FD88F036237B}" destId="{4EE060DF-531E-4018-AFAB-142EC12351E4}" srcOrd="6" destOrd="0" presId="urn:microsoft.com/office/officeart/2009/3/layout/PieProcess"/>
    <dgm:cxn modelId="{6273FA83-CF4A-4A79-93FE-37B33E7CB63D}" type="presParOf" srcId="{4EE060DF-531E-4018-AFAB-142EC12351E4}" destId="{A8252185-5C3C-44FE-9F47-3A918436A018}" srcOrd="0" destOrd="0" presId="urn:microsoft.com/office/officeart/2009/3/layout/PieProcess"/>
    <dgm:cxn modelId="{74CD5194-225A-419A-9A87-042D9BA07607}" type="presParOf" srcId="{95FC9824-D81C-424E-A648-FD88F036237B}" destId="{E824CEB7-6882-40DE-A7CF-ACEA6C1E74A4}" srcOrd="7" destOrd="0" presId="urn:microsoft.com/office/officeart/2009/3/layout/PieProcess"/>
    <dgm:cxn modelId="{9D17332E-51AE-4A72-B659-E2788490ED55}" type="presParOf" srcId="{95FC9824-D81C-424E-A648-FD88F036237B}" destId="{67CEE1E1-5F55-44EE-A105-EB545F834C33}" srcOrd="8" destOrd="0" presId="urn:microsoft.com/office/officeart/2009/3/layout/PieProcess"/>
    <dgm:cxn modelId="{B741E21F-E695-47C8-A2EF-37ED2241F0FD}" type="presParOf" srcId="{67CEE1E1-5F55-44EE-A105-EB545F834C33}" destId="{EE2DAC05-6598-4946-BB2C-4CAADFD7DD15}" srcOrd="0" destOrd="0" presId="urn:microsoft.com/office/officeart/2009/3/layout/PieProcess"/>
    <dgm:cxn modelId="{2B8EBCDD-5370-4A01-9086-C5D01862BF6A}" type="presParOf" srcId="{67CEE1E1-5F55-44EE-A105-EB545F834C33}" destId="{62189BBC-E9AE-4DFD-8575-E489174F39CC}" srcOrd="1" destOrd="0" presId="urn:microsoft.com/office/officeart/2009/3/layout/PieProcess"/>
    <dgm:cxn modelId="{054BE583-B8FA-404A-96D6-AB785669286D}" type="presParOf" srcId="{67CEE1E1-5F55-44EE-A105-EB545F834C33}" destId="{7EF4629A-BE4B-4490-B13A-E9019C4859D6}" srcOrd="2" destOrd="0" presId="urn:microsoft.com/office/officeart/2009/3/layout/PieProcess"/>
    <dgm:cxn modelId="{28D3F00D-84C2-47CD-910D-BEC07B5E2AB7}" type="presParOf" srcId="{95FC9824-D81C-424E-A648-FD88F036237B}" destId="{CF9892F2-EF7A-48EC-827F-BA177F4402AD}" srcOrd="9" destOrd="0" presId="urn:microsoft.com/office/officeart/2009/3/layout/PieProcess"/>
    <dgm:cxn modelId="{0290B7A6-C993-4485-87AA-6C204B096C7C}" type="presParOf" srcId="{95FC9824-D81C-424E-A648-FD88F036237B}" destId="{B292C376-6282-422A-9BC8-092B17FB5BCE}" srcOrd="10" destOrd="0" presId="urn:microsoft.com/office/officeart/2009/3/layout/PieProcess"/>
    <dgm:cxn modelId="{9A177DC0-88F2-4D38-A37A-C8190A78BFE8}" type="presParOf" srcId="{B292C376-6282-422A-9BC8-092B17FB5BCE}" destId="{20850800-1675-45E3-8D4D-347D363F4933}" srcOrd="0" destOrd="0" presId="urn:microsoft.com/office/officeart/2009/3/layout/PieProcess"/>
    <dgm:cxn modelId="{160EBA2F-FAC3-4D56-B21F-D51768F535D1}" type="presParOf" srcId="{95FC9824-D81C-424E-A648-FD88F036237B}" destId="{F6086C0F-3EBF-4A2F-B95B-19A2354329EC}" srcOrd="11" destOrd="0" presId="urn:microsoft.com/office/officeart/2009/3/layout/PieProcess"/>
    <dgm:cxn modelId="{251EB84E-1D1F-4EA0-B60D-DBFB4A6D5391}" type="presParOf" srcId="{95FC9824-D81C-424E-A648-FD88F036237B}" destId="{7E37A2AA-329B-40D0-A932-28ACAC192D87}" srcOrd="12" destOrd="0" presId="urn:microsoft.com/office/officeart/2009/3/layout/PieProcess"/>
    <dgm:cxn modelId="{9B16C59D-E6CD-42AE-AD8F-F97F288E462D}" type="presParOf" srcId="{7E37A2AA-329B-40D0-A932-28ACAC192D87}" destId="{A5A70479-1A57-4986-9827-9E6FF3182069}" srcOrd="0" destOrd="0" presId="urn:microsoft.com/office/officeart/2009/3/layout/PieProcess"/>
    <dgm:cxn modelId="{7BC91F33-E874-4264-B478-3E9D41484B72}" type="presParOf" srcId="{7E37A2AA-329B-40D0-A932-28ACAC192D87}" destId="{E61DCC2D-31AA-4E52-B199-B687ACCD2C0F}" srcOrd="1" destOrd="0" presId="urn:microsoft.com/office/officeart/2009/3/layout/PieProcess"/>
    <dgm:cxn modelId="{E168FB85-59BC-4572-AF93-54A8BACE232C}" type="presParOf" srcId="{7E37A2AA-329B-40D0-A932-28ACAC192D87}" destId="{62FF6661-5E32-429B-8A53-0F938483B421}" srcOrd="2" destOrd="0" presId="urn:microsoft.com/office/officeart/2009/3/layout/PieProcess"/>
    <dgm:cxn modelId="{54974748-4EC4-40BB-A4EE-492AF9C7A3AF}" type="presParOf" srcId="{95FC9824-D81C-424E-A648-FD88F036237B}" destId="{E663AD09-7540-4A63-94A7-69DABE8A0D89}" srcOrd="13" destOrd="0" presId="urn:microsoft.com/office/officeart/2009/3/layout/PieProcess"/>
    <dgm:cxn modelId="{CC365A16-B26C-43E7-AD2F-987647761274}" type="presParOf" srcId="{95FC9824-D81C-424E-A648-FD88F036237B}" destId="{3382E897-27B1-46B0-A9FB-BE02906BBA69}" srcOrd="14" destOrd="0" presId="urn:microsoft.com/office/officeart/2009/3/layout/PieProcess"/>
    <dgm:cxn modelId="{162F7C13-3816-4A55-BDB5-5FF0CCBAE1EF}" type="presParOf" srcId="{3382E897-27B1-46B0-A9FB-BE02906BBA69}" destId="{0E88BC0C-153E-4BD6-95CD-1F644E461A48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EA0FA8-07E5-4074-AE68-B0C9C613F137}">
      <dsp:nvSpPr>
        <dsp:cNvPr id="0" name=""/>
        <dsp:cNvSpPr/>
      </dsp:nvSpPr>
      <dsp:spPr>
        <a:xfrm>
          <a:off x="14420" y="1943671"/>
          <a:ext cx="1791029" cy="6511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Arrays</a:t>
          </a:r>
          <a:endParaRPr lang="en-IN" sz="1800" kern="1200" dirty="0"/>
        </a:p>
      </dsp:txBody>
      <dsp:txXfrm>
        <a:off x="14420" y="1943671"/>
        <a:ext cx="1791029" cy="651129"/>
      </dsp:txXfrm>
    </dsp:sp>
    <dsp:sp modelId="{063B72AA-E1D7-44E3-96E5-BDA55D0CAEC2}">
      <dsp:nvSpPr>
        <dsp:cNvPr id="0" name=""/>
        <dsp:cNvSpPr/>
      </dsp:nvSpPr>
      <dsp:spPr>
        <a:xfrm>
          <a:off x="14420" y="2594800"/>
          <a:ext cx="1791029" cy="209992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Compile-time, non-resizable array.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Contains methods for common array operations.</a:t>
          </a:r>
        </a:p>
      </dsp:txBody>
      <dsp:txXfrm>
        <a:off x="14420" y="2594800"/>
        <a:ext cx="1791029" cy="2099924"/>
      </dsp:txXfrm>
    </dsp:sp>
    <dsp:sp modelId="{CE0CD8C2-1DE8-45C2-BBC5-4A9E234EDD16}">
      <dsp:nvSpPr>
        <dsp:cNvPr id="0" name=""/>
        <dsp:cNvSpPr/>
      </dsp:nvSpPr>
      <dsp:spPr>
        <a:xfrm>
          <a:off x="2056193" y="1943671"/>
          <a:ext cx="1791029" cy="6511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Vector</a:t>
          </a:r>
          <a:endParaRPr lang="en-IN" sz="1800" kern="1200"/>
        </a:p>
      </dsp:txBody>
      <dsp:txXfrm>
        <a:off x="2056193" y="1943671"/>
        <a:ext cx="1791029" cy="651129"/>
      </dsp:txXfrm>
    </dsp:sp>
    <dsp:sp modelId="{755D907C-7682-40AC-A7C5-40DA90079F04}">
      <dsp:nvSpPr>
        <dsp:cNvPr id="0" name=""/>
        <dsp:cNvSpPr/>
      </dsp:nvSpPr>
      <dsp:spPr>
        <a:xfrm>
          <a:off x="2056193" y="2594800"/>
          <a:ext cx="1791029" cy="209992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Dynamic-sized array.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Automatically resizes when elements are added or removed.</a:t>
          </a:r>
        </a:p>
      </dsp:txBody>
      <dsp:txXfrm>
        <a:off x="2056193" y="2594800"/>
        <a:ext cx="1791029" cy="2099924"/>
      </dsp:txXfrm>
    </dsp:sp>
    <dsp:sp modelId="{8B484FC3-A763-4204-B3FE-07EAF10F5B52}">
      <dsp:nvSpPr>
        <dsp:cNvPr id="0" name=""/>
        <dsp:cNvSpPr/>
      </dsp:nvSpPr>
      <dsp:spPr>
        <a:xfrm>
          <a:off x="4097966" y="1943671"/>
          <a:ext cx="1791029" cy="6511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Deque (Double-Ended Queue)</a:t>
          </a:r>
          <a:endParaRPr lang="en-IN" sz="1800" kern="1200" dirty="0"/>
        </a:p>
      </dsp:txBody>
      <dsp:txXfrm>
        <a:off x="4097966" y="1943671"/>
        <a:ext cx="1791029" cy="651129"/>
      </dsp:txXfrm>
    </dsp:sp>
    <dsp:sp modelId="{0FF20A06-17FB-4755-B62D-91332DAC95C4}">
      <dsp:nvSpPr>
        <dsp:cNvPr id="0" name=""/>
        <dsp:cNvSpPr/>
      </dsp:nvSpPr>
      <dsp:spPr>
        <a:xfrm>
          <a:off x="4097966" y="2594800"/>
          <a:ext cx="1791029" cy="209992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Allows insertion and deletion at both ends.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Supports expansion/contraction from both front and back.</a:t>
          </a:r>
        </a:p>
      </dsp:txBody>
      <dsp:txXfrm>
        <a:off x="4097966" y="2594800"/>
        <a:ext cx="1791029" cy="2099924"/>
      </dsp:txXfrm>
    </dsp:sp>
    <dsp:sp modelId="{FDBE1229-40CD-4BF8-8219-B0482AE1C24A}">
      <dsp:nvSpPr>
        <dsp:cNvPr id="0" name=""/>
        <dsp:cNvSpPr/>
      </dsp:nvSpPr>
      <dsp:spPr>
        <a:xfrm>
          <a:off x="6139739" y="1943671"/>
          <a:ext cx="1791029" cy="6511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List</a:t>
          </a:r>
          <a:endParaRPr lang="en-IN" sz="1800" kern="1200"/>
        </a:p>
      </dsp:txBody>
      <dsp:txXfrm>
        <a:off x="6139739" y="1943671"/>
        <a:ext cx="1791029" cy="651129"/>
      </dsp:txXfrm>
    </dsp:sp>
    <dsp:sp modelId="{7CDE0788-5856-48F7-ACC6-8AE02E706A53}">
      <dsp:nvSpPr>
        <dsp:cNvPr id="0" name=""/>
        <dsp:cNvSpPr/>
      </dsp:nvSpPr>
      <dsp:spPr>
        <a:xfrm>
          <a:off x="6139739" y="2594800"/>
          <a:ext cx="1791029" cy="209992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Non-contiguous memory storage.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Implements doubly linked list.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Supports sequential access only.</a:t>
          </a:r>
        </a:p>
      </dsp:txBody>
      <dsp:txXfrm>
        <a:off x="6139739" y="2594800"/>
        <a:ext cx="1791029" cy="2099924"/>
      </dsp:txXfrm>
    </dsp:sp>
    <dsp:sp modelId="{9E9E4C1E-0FEE-42FC-9AB0-71AD46E96733}">
      <dsp:nvSpPr>
        <dsp:cNvPr id="0" name=""/>
        <dsp:cNvSpPr/>
      </dsp:nvSpPr>
      <dsp:spPr>
        <a:xfrm>
          <a:off x="8181512" y="1943671"/>
          <a:ext cx="1791029" cy="6511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Forward List</a:t>
          </a:r>
          <a:endParaRPr lang="en-IN" sz="1800" kern="1200"/>
        </a:p>
      </dsp:txBody>
      <dsp:txXfrm>
        <a:off x="8181512" y="1943671"/>
        <a:ext cx="1791029" cy="651129"/>
      </dsp:txXfrm>
    </dsp:sp>
    <dsp:sp modelId="{688EF8A1-338B-453B-86DD-A26AED49CECB}">
      <dsp:nvSpPr>
        <dsp:cNvPr id="0" name=""/>
        <dsp:cNvSpPr/>
      </dsp:nvSpPr>
      <dsp:spPr>
        <a:xfrm>
          <a:off x="8181512" y="2594800"/>
          <a:ext cx="1791029" cy="209992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Stores only the next element’s address.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Implements singly linked list.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/>
            <a:t>More memory-efficient than list.</a:t>
          </a:r>
        </a:p>
      </dsp:txBody>
      <dsp:txXfrm>
        <a:off x="8181512" y="2594800"/>
        <a:ext cx="1791029" cy="2099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2C046-4948-43E5-B125-A146EA18DC59}">
      <dsp:nvSpPr>
        <dsp:cNvPr id="0" name=""/>
        <dsp:cNvSpPr/>
      </dsp:nvSpPr>
      <dsp:spPr>
        <a:xfrm>
          <a:off x="2581" y="77038"/>
          <a:ext cx="2517371" cy="662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Stack</a:t>
          </a:r>
          <a:endParaRPr lang="en-IN" sz="2300" kern="1200" dirty="0"/>
        </a:p>
      </dsp:txBody>
      <dsp:txXfrm>
        <a:off x="2581" y="77038"/>
        <a:ext cx="2517371" cy="662400"/>
      </dsp:txXfrm>
    </dsp:sp>
    <dsp:sp modelId="{6A6C5C65-D4FC-4899-BF23-338EF6FD6E33}">
      <dsp:nvSpPr>
        <dsp:cNvPr id="0" name=""/>
        <dsp:cNvSpPr/>
      </dsp:nvSpPr>
      <dsp:spPr>
        <a:xfrm>
          <a:off x="2581" y="739438"/>
          <a:ext cx="2517371" cy="299299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Follows </a:t>
          </a:r>
          <a:r>
            <a:rPr lang="en-US" sz="2300" b="1" kern="1200" dirty="0"/>
            <a:t>LIFO</a:t>
          </a:r>
          <a:r>
            <a:rPr lang="en-US" sz="2300" kern="1200" dirty="0"/>
            <a:t> (Last In First Out).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Insertion and deletion happen at </a:t>
          </a:r>
          <a:r>
            <a:rPr lang="en-US" sz="2300" b="1" kern="1200" dirty="0"/>
            <a:t>one end</a:t>
          </a:r>
          <a:r>
            <a:rPr lang="en-US" sz="2300" kern="1200" dirty="0"/>
            <a:t> only.</a:t>
          </a:r>
        </a:p>
      </dsp:txBody>
      <dsp:txXfrm>
        <a:off x="2581" y="739438"/>
        <a:ext cx="2517371" cy="2992993"/>
      </dsp:txXfrm>
    </dsp:sp>
    <dsp:sp modelId="{996BC5F2-E6CA-412C-A708-375DE11AC4AE}">
      <dsp:nvSpPr>
        <dsp:cNvPr id="0" name=""/>
        <dsp:cNvSpPr/>
      </dsp:nvSpPr>
      <dsp:spPr>
        <a:xfrm>
          <a:off x="2872386" y="77038"/>
          <a:ext cx="2517371" cy="662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Queue</a:t>
          </a:r>
          <a:endParaRPr lang="en-IN" sz="2300" kern="1200"/>
        </a:p>
      </dsp:txBody>
      <dsp:txXfrm>
        <a:off x="2872386" y="77038"/>
        <a:ext cx="2517371" cy="662400"/>
      </dsp:txXfrm>
    </dsp:sp>
    <dsp:sp modelId="{DDC0D76E-FD7F-4E29-B1C2-7F885E02A47C}">
      <dsp:nvSpPr>
        <dsp:cNvPr id="0" name=""/>
        <dsp:cNvSpPr/>
      </dsp:nvSpPr>
      <dsp:spPr>
        <a:xfrm>
          <a:off x="2872386" y="739438"/>
          <a:ext cx="2517371" cy="299299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Follows </a:t>
          </a:r>
          <a:r>
            <a:rPr lang="en-US" sz="2300" b="1" kern="1200" dirty="0"/>
            <a:t>FIFO</a:t>
          </a:r>
          <a:r>
            <a:rPr lang="en-US" sz="2300" kern="1200" dirty="0"/>
            <a:t> (First In First Out).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Elements inserted first are removed first.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300" kern="1200" dirty="0"/>
            <a:t>Uses </a:t>
          </a:r>
          <a:r>
            <a:rPr lang="en-IN" sz="2300" b="1" kern="1200" dirty="0"/>
            <a:t>deque</a:t>
          </a:r>
          <a:r>
            <a:rPr lang="en-IN" sz="2300" kern="1200" dirty="0"/>
            <a:t> by default.</a:t>
          </a:r>
        </a:p>
      </dsp:txBody>
      <dsp:txXfrm>
        <a:off x="2872386" y="739438"/>
        <a:ext cx="2517371" cy="2992993"/>
      </dsp:txXfrm>
    </dsp:sp>
    <dsp:sp modelId="{27D4482B-7AD3-49CD-989E-56D376098797}">
      <dsp:nvSpPr>
        <dsp:cNvPr id="0" name=""/>
        <dsp:cNvSpPr/>
      </dsp:nvSpPr>
      <dsp:spPr>
        <a:xfrm>
          <a:off x="5742190" y="77038"/>
          <a:ext cx="2517371" cy="662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Priority Queue</a:t>
          </a:r>
          <a:endParaRPr lang="en-IN" sz="2300" kern="1200"/>
        </a:p>
      </dsp:txBody>
      <dsp:txXfrm>
        <a:off x="5742190" y="77038"/>
        <a:ext cx="2517371" cy="662400"/>
      </dsp:txXfrm>
    </dsp:sp>
    <dsp:sp modelId="{1EB1E928-03AB-434A-B893-8FCCFA30AAE8}">
      <dsp:nvSpPr>
        <dsp:cNvPr id="0" name=""/>
        <dsp:cNvSpPr/>
      </dsp:nvSpPr>
      <dsp:spPr>
        <a:xfrm>
          <a:off x="5742190" y="739438"/>
          <a:ext cx="2517371" cy="299299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Does </a:t>
          </a:r>
          <a:r>
            <a:rPr lang="en-US" sz="2300" b="1" kern="1200" dirty="0"/>
            <a:t>not follow FIFO/LIFO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Elements are removed based on </a:t>
          </a:r>
          <a:r>
            <a:rPr lang="en-US" sz="2300" b="1" kern="1200" dirty="0"/>
            <a:t>priority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300" kern="1200" dirty="0"/>
            <a:t>Uses </a:t>
          </a:r>
          <a:r>
            <a:rPr lang="en-IN" sz="2300" b="1" kern="1200" dirty="0"/>
            <a:t>vector</a:t>
          </a:r>
          <a:r>
            <a:rPr lang="en-IN" sz="2300" kern="1200" dirty="0"/>
            <a:t> as default container.</a:t>
          </a:r>
        </a:p>
      </dsp:txBody>
      <dsp:txXfrm>
        <a:off x="5742190" y="739438"/>
        <a:ext cx="2517371" cy="29929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C8090-8090-4DB8-8974-D227C08B9DFB}">
      <dsp:nvSpPr>
        <dsp:cNvPr id="0" name=""/>
        <dsp:cNvSpPr/>
      </dsp:nvSpPr>
      <dsp:spPr>
        <a:xfrm>
          <a:off x="391" y="164362"/>
          <a:ext cx="803643" cy="80364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9292037-24EF-4ED8-A9BC-D447FF433A51}">
      <dsp:nvSpPr>
        <dsp:cNvPr id="0" name=""/>
        <dsp:cNvSpPr/>
      </dsp:nvSpPr>
      <dsp:spPr>
        <a:xfrm>
          <a:off x="80756" y="244726"/>
          <a:ext cx="642915" cy="642915"/>
        </a:xfrm>
        <a:prstGeom prst="pie">
          <a:avLst>
            <a:gd name="adj1" fmla="val 135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75907F-EBCF-470A-824A-393965A00ED7}">
      <dsp:nvSpPr>
        <dsp:cNvPr id="0" name=""/>
        <dsp:cNvSpPr/>
      </dsp:nvSpPr>
      <dsp:spPr>
        <a:xfrm rot="16200000">
          <a:off x="-923798" y="1972560"/>
          <a:ext cx="2330567" cy="482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2235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300" b="1" kern="1200" dirty="0"/>
            <a:t>Set</a:t>
          </a:r>
          <a:endParaRPr lang="en-IN" sz="2300" kern="1200" dirty="0"/>
        </a:p>
      </dsp:txBody>
      <dsp:txXfrm>
        <a:off x="-923798" y="1972560"/>
        <a:ext cx="2330567" cy="482186"/>
      </dsp:txXfrm>
    </dsp:sp>
    <dsp:sp modelId="{5958B65E-016E-4BA5-B259-0196414C412A}">
      <dsp:nvSpPr>
        <dsp:cNvPr id="0" name=""/>
        <dsp:cNvSpPr/>
      </dsp:nvSpPr>
      <dsp:spPr>
        <a:xfrm>
          <a:off x="562942" y="164362"/>
          <a:ext cx="1607287" cy="321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Stores </a:t>
          </a:r>
          <a:r>
            <a:rPr lang="en-IN" sz="1800" b="1" kern="1200" dirty="0"/>
            <a:t>unique</a:t>
          </a:r>
          <a:r>
            <a:rPr lang="en-IN" sz="1800" kern="1200" dirty="0"/>
            <a:t> elements.</a:t>
          </a:r>
        </a:p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800" kern="1200" dirty="0"/>
        </a:p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Values sorted in </a:t>
          </a:r>
          <a:r>
            <a:rPr lang="en-US" sz="1800" b="1" kern="1200" dirty="0"/>
            <a:t>ascending</a:t>
          </a:r>
          <a:r>
            <a:rPr lang="en-US" sz="1800" kern="1200" dirty="0"/>
            <a:t> order by default.</a:t>
          </a:r>
        </a:p>
      </dsp:txBody>
      <dsp:txXfrm>
        <a:off x="562942" y="164362"/>
        <a:ext cx="1607287" cy="3214575"/>
      </dsp:txXfrm>
    </dsp:sp>
    <dsp:sp modelId="{125CE939-E519-4258-B4F3-7835E8FA1C60}">
      <dsp:nvSpPr>
        <dsp:cNvPr id="0" name=""/>
        <dsp:cNvSpPr/>
      </dsp:nvSpPr>
      <dsp:spPr>
        <a:xfrm>
          <a:off x="2548688" y="164362"/>
          <a:ext cx="803643" cy="80364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88FCF7B-9FAF-4EFC-AE8E-1519746BB3B8}">
      <dsp:nvSpPr>
        <dsp:cNvPr id="0" name=""/>
        <dsp:cNvSpPr/>
      </dsp:nvSpPr>
      <dsp:spPr>
        <a:xfrm>
          <a:off x="2629052" y="244726"/>
          <a:ext cx="642915" cy="642915"/>
        </a:xfrm>
        <a:prstGeom prst="pie">
          <a:avLst>
            <a:gd name="adj1" fmla="val 108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D73A6C-0C75-4818-94E6-25F1D26D151A}">
      <dsp:nvSpPr>
        <dsp:cNvPr id="0" name=""/>
        <dsp:cNvSpPr/>
      </dsp:nvSpPr>
      <dsp:spPr>
        <a:xfrm rot="16200000">
          <a:off x="1624497" y="1972560"/>
          <a:ext cx="2330567" cy="482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2235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300" b="1" kern="1200"/>
            <a:t>Map</a:t>
          </a:r>
          <a:endParaRPr lang="en-IN" sz="2300" kern="1200"/>
        </a:p>
      </dsp:txBody>
      <dsp:txXfrm>
        <a:off x="1624497" y="1972560"/>
        <a:ext cx="2330567" cy="482186"/>
      </dsp:txXfrm>
    </dsp:sp>
    <dsp:sp modelId="{F4DAAB7C-9D7B-4590-AF15-D938F2F6603B}">
      <dsp:nvSpPr>
        <dsp:cNvPr id="0" name=""/>
        <dsp:cNvSpPr/>
      </dsp:nvSpPr>
      <dsp:spPr>
        <a:xfrm>
          <a:off x="3111239" y="164362"/>
          <a:ext cx="1607287" cy="321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800" kern="1200" dirty="0"/>
            <a:t>Stores </a:t>
          </a:r>
          <a:r>
            <a:rPr lang="en-IN" sz="1800" b="1" kern="1200" dirty="0"/>
            <a:t>key-value pairs</a:t>
          </a:r>
          <a:r>
            <a:rPr lang="en-IN" sz="1800" kern="1200" dirty="0"/>
            <a:t>.</a:t>
          </a:r>
        </a:p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endParaRPr lang="en-IN" sz="1800" b="1" kern="1200" dirty="0"/>
        </a:p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800" b="1" kern="1200" dirty="0"/>
            <a:t>Keys must be unique</a:t>
          </a:r>
          <a:r>
            <a:rPr lang="en-IN" sz="1800" kern="1200" dirty="0"/>
            <a:t>.</a:t>
          </a:r>
        </a:p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800" kern="1200" dirty="0"/>
            <a:t>Sorted by key values.</a:t>
          </a:r>
        </a:p>
      </dsp:txBody>
      <dsp:txXfrm>
        <a:off x="3111239" y="164362"/>
        <a:ext cx="1607287" cy="3214575"/>
      </dsp:txXfrm>
    </dsp:sp>
    <dsp:sp modelId="{7E1AF38C-3E8A-4590-9DD4-DEEA63587154}">
      <dsp:nvSpPr>
        <dsp:cNvPr id="0" name=""/>
        <dsp:cNvSpPr/>
      </dsp:nvSpPr>
      <dsp:spPr>
        <a:xfrm>
          <a:off x="5096984" y="164362"/>
          <a:ext cx="803643" cy="80364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5F52BDD-12EC-417E-AC8E-803B01C213B0}">
      <dsp:nvSpPr>
        <dsp:cNvPr id="0" name=""/>
        <dsp:cNvSpPr/>
      </dsp:nvSpPr>
      <dsp:spPr>
        <a:xfrm>
          <a:off x="5177349" y="244726"/>
          <a:ext cx="642915" cy="642915"/>
        </a:xfrm>
        <a:prstGeom prst="pie">
          <a:avLst>
            <a:gd name="adj1" fmla="val 81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C23ADC-F525-49B8-993A-180DB245016C}">
      <dsp:nvSpPr>
        <dsp:cNvPr id="0" name=""/>
        <dsp:cNvSpPr/>
      </dsp:nvSpPr>
      <dsp:spPr>
        <a:xfrm rot="16200000">
          <a:off x="4172794" y="1972560"/>
          <a:ext cx="2330567" cy="482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2235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300" b="1" kern="1200"/>
            <a:t>Multiset</a:t>
          </a:r>
          <a:endParaRPr lang="en-IN" sz="2300" kern="1200"/>
        </a:p>
      </dsp:txBody>
      <dsp:txXfrm>
        <a:off x="4172794" y="1972560"/>
        <a:ext cx="2330567" cy="482186"/>
      </dsp:txXfrm>
    </dsp:sp>
    <dsp:sp modelId="{380694D9-18A2-4124-9547-34A632A2E601}">
      <dsp:nvSpPr>
        <dsp:cNvPr id="0" name=""/>
        <dsp:cNvSpPr/>
      </dsp:nvSpPr>
      <dsp:spPr>
        <a:xfrm>
          <a:off x="5659535" y="164362"/>
          <a:ext cx="1607287" cy="321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kern="1200" dirty="0"/>
            <a:t>Like set, but </a:t>
          </a:r>
          <a:r>
            <a:rPr lang="en-US" sz="1800" b="1" kern="1200" dirty="0"/>
            <a:t>allows duplicate</a:t>
          </a:r>
          <a:r>
            <a:rPr lang="en-US" sz="1800" kern="1200" dirty="0"/>
            <a:t> elements.</a:t>
          </a:r>
        </a:p>
      </dsp:txBody>
      <dsp:txXfrm>
        <a:off x="5659535" y="164362"/>
        <a:ext cx="1607287" cy="3214575"/>
      </dsp:txXfrm>
    </dsp:sp>
    <dsp:sp modelId="{D627D76C-3D72-41F5-B92A-70B420484FD5}">
      <dsp:nvSpPr>
        <dsp:cNvPr id="0" name=""/>
        <dsp:cNvSpPr/>
      </dsp:nvSpPr>
      <dsp:spPr>
        <a:xfrm>
          <a:off x="7645281" y="164362"/>
          <a:ext cx="803643" cy="80364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03AF4712-C202-4897-8861-7D1B2AE25E60}">
      <dsp:nvSpPr>
        <dsp:cNvPr id="0" name=""/>
        <dsp:cNvSpPr/>
      </dsp:nvSpPr>
      <dsp:spPr>
        <a:xfrm>
          <a:off x="7725646" y="244726"/>
          <a:ext cx="642915" cy="64291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76D55C-78E3-4C4C-85A9-B2EA442A268E}">
      <dsp:nvSpPr>
        <dsp:cNvPr id="0" name=""/>
        <dsp:cNvSpPr/>
      </dsp:nvSpPr>
      <dsp:spPr>
        <a:xfrm rot="16200000">
          <a:off x="6721091" y="1972560"/>
          <a:ext cx="2330567" cy="482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2235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300" b="1" kern="1200"/>
            <a:t>Multimap</a:t>
          </a:r>
          <a:endParaRPr lang="en-IN" sz="2300" kern="1200"/>
        </a:p>
      </dsp:txBody>
      <dsp:txXfrm>
        <a:off x="6721091" y="1972560"/>
        <a:ext cx="2330567" cy="482186"/>
      </dsp:txXfrm>
    </dsp:sp>
    <dsp:sp modelId="{78CAFBCF-8D9A-4F53-8954-29724D0D60A5}">
      <dsp:nvSpPr>
        <dsp:cNvPr id="0" name=""/>
        <dsp:cNvSpPr/>
      </dsp:nvSpPr>
      <dsp:spPr>
        <a:xfrm>
          <a:off x="8207832" y="164362"/>
          <a:ext cx="1607287" cy="321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kern="1200"/>
            <a:t>Like map, but allows </a:t>
          </a:r>
          <a:r>
            <a:rPr lang="en-US" sz="1800" b="1" kern="1200"/>
            <a:t>multiple values for same key</a:t>
          </a:r>
          <a:r>
            <a:rPr lang="en-US" sz="1800" kern="1200"/>
            <a:t>.</a:t>
          </a:r>
        </a:p>
      </dsp:txBody>
      <dsp:txXfrm>
        <a:off x="8207832" y="164362"/>
        <a:ext cx="1607287" cy="32145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3B0D8-1AE3-4E78-973C-3A2E2FA29CD7}">
      <dsp:nvSpPr>
        <dsp:cNvPr id="0" name=""/>
        <dsp:cNvSpPr/>
      </dsp:nvSpPr>
      <dsp:spPr>
        <a:xfrm>
          <a:off x="5348" y="0"/>
          <a:ext cx="775559" cy="775559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ED6BE86-DD9C-4CF4-8BD7-C7715FDB5792}">
      <dsp:nvSpPr>
        <dsp:cNvPr id="0" name=""/>
        <dsp:cNvSpPr/>
      </dsp:nvSpPr>
      <dsp:spPr>
        <a:xfrm>
          <a:off x="82904" y="77555"/>
          <a:ext cx="620447" cy="620447"/>
        </a:xfrm>
        <a:prstGeom prst="pie">
          <a:avLst>
            <a:gd name="adj1" fmla="val 135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599743-B9C2-4210-AADF-C0AD2DA3D7F4}">
      <dsp:nvSpPr>
        <dsp:cNvPr id="0" name=""/>
        <dsp:cNvSpPr/>
      </dsp:nvSpPr>
      <dsp:spPr>
        <a:xfrm rot="16200000">
          <a:off x="-886544" y="1745009"/>
          <a:ext cx="2249123" cy="465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000" b="1" kern="1200" dirty="0"/>
            <a:t>Unordered Set</a:t>
          </a:r>
          <a:endParaRPr lang="en-IN" sz="2000" kern="1200" dirty="0"/>
        </a:p>
      </dsp:txBody>
      <dsp:txXfrm>
        <a:off x="-886544" y="1745009"/>
        <a:ext cx="2249123" cy="465335"/>
      </dsp:txXfrm>
    </dsp:sp>
    <dsp:sp modelId="{4C5BD87F-9BC8-41D5-BBE8-FCAEE48BD940}">
      <dsp:nvSpPr>
        <dsp:cNvPr id="0" name=""/>
        <dsp:cNvSpPr/>
      </dsp:nvSpPr>
      <dsp:spPr>
        <a:xfrm>
          <a:off x="548240" y="0"/>
          <a:ext cx="1551119" cy="3102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kern="1200" dirty="0"/>
            <a:t>Stores </a:t>
          </a:r>
          <a:r>
            <a:rPr lang="en-IN" sz="1600" b="1" kern="1200" dirty="0"/>
            <a:t>unique keys</a:t>
          </a:r>
          <a:r>
            <a:rPr lang="en-IN" sz="1600" kern="1200" dirty="0"/>
            <a:t>.</a:t>
          </a:r>
        </a:p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kern="1200" dirty="0"/>
            <a:t>Uses </a:t>
          </a:r>
          <a:r>
            <a:rPr lang="en-IN" sz="1600" b="1" kern="1200" dirty="0"/>
            <a:t>hash table</a:t>
          </a:r>
          <a:r>
            <a:rPr lang="en-IN" sz="1600" kern="1200" dirty="0"/>
            <a:t>.</a:t>
          </a:r>
        </a:p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b="1" kern="1200"/>
            <a:t>Fast insertion, deletion, and search</a:t>
          </a:r>
          <a:r>
            <a:rPr lang="en-IN" sz="1600" kern="1200"/>
            <a:t>.</a:t>
          </a:r>
        </a:p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b="1" kern="1200"/>
            <a:t>No specific order</a:t>
          </a:r>
          <a:r>
            <a:rPr lang="en-IN" sz="1600" kern="1200"/>
            <a:t>.</a:t>
          </a:r>
        </a:p>
      </dsp:txBody>
      <dsp:txXfrm>
        <a:off x="548240" y="0"/>
        <a:ext cx="1551119" cy="3102239"/>
      </dsp:txXfrm>
    </dsp:sp>
    <dsp:sp modelId="{4B6DEE22-7133-45A4-9F90-19DD40F60CF9}">
      <dsp:nvSpPr>
        <dsp:cNvPr id="0" name=""/>
        <dsp:cNvSpPr/>
      </dsp:nvSpPr>
      <dsp:spPr>
        <a:xfrm>
          <a:off x="2507883" y="0"/>
          <a:ext cx="775559" cy="775559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4705000-F7F6-48E9-A146-E4122DB7BF27}">
      <dsp:nvSpPr>
        <dsp:cNvPr id="0" name=""/>
        <dsp:cNvSpPr/>
      </dsp:nvSpPr>
      <dsp:spPr>
        <a:xfrm>
          <a:off x="2585439" y="77555"/>
          <a:ext cx="620447" cy="620447"/>
        </a:xfrm>
        <a:prstGeom prst="pie">
          <a:avLst>
            <a:gd name="adj1" fmla="val 108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403DF2-B10F-46DF-8A94-50623A915F69}">
      <dsp:nvSpPr>
        <dsp:cNvPr id="0" name=""/>
        <dsp:cNvSpPr/>
      </dsp:nvSpPr>
      <dsp:spPr>
        <a:xfrm rot="16200000">
          <a:off x="1615989" y="1745009"/>
          <a:ext cx="2249123" cy="465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000" b="1" kern="1200"/>
            <a:t>Unordered Multiset</a:t>
          </a:r>
          <a:endParaRPr lang="en-IN" sz="2000" kern="1200"/>
        </a:p>
      </dsp:txBody>
      <dsp:txXfrm>
        <a:off x="1615989" y="1745009"/>
        <a:ext cx="2249123" cy="465335"/>
      </dsp:txXfrm>
    </dsp:sp>
    <dsp:sp modelId="{703A7946-F0F3-48BC-96C3-271D8C37F6A0}">
      <dsp:nvSpPr>
        <dsp:cNvPr id="0" name=""/>
        <dsp:cNvSpPr/>
      </dsp:nvSpPr>
      <dsp:spPr>
        <a:xfrm>
          <a:off x="3050775" y="0"/>
          <a:ext cx="1551119" cy="3102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/>
            <a:t>Like unordered set, but </a:t>
          </a:r>
          <a:r>
            <a:rPr lang="en-US" sz="1600" b="1" kern="1200"/>
            <a:t>allows duplicates</a:t>
          </a:r>
          <a:r>
            <a:rPr lang="en-US" sz="1600" kern="1200"/>
            <a:t>.</a:t>
          </a:r>
        </a:p>
      </dsp:txBody>
      <dsp:txXfrm>
        <a:off x="3050775" y="0"/>
        <a:ext cx="1551119" cy="3102239"/>
      </dsp:txXfrm>
    </dsp:sp>
    <dsp:sp modelId="{B9B52DDD-521C-4F64-9578-5F51C421664E}">
      <dsp:nvSpPr>
        <dsp:cNvPr id="0" name=""/>
        <dsp:cNvSpPr/>
      </dsp:nvSpPr>
      <dsp:spPr>
        <a:xfrm>
          <a:off x="5010418" y="0"/>
          <a:ext cx="775559" cy="775559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6518B56-2559-4721-8487-6AF02230AE31}">
      <dsp:nvSpPr>
        <dsp:cNvPr id="0" name=""/>
        <dsp:cNvSpPr/>
      </dsp:nvSpPr>
      <dsp:spPr>
        <a:xfrm>
          <a:off x="5087974" y="77555"/>
          <a:ext cx="620447" cy="620447"/>
        </a:xfrm>
        <a:prstGeom prst="pie">
          <a:avLst>
            <a:gd name="adj1" fmla="val 81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9B2596-6600-4AD0-9901-CA184F062306}">
      <dsp:nvSpPr>
        <dsp:cNvPr id="0" name=""/>
        <dsp:cNvSpPr/>
      </dsp:nvSpPr>
      <dsp:spPr>
        <a:xfrm rot="16200000">
          <a:off x="4118524" y="1745009"/>
          <a:ext cx="2249123" cy="465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000" b="1" kern="1200"/>
            <a:t>Unordered Map</a:t>
          </a:r>
          <a:endParaRPr lang="en-IN" sz="2000" kern="1200"/>
        </a:p>
      </dsp:txBody>
      <dsp:txXfrm>
        <a:off x="4118524" y="1745009"/>
        <a:ext cx="2249123" cy="465335"/>
      </dsp:txXfrm>
    </dsp:sp>
    <dsp:sp modelId="{B8CF2A36-A7BB-434C-AB4A-95453CBDF607}">
      <dsp:nvSpPr>
        <dsp:cNvPr id="0" name=""/>
        <dsp:cNvSpPr/>
      </dsp:nvSpPr>
      <dsp:spPr>
        <a:xfrm>
          <a:off x="5553309" y="0"/>
          <a:ext cx="1551119" cy="3102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kern="1200"/>
            <a:t>Stores </a:t>
          </a:r>
          <a:r>
            <a:rPr lang="en-IN" sz="1600" b="1" kern="1200"/>
            <a:t>key-value pairs</a:t>
          </a:r>
          <a:r>
            <a:rPr lang="en-IN" sz="1600" kern="1200"/>
            <a:t>.</a:t>
          </a:r>
        </a:p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kern="1200"/>
            <a:t>Keys are </a:t>
          </a:r>
          <a:r>
            <a:rPr lang="en-IN" sz="1600" b="1" kern="1200"/>
            <a:t>unique</a:t>
          </a:r>
          <a:r>
            <a:rPr lang="en-IN" sz="1600" kern="1200"/>
            <a:t>.</a:t>
          </a:r>
        </a:p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/>
            <a:t>Uses </a:t>
          </a:r>
          <a:r>
            <a:rPr lang="en-US" sz="1600" b="1" kern="1200"/>
            <a:t>hashing</a:t>
          </a:r>
          <a:r>
            <a:rPr lang="en-US" sz="1600" kern="1200"/>
            <a:t> to access values quickly.</a:t>
          </a:r>
        </a:p>
      </dsp:txBody>
      <dsp:txXfrm>
        <a:off x="5553309" y="0"/>
        <a:ext cx="1551119" cy="3102239"/>
      </dsp:txXfrm>
    </dsp:sp>
    <dsp:sp modelId="{11DA8822-0308-453C-8F3F-719EBB62D924}">
      <dsp:nvSpPr>
        <dsp:cNvPr id="0" name=""/>
        <dsp:cNvSpPr/>
      </dsp:nvSpPr>
      <dsp:spPr>
        <a:xfrm>
          <a:off x="7512952" y="0"/>
          <a:ext cx="775559" cy="775559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E3278E1-BFD4-4345-83B9-50490B5F96B1}">
      <dsp:nvSpPr>
        <dsp:cNvPr id="0" name=""/>
        <dsp:cNvSpPr/>
      </dsp:nvSpPr>
      <dsp:spPr>
        <a:xfrm>
          <a:off x="7590508" y="77555"/>
          <a:ext cx="620447" cy="62044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046FDD-C3BD-4CBF-80D3-2C2DD22472B9}">
      <dsp:nvSpPr>
        <dsp:cNvPr id="0" name=""/>
        <dsp:cNvSpPr/>
      </dsp:nvSpPr>
      <dsp:spPr>
        <a:xfrm rot="16200000">
          <a:off x="6621059" y="1745009"/>
          <a:ext cx="2249123" cy="465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000" b="1" kern="1200"/>
            <a:t>Unordered Multimap</a:t>
          </a:r>
          <a:endParaRPr lang="en-IN" sz="2000" kern="1200"/>
        </a:p>
      </dsp:txBody>
      <dsp:txXfrm>
        <a:off x="6621059" y="1745009"/>
        <a:ext cx="2249123" cy="465335"/>
      </dsp:txXfrm>
    </dsp:sp>
    <dsp:sp modelId="{D108AE13-78DC-4244-A22F-0681DEB1F391}">
      <dsp:nvSpPr>
        <dsp:cNvPr id="0" name=""/>
        <dsp:cNvSpPr/>
      </dsp:nvSpPr>
      <dsp:spPr>
        <a:xfrm>
          <a:off x="8055844" y="0"/>
          <a:ext cx="1551119" cy="3102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Like unordered map, but </a:t>
          </a:r>
          <a:r>
            <a:rPr lang="en-US" sz="1600" b="1" kern="1200" dirty="0"/>
            <a:t>allows multiple values for the same key</a:t>
          </a:r>
          <a:r>
            <a:rPr lang="en-US" sz="1600" kern="1200" dirty="0"/>
            <a:t>.</a:t>
          </a:r>
        </a:p>
      </dsp:txBody>
      <dsp:txXfrm>
        <a:off x="8055844" y="0"/>
        <a:ext cx="1551119" cy="31022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1F978-7C56-45BF-8B58-10877F4F1FFE}">
      <dsp:nvSpPr>
        <dsp:cNvPr id="0" name=""/>
        <dsp:cNvSpPr/>
      </dsp:nvSpPr>
      <dsp:spPr>
        <a:xfrm>
          <a:off x="2099001" y="249370"/>
          <a:ext cx="6317596" cy="4648815"/>
        </a:xfrm>
        <a:prstGeom prst="round2DiagRect">
          <a:avLst>
            <a:gd name="adj1" fmla="val 0"/>
            <a:gd name="adj2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DD152E-77F6-4327-B0F8-CC497EDF95B6}">
      <dsp:nvSpPr>
        <dsp:cNvPr id="0" name=""/>
        <dsp:cNvSpPr/>
      </dsp:nvSpPr>
      <dsp:spPr>
        <a:xfrm>
          <a:off x="5257800" y="1235413"/>
          <a:ext cx="842" cy="2676729"/>
        </a:xfrm>
        <a:prstGeom prst="line">
          <a:avLst/>
        </a:pr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D2AEF100-3855-4679-8C0B-E1B7E9C743F3}">
      <dsp:nvSpPr>
        <dsp:cNvPr id="0" name=""/>
        <dsp:cNvSpPr/>
      </dsp:nvSpPr>
      <dsp:spPr>
        <a:xfrm>
          <a:off x="2309588" y="1132462"/>
          <a:ext cx="2737625" cy="28826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copy</a:t>
          </a:r>
          <a:r>
            <a:rPr lang="en-US" sz="1200" kern="1200" dirty="0"/>
            <a:t> – Copy elements from one range to another.</a:t>
          </a:r>
          <a:endParaRPr lang="en-IN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fill</a:t>
          </a:r>
          <a:r>
            <a:rPr lang="en-US" sz="1200" kern="1200"/>
            <a:t> – Assign a specified value to all elements.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transform</a:t>
          </a:r>
          <a:r>
            <a:rPr lang="en-US" sz="1200" kern="1200"/>
            <a:t> – Apply a function to each element.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replace</a:t>
          </a:r>
          <a:r>
            <a:rPr lang="en-US" sz="1200" kern="1200"/>
            <a:t> – Replace specific values in a range.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swap</a:t>
          </a:r>
          <a:r>
            <a:rPr lang="en-US" sz="1200" kern="1200"/>
            <a:t> – Exchange values of two variables.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reverse</a:t>
          </a:r>
          <a:r>
            <a:rPr lang="en-US" sz="1200" kern="1200"/>
            <a:t> – Reverse order of elements.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rotate</a:t>
          </a:r>
          <a:r>
            <a:rPr lang="en-US" sz="1200" kern="1200"/>
            <a:t> – Rotate elements to bring one to front.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remove</a:t>
          </a:r>
          <a:r>
            <a:rPr lang="en-US" sz="1200" kern="1200"/>
            <a:t> – Remove elements with specific value.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unique</a:t>
          </a:r>
          <a:r>
            <a:rPr lang="en-IN" sz="1200" kern="1200"/>
            <a:t> – Remove consecutive duplicates.</a:t>
          </a:r>
        </a:p>
      </dsp:txBody>
      <dsp:txXfrm>
        <a:off x="2309588" y="1132462"/>
        <a:ext cx="2737625" cy="2882631"/>
      </dsp:txXfrm>
    </dsp:sp>
    <dsp:sp modelId="{75A27A1E-2FD9-427F-9615-295A16AF2076}">
      <dsp:nvSpPr>
        <dsp:cNvPr id="0" name=""/>
        <dsp:cNvSpPr/>
      </dsp:nvSpPr>
      <dsp:spPr>
        <a:xfrm>
          <a:off x="5468386" y="1132462"/>
          <a:ext cx="2737625" cy="28826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max_element</a:t>
          </a:r>
          <a:r>
            <a:rPr lang="en-US" sz="1200" kern="1200" dirty="0"/>
            <a:t> – Find max value in a range.</a:t>
          </a:r>
          <a:endParaRPr lang="en-IN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min_element</a:t>
          </a:r>
          <a:r>
            <a:rPr lang="en-US" sz="1200" kern="1200"/>
            <a:t> – Find min value in a range.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accumulate</a:t>
          </a:r>
          <a:r>
            <a:rPr lang="en-US" sz="1200" kern="1200"/>
            <a:t> – Sum of elements in a range.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count</a:t>
          </a:r>
          <a:r>
            <a:rPr lang="en-US" sz="1200" kern="1200"/>
            <a:t> – Count how many times a value occurs.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find</a:t>
          </a:r>
          <a:r>
            <a:rPr lang="en-US" sz="1200" kern="1200"/>
            <a:t> – Locate first occurrence of an element.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is_permutation</a:t>
          </a:r>
          <a:r>
            <a:rPr lang="en-US" sz="1200" kern="1200"/>
            <a:t> – Check if two ranges are permutations.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is_sorted</a:t>
          </a:r>
          <a:r>
            <a:rPr lang="en-US" sz="1200" kern="1200"/>
            <a:t> – Check if a range is sorted.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partial_sum</a:t>
          </a:r>
          <a:r>
            <a:rPr lang="pt-BR" sz="1200" kern="1200" dirty="0"/>
            <a:t> – Compute cumulative sum.</a:t>
          </a:r>
        </a:p>
      </dsp:txBody>
      <dsp:txXfrm>
        <a:off x="5468386" y="1132462"/>
        <a:ext cx="2737625" cy="2882631"/>
      </dsp:txXfrm>
    </dsp:sp>
    <dsp:sp modelId="{CD53A73C-03F1-4783-8855-C6A9A466161F}">
      <dsp:nvSpPr>
        <dsp:cNvPr id="0" name=""/>
        <dsp:cNvSpPr/>
      </dsp:nvSpPr>
      <dsp:spPr>
        <a:xfrm rot="16200000">
          <a:off x="-280585" y="1326654"/>
          <a:ext cx="3706241" cy="1052932"/>
        </a:xfrm>
        <a:prstGeom prst="rightArrow">
          <a:avLst>
            <a:gd name="adj1" fmla="val 49830"/>
            <a:gd name="adj2" fmla="val 6066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Manipulative Algorithm</a:t>
          </a:r>
        </a:p>
      </dsp:txBody>
      <dsp:txXfrm>
        <a:off x="-121451" y="1749916"/>
        <a:ext cx="3387973" cy="524676"/>
      </dsp:txXfrm>
    </dsp:sp>
    <dsp:sp modelId="{5BA54B86-D6EF-474E-A869-DBB8CD71F145}">
      <dsp:nvSpPr>
        <dsp:cNvPr id="0" name=""/>
        <dsp:cNvSpPr/>
      </dsp:nvSpPr>
      <dsp:spPr>
        <a:xfrm rot="5400000">
          <a:off x="7089944" y="2767970"/>
          <a:ext cx="3706241" cy="1052932"/>
        </a:xfrm>
        <a:prstGeom prst="rightArrow">
          <a:avLst>
            <a:gd name="adj1" fmla="val 49830"/>
            <a:gd name="adj2" fmla="val 6066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Non-Manipulative Algorithm</a:t>
          </a:r>
        </a:p>
      </dsp:txBody>
      <dsp:txXfrm>
        <a:off x="7249078" y="2872964"/>
        <a:ext cx="3387973" cy="5246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42F9D-8EF5-430C-B981-B086149A8A8A}">
      <dsp:nvSpPr>
        <dsp:cNvPr id="0" name=""/>
        <dsp:cNvSpPr/>
      </dsp:nvSpPr>
      <dsp:spPr>
        <a:xfrm>
          <a:off x="5853" y="1118602"/>
          <a:ext cx="2043558" cy="2452270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Input Iterator</a:t>
          </a:r>
        </a:p>
      </dsp:txBody>
      <dsp:txXfrm rot="16200000">
        <a:off x="-795221" y="1919677"/>
        <a:ext cx="2010862" cy="408711"/>
      </dsp:txXfrm>
    </dsp:sp>
    <dsp:sp modelId="{991292D0-C49F-4788-9182-6CF467DCDD01}">
      <dsp:nvSpPr>
        <dsp:cNvPr id="0" name=""/>
        <dsp:cNvSpPr/>
      </dsp:nvSpPr>
      <dsp:spPr>
        <a:xfrm>
          <a:off x="414565" y="1118602"/>
          <a:ext cx="1522451" cy="245227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/>
            <a:t>Can </a:t>
          </a:r>
          <a:r>
            <a:rPr lang="en-IN" sz="1700" b="1" kern="1200"/>
            <a:t>read</a:t>
          </a:r>
          <a:r>
            <a:rPr lang="en-IN" sz="1700" kern="1200"/>
            <a:t> values</a:t>
          </a:r>
          <a:endParaRPr lang="en-IN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/>
            <a:t>Only </a:t>
          </a:r>
          <a:r>
            <a:rPr lang="en-IN" sz="1700" b="1" kern="1200"/>
            <a:t>forward</a:t>
          </a:r>
          <a:r>
            <a:rPr lang="en-IN" sz="1700" kern="1200"/>
            <a:t> traversal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Single-pass (e.g., reading from a stream)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700" kern="1200" dirty="0"/>
        </a:p>
      </dsp:txBody>
      <dsp:txXfrm>
        <a:off x="414565" y="1118602"/>
        <a:ext cx="1522451" cy="2452270"/>
      </dsp:txXfrm>
    </dsp:sp>
    <dsp:sp modelId="{E700D2FC-6EE3-48E6-B376-050613B384D0}">
      <dsp:nvSpPr>
        <dsp:cNvPr id="0" name=""/>
        <dsp:cNvSpPr/>
      </dsp:nvSpPr>
      <dsp:spPr>
        <a:xfrm>
          <a:off x="2120936" y="1118602"/>
          <a:ext cx="2043558" cy="2452270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Output Iterator</a:t>
          </a:r>
        </a:p>
      </dsp:txBody>
      <dsp:txXfrm rot="16200000">
        <a:off x="1319861" y="1919677"/>
        <a:ext cx="2010862" cy="408711"/>
      </dsp:txXfrm>
    </dsp:sp>
    <dsp:sp modelId="{6F5FA3F7-CC86-42C6-9659-9410A8641025}">
      <dsp:nvSpPr>
        <dsp:cNvPr id="0" name=""/>
        <dsp:cNvSpPr/>
      </dsp:nvSpPr>
      <dsp:spPr>
        <a:xfrm rot="5400000">
          <a:off x="1951084" y="3066156"/>
          <a:ext cx="360140" cy="30653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28182-7805-4715-A266-C1592DA53B85}">
      <dsp:nvSpPr>
        <dsp:cNvPr id="0" name=""/>
        <dsp:cNvSpPr/>
      </dsp:nvSpPr>
      <dsp:spPr>
        <a:xfrm>
          <a:off x="2529648" y="1118602"/>
          <a:ext cx="1522451" cy="245227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 dirty="0"/>
            <a:t>Can </a:t>
          </a:r>
          <a:r>
            <a:rPr lang="en-IN" sz="1700" b="1" kern="1200" dirty="0"/>
            <a:t>write</a:t>
          </a:r>
          <a:r>
            <a:rPr lang="en-IN" sz="1700" kern="1200" dirty="0"/>
            <a:t> values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/>
            <a:t>Only </a:t>
          </a:r>
          <a:r>
            <a:rPr lang="en-IN" sz="1700" b="1" kern="1200"/>
            <a:t>forward</a:t>
          </a:r>
          <a:r>
            <a:rPr lang="en-IN" sz="1700" kern="1200"/>
            <a:t> traversal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/>
            <a:t>Used for inserting into containers</a:t>
          </a:r>
        </a:p>
      </dsp:txBody>
      <dsp:txXfrm>
        <a:off x="2529648" y="1118602"/>
        <a:ext cx="1522451" cy="2452270"/>
      </dsp:txXfrm>
    </dsp:sp>
    <dsp:sp modelId="{44BC62F1-FD18-454C-B3AD-8D53A54EB2BB}">
      <dsp:nvSpPr>
        <dsp:cNvPr id="0" name=""/>
        <dsp:cNvSpPr/>
      </dsp:nvSpPr>
      <dsp:spPr>
        <a:xfrm>
          <a:off x="4236020" y="1118602"/>
          <a:ext cx="2043558" cy="2452270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Forward Iterator</a:t>
          </a:r>
        </a:p>
      </dsp:txBody>
      <dsp:txXfrm rot="16200000">
        <a:off x="3434945" y="1919677"/>
        <a:ext cx="2010862" cy="408711"/>
      </dsp:txXfrm>
    </dsp:sp>
    <dsp:sp modelId="{8F0DD6D2-4542-47DE-90D3-D0A8B14FC002}">
      <dsp:nvSpPr>
        <dsp:cNvPr id="0" name=""/>
        <dsp:cNvSpPr/>
      </dsp:nvSpPr>
      <dsp:spPr>
        <a:xfrm rot="5400000">
          <a:off x="4066167" y="3066156"/>
          <a:ext cx="360140" cy="30653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B8B2C-5E14-40CB-8C76-E495C0EDB2F5}">
      <dsp:nvSpPr>
        <dsp:cNvPr id="0" name=""/>
        <dsp:cNvSpPr/>
      </dsp:nvSpPr>
      <dsp:spPr>
        <a:xfrm>
          <a:off x="4644732" y="1118602"/>
          <a:ext cx="1522451" cy="245227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both </a:t>
          </a:r>
          <a:r>
            <a:rPr lang="en-US" sz="1700" b="1" kern="1200"/>
            <a:t>read and write</a:t>
          </a:r>
          <a:endParaRPr lang="en-IN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Allows </a:t>
          </a:r>
          <a:r>
            <a:rPr lang="en-IN" sz="1700" b="1" kern="1200"/>
            <a:t>multiple passes</a:t>
          </a:r>
          <a:endParaRPr lang="en-IN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Moves </a:t>
          </a:r>
          <a:r>
            <a:rPr lang="en-IN" sz="1700" b="1" kern="1200"/>
            <a:t>forward only</a:t>
          </a:r>
          <a:endParaRPr lang="en-IN" sz="1700" kern="1200"/>
        </a:p>
      </dsp:txBody>
      <dsp:txXfrm>
        <a:off x="4644732" y="1118602"/>
        <a:ext cx="1522451" cy="2452270"/>
      </dsp:txXfrm>
    </dsp:sp>
    <dsp:sp modelId="{D4E8DC2B-D1F7-45B7-A8BE-E6ABF95E5392}">
      <dsp:nvSpPr>
        <dsp:cNvPr id="0" name=""/>
        <dsp:cNvSpPr/>
      </dsp:nvSpPr>
      <dsp:spPr>
        <a:xfrm>
          <a:off x="6351104" y="1118602"/>
          <a:ext cx="2043558" cy="2452270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Bidirectional Iterator</a:t>
          </a:r>
        </a:p>
      </dsp:txBody>
      <dsp:txXfrm rot="16200000">
        <a:off x="5550028" y="1919677"/>
        <a:ext cx="2010862" cy="408711"/>
      </dsp:txXfrm>
    </dsp:sp>
    <dsp:sp modelId="{2451ECDF-34B2-4DC7-B53C-56B30D8634B0}">
      <dsp:nvSpPr>
        <dsp:cNvPr id="0" name=""/>
        <dsp:cNvSpPr/>
      </dsp:nvSpPr>
      <dsp:spPr>
        <a:xfrm rot="5400000">
          <a:off x="6181251" y="3066156"/>
          <a:ext cx="360140" cy="30653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8BF8B-C37B-42BE-A20F-DEFB2B4980B2}">
      <dsp:nvSpPr>
        <dsp:cNvPr id="0" name=""/>
        <dsp:cNvSpPr/>
      </dsp:nvSpPr>
      <dsp:spPr>
        <a:xfrm>
          <a:off x="6759815" y="1118602"/>
          <a:ext cx="1522451" cy="245227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/>
            <a:t>All features of </a:t>
          </a:r>
          <a:r>
            <a:rPr lang="en-US" sz="1700" b="1" kern="1200"/>
            <a:t>Forward Iterator</a:t>
          </a:r>
          <a:endParaRPr lang="en-IN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/>
            <a:t>Can move </a:t>
          </a:r>
          <a:r>
            <a:rPr lang="en-US" sz="1700" b="1" kern="1200"/>
            <a:t>forward and backward</a:t>
          </a:r>
          <a:endParaRPr lang="en-US" sz="1700" kern="1200"/>
        </a:p>
      </dsp:txBody>
      <dsp:txXfrm>
        <a:off x="6759815" y="1118602"/>
        <a:ext cx="1522451" cy="2452270"/>
      </dsp:txXfrm>
    </dsp:sp>
    <dsp:sp modelId="{E299D6B7-8211-48B9-852D-032C5D566393}">
      <dsp:nvSpPr>
        <dsp:cNvPr id="0" name=""/>
        <dsp:cNvSpPr/>
      </dsp:nvSpPr>
      <dsp:spPr>
        <a:xfrm>
          <a:off x="8466187" y="1118602"/>
          <a:ext cx="2043558" cy="2452270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Random Access Iterator</a:t>
          </a:r>
          <a:endParaRPr lang="en-US" sz="1500" kern="1200" dirty="0"/>
        </a:p>
      </dsp:txBody>
      <dsp:txXfrm rot="16200000">
        <a:off x="7665112" y="1919677"/>
        <a:ext cx="2010862" cy="408711"/>
      </dsp:txXfrm>
    </dsp:sp>
    <dsp:sp modelId="{C1F2B28E-61ED-4059-9585-8CF600DBFB2D}">
      <dsp:nvSpPr>
        <dsp:cNvPr id="0" name=""/>
        <dsp:cNvSpPr/>
      </dsp:nvSpPr>
      <dsp:spPr>
        <a:xfrm rot="5400000">
          <a:off x="8296335" y="3066156"/>
          <a:ext cx="360140" cy="30653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26FD0-56AA-46D3-B491-4B66264D09EA}">
      <dsp:nvSpPr>
        <dsp:cNvPr id="0" name=""/>
        <dsp:cNvSpPr/>
      </dsp:nvSpPr>
      <dsp:spPr>
        <a:xfrm>
          <a:off x="8874899" y="1118602"/>
          <a:ext cx="1522451" cy="245227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features of </a:t>
          </a:r>
          <a:r>
            <a:rPr lang="en-US" sz="1700" b="1" kern="1200"/>
            <a:t>Bidirectional Iterator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</a:t>
          </a:r>
          <a:r>
            <a:rPr lang="en-US" sz="1700" b="1" kern="1200"/>
            <a:t>jumping to any element directly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Like array indexing</a:t>
          </a:r>
        </a:p>
      </dsp:txBody>
      <dsp:txXfrm>
        <a:off x="8874899" y="1118602"/>
        <a:ext cx="1522451" cy="2452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1685F-69C5-41AF-97C7-BABDB0A819FF}">
      <dsp:nvSpPr>
        <dsp:cNvPr id="0" name=""/>
        <dsp:cNvSpPr/>
      </dsp:nvSpPr>
      <dsp:spPr>
        <a:xfrm>
          <a:off x="4163" y="429184"/>
          <a:ext cx="873242" cy="873242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3FDC466-9767-4FF8-A199-01CBB46B381B}">
      <dsp:nvSpPr>
        <dsp:cNvPr id="0" name=""/>
        <dsp:cNvSpPr/>
      </dsp:nvSpPr>
      <dsp:spPr>
        <a:xfrm>
          <a:off x="91487" y="516508"/>
          <a:ext cx="698593" cy="698593"/>
        </a:xfrm>
        <a:prstGeom prst="pie">
          <a:avLst>
            <a:gd name="adj1" fmla="val 135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F9689A-7DAF-4344-893D-2D67FEBA2B94}">
      <dsp:nvSpPr>
        <dsp:cNvPr id="0" name=""/>
        <dsp:cNvSpPr/>
      </dsp:nvSpPr>
      <dsp:spPr>
        <a:xfrm rot="16200000">
          <a:off x="-1000064" y="2393979"/>
          <a:ext cx="2532402" cy="523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400" kern="1200" dirty="0"/>
            <a:t>Arithmetic Functors</a:t>
          </a:r>
        </a:p>
      </dsp:txBody>
      <dsp:txXfrm>
        <a:off x="-1000064" y="2393979"/>
        <a:ext cx="2532402" cy="523945"/>
      </dsp:txXfrm>
    </dsp:sp>
    <dsp:sp modelId="{71598DB5-2C70-40DA-90E1-1439B05894A0}">
      <dsp:nvSpPr>
        <dsp:cNvPr id="0" name=""/>
        <dsp:cNvSpPr/>
      </dsp:nvSpPr>
      <dsp:spPr>
        <a:xfrm>
          <a:off x="615433" y="429184"/>
          <a:ext cx="1746484" cy="349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plus: Sum of two values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minus: Difference between values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multiplies: Product of values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divides: Quotient of division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modulus: Remainder of division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negate: Negated value</a:t>
          </a:r>
        </a:p>
      </dsp:txBody>
      <dsp:txXfrm>
        <a:off x="615433" y="429184"/>
        <a:ext cx="1746484" cy="3492968"/>
      </dsp:txXfrm>
    </dsp:sp>
    <dsp:sp modelId="{5CAEC24D-C330-4D76-B4F4-0EF419A04AF5}">
      <dsp:nvSpPr>
        <dsp:cNvPr id="0" name=""/>
        <dsp:cNvSpPr/>
      </dsp:nvSpPr>
      <dsp:spPr>
        <a:xfrm>
          <a:off x="2720669" y="429184"/>
          <a:ext cx="873242" cy="873242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57A72A4-52EE-447F-A7AF-2A40D2D23C1A}">
      <dsp:nvSpPr>
        <dsp:cNvPr id="0" name=""/>
        <dsp:cNvSpPr/>
      </dsp:nvSpPr>
      <dsp:spPr>
        <a:xfrm>
          <a:off x="2807994" y="516508"/>
          <a:ext cx="698593" cy="698593"/>
        </a:xfrm>
        <a:prstGeom prst="pie">
          <a:avLst>
            <a:gd name="adj1" fmla="val 108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10DE90-B87A-4B79-B926-426D4AAD35AA}">
      <dsp:nvSpPr>
        <dsp:cNvPr id="0" name=""/>
        <dsp:cNvSpPr/>
      </dsp:nvSpPr>
      <dsp:spPr>
        <a:xfrm rot="16200000">
          <a:off x="1716441" y="2393979"/>
          <a:ext cx="2532402" cy="523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400" kern="1200" dirty="0"/>
            <a:t>Relational Functors</a:t>
          </a:r>
        </a:p>
      </dsp:txBody>
      <dsp:txXfrm>
        <a:off x="1716441" y="2393979"/>
        <a:ext cx="2532402" cy="523945"/>
      </dsp:txXfrm>
    </dsp:sp>
    <dsp:sp modelId="{A8252185-5C3C-44FE-9F47-3A918436A018}">
      <dsp:nvSpPr>
        <dsp:cNvPr id="0" name=""/>
        <dsp:cNvSpPr/>
      </dsp:nvSpPr>
      <dsp:spPr>
        <a:xfrm>
          <a:off x="3331939" y="429184"/>
          <a:ext cx="1746484" cy="349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 dirty="0" err="1"/>
            <a:t>equal_to</a:t>
          </a:r>
          <a:r>
            <a:rPr lang="en-IN" sz="1600" kern="1200" dirty="0"/>
            <a:t>: a ==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/>
            <a:t>not_equal_to: a !=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greater: a &gt;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greater_equal: a &gt;=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less: a &lt;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less_equal: a &lt;= b</a:t>
          </a:r>
        </a:p>
      </dsp:txBody>
      <dsp:txXfrm>
        <a:off x="3331939" y="429184"/>
        <a:ext cx="1746484" cy="3492968"/>
      </dsp:txXfrm>
    </dsp:sp>
    <dsp:sp modelId="{EE2DAC05-6598-4946-BB2C-4CAADFD7DD15}">
      <dsp:nvSpPr>
        <dsp:cNvPr id="0" name=""/>
        <dsp:cNvSpPr/>
      </dsp:nvSpPr>
      <dsp:spPr>
        <a:xfrm>
          <a:off x="5437176" y="429184"/>
          <a:ext cx="873242" cy="873242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2189BBC-E9AE-4DFD-8575-E489174F39CC}">
      <dsp:nvSpPr>
        <dsp:cNvPr id="0" name=""/>
        <dsp:cNvSpPr/>
      </dsp:nvSpPr>
      <dsp:spPr>
        <a:xfrm>
          <a:off x="5524500" y="516508"/>
          <a:ext cx="698593" cy="698593"/>
        </a:xfrm>
        <a:prstGeom prst="pie">
          <a:avLst>
            <a:gd name="adj1" fmla="val 81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F4629A-BE4B-4490-B13A-E9019C4859D6}">
      <dsp:nvSpPr>
        <dsp:cNvPr id="0" name=""/>
        <dsp:cNvSpPr/>
      </dsp:nvSpPr>
      <dsp:spPr>
        <a:xfrm rot="16200000">
          <a:off x="4432947" y="2393979"/>
          <a:ext cx="2532402" cy="523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400" kern="1200" dirty="0"/>
            <a:t>Logical Functors</a:t>
          </a:r>
        </a:p>
      </dsp:txBody>
      <dsp:txXfrm>
        <a:off x="4432947" y="2393979"/>
        <a:ext cx="2532402" cy="523945"/>
      </dsp:txXfrm>
    </dsp:sp>
    <dsp:sp modelId="{20850800-1675-45E3-8D4D-347D363F4933}">
      <dsp:nvSpPr>
        <dsp:cNvPr id="0" name=""/>
        <dsp:cNvSpPr/>
      </dsp:nvSpPr>
      <dsp:spPr>
        <a:xfrm>
          <a:off x="6048445" y="429184"/>
          <a:ext cx="1746484" cy="349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equal_to: a == b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/>
            <a:t>not_equal_to: a !=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greater: a &gt;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greater_equal: a &gt;=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less: a &lt;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less_equal: a &lt;= b</a:t>
          </a:r>
        </a:p>
      </dsp:txBody>
      <dsp:txXfrm>
        <a:off x="6048445" y="429184"/>
        <a:ext cx="1746484" cy="3492968"/>
      </dsp:txXfrm>
    </dsp:sp>
    <dsp:sp modelId="{A5A70479-1A57-4986-9827-9E6FF3182069}">
      <dsp:nvSpPr>
        <dsp:cNvPr id="0" name=""/>
        <dsp:cNvSpPr/>
      </dsp:nvSpPr>
      <dsp:spPr>
        <a:xfrm>
          <a:off x="8153682" y="429184"/>
          <a:ext cx="873242" cy="873242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61DCC2D-31AA-4E52-B199-B687ACCD2C0F}">
      <dsp:nvSpPr>
        <dsp:cNvPr id="0" name=""/>
        <dsp:cNvSpPr/>
      </dsp:nvSpPr>
      <dsp:spPr>
        <a:xfrm>
          <a:off x="8241006" y="516508"/>
          <a:ext cx="698593" cy="69859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FF6661-5E32-429B-8A53-0F938483B421}">
      <dsp:nvSpPr>
        <dsp:cNvPr id="0" name=""/>
        <dsp:cNvSpPr/>
      </dsp:nvSpPr>
      <dsp:spPr>
        <a:xfrm rot="16200000">
          <a:off x="7149453" y="2393979"/>
          <a:ext cx="2532402" cy="523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400" kern="1200" dirty="0"/>
            <a:t>Bitwise Functors</a:t>
          </a:r>
        </a:p>
      </dsp:txBody>
      <dsp:txXfrm>
        <a:off x="7149453" y="2393979"/>
        <a:ext cx="2532402" cy="523945"/>
      </dsp:txXfrm>
    </dsp:sp>
    <dsp:sp modelId="{0E88BC0C-153E-4BD6-95CD-1F644E461A48}">
      <dsp:nvSpPr>
        <dsp:cNvPr id="0" name=""/>
        <dsp:cNvSpPr/>
      </dsp:nvSpPr>
      <dsp:spPr>
        <a:xfrm>
          <a:off x="8764951" y="429184"/>
          <a:ext cx="1746484" cy="349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SmartArt Layout:</a:t>
          </a:r>
          <a:r>
            <a:rPr lang="en-IN" sz="1600" kern="1200"/>
            <a:t> </a:t>
          </a:r>
          <a:r>
            <a:rPr lang="en-IN" sz="1600" i="1" kern="1200"/>
            <a:t>Chevron List or Matrix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bit_and: a &amp;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bit_or: a |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kern="1200"/>
            <a:t>bit_xor: a ^ b</a:t>
          </a:r>
        </a:p>
      </dsp:txBody>
      <dsp:txXfrm>
        <a:off x="8764951" y="429184"/>
        <a:ext cx="1746484" cy="349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E3336-A505-459E-8E03-DC2286A57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37A4-BF03-41BA-929A-34BAD09B93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2DE5C-7B03-4659-89AA-40A9BF92DB0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E878-384C-4024-B5AD-5B363ACC29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D2C9-19F7-4861-A339-4E98377C7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9C74B-7FCA-4BDB-B64E-964971893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396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7FF29-2EE4-4F41-A5BA-854A50675B3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5EDDB-747F-4FD7-9E4F-29873C185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27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4C3A67-9F0B-42D2-9429-B440532A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E7FE8F-6623-4C67-B4B2-F8E79ABFE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7A65B-4F60-416C-BABE-DEE295E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413B-541C-46EC-B7C7-D7D2EFE0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169-BA10-4F97-8CF0-8C8038AA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3DDBA-62C7-4E06-81A3-8330C9B1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B05-A086-4599-9718-2BE5A85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030A-373A-4D61-8E96-81AEEEE7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C54B75-5929-46E5-81D4-9D38C76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E42B-FDDE-4FB6-81D1-803E075F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F01F-CFA9-4698-84FA-2196FC681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DCB14-59C4-4FC4-B05F-E68D8A01F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149D-D234-4152-9A3F-9607324E1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645F36-4829-4E4D-B978-DB2EB081F561}"/>
              </a:ext>
            </a:extLst>
          </p:cNvPr>
          <p:cNvSpPr txBox="1">
            <a:spLocks/>
          </p:cNvSpPr>
          <p:nvPr userDrawn="1"/>
        </p:nvSpPr>
        <p:spPr>
          <a:xfrm>
            <a:off x="9289473" y="67287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462-1D3E-48CC-AA9E-7231921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5E76-3DA7-44D3-91A9-270F1704E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C927A-49EC-4428-8707-F2577951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779D-2B47-46E1-9133-4EEA6F06C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048B-28DE-4BA8-8BE6-523A7A581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8E6367-51F3-4F84-BAE9-54D89385F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EA3-0CAB-4622-A168-D5165DB8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713C18-3C63-4F9B-B4D3-D64159F0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F25AE4-F0CF-4AAC-AAC1-E906C391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D92-EF4D-4E69-952F-BD51057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F646-3090-4B2F-BB27-D26490B3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D3FE6-B636-41C0-909E-8A178D4F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F003-8F43-4583-B02A-A2A8130D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09A-703A-4966-B9B6-28290269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63B9-D48D-437C-9B01-69C9F8FA2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2BD4-D7C5-4A57-AB55-71EE4B1F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A60E-6F2E-465F-86F1-B23B3401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CED6-100C-4D69-8887-7E5202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EADFA-F74C-4964-8024-7AB29728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7C846D-89CD-4A77-BCCC-0FC4081A1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78C7F-C988-417B-BD0E-5BD9B5303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1752-9051-4514-819C-1C1329393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53B367-E15F-454E-B63E-48F7698A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61068-615C-4652-9466-5E82A71D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115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C32A-A76D-4CC4-AF53-1609D976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E34F3C-BC6A-48EC-B4DC-C8A13F68D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4026" y="42936"/>
            <a:ext cx="600889" cy="4270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F5A7C-CAC5-4698-B700-63ECF741EC9B}"/>
              </a:ext>
            </a:extLst>
          </p:cNvPr>
          <p:cNvCxnSpPr>
            <a:cxnSpLocks/>
          </p:cNvCxnSpPr>
          <p:nvPr userDrawn="1"/>
        </p:nvCxnSpPr>
        <p:spPr>
          <a:xfrm>
            <a:off x="191007" y="281693"/>
            <a:ext cx="11335778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7B5CFC-076B-4B96-A036-69C797C98B9D}"/>
              </a:ext>
            </a:extLst>
          </p:cNvPr>
          <p:cNvCxnSpPr>
            <a:cxnSpLocks/>
          </p:cNvCxnSpPr>
          <p:nvPr userDrawn="1"/>
        </p:nvCxnSpPr>
        <p:spPr>
          <a:xfrm>
            <a:off x="191007" y="6601560"/>
            <a:ext cx="11818113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D0074A-D602-4190-91FB-6A146F2CD90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47865" y="590440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C6BAF-0171-4CAF-B9A2-41EA866ED5B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804471" y="6204854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C4DEF-AE83-44BD-ACF7-FB217F67228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78963" y="20419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A3BC15-7E19-4093-A978-B720615129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2161" y="204198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F11D-79F1-4ECD-AED7-6C4C12C7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CFA5F-A5A6-4E8D-868D-48E97050F192}"/>
              </a:ext>
            </a:extLst>
          </p:cNvPr>
          <p:cNvSpPr txBox="1"/>
          <p:nvPr userDrawn="1"/>
        </p:nvSpPr>
        <p:spPr>
          <a:xfrm>
            <a:off x="311727" y="6572100"/>
            <a:ext cx="1666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© C-DAC Bangalore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3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../../../../../turbocx64/TC/BIN/CPPPGM/TPTFNSWP.CP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../../../../../../turbocx64/TC/BIN/CPPPGM/TPTCLSAD.CP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5EFC91-FA16-4584-9345-5DA4DE2D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0910"/>
            <a:ext cx="9144000" cy="58807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Post Graduate Diploma in Advanced Computing (PG-DAC)</a:t>
            </a:r>
          </a:p>
          <a:p>
            <a:r>
              <a:rPr lang="en-IN" dirty="0"/>
              <a:t>ACTS, C-DAC Bangalore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086A-2E5C-42A0-BA16-C4A70A56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33CAF-AE04-4404-A053-CA6B8263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10515600" cy="2637917"/>
          </a:xfrm>
        </p:spPr>
        <p:txBody>
          <a:bodyPr/>
          <a:lstStyle/>
          <a:p>
            <a:pPr algn="ctr"/>
            <a:r>
              <a:rPr lang="en-US" dirty="0"/>
              <a:t>C++ Programming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213A7-E6AF-4581-8DC3-DFCEBE3EC309}"/>
              </a:ext>
            </a:extLst>
          </p:cNvPr>
          <p:cNvSpPr txBox="1">
            <a:spLocks/>
          </p:cNvSpPr>
          <p:nvPr/>
        </p:nvSpPr>
        <p:spPr>
          <a:xfrm>
            <a:off x="735624" y="3429000"/>
            <a:ext cx="1532792" cy="282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/>
              <a:t>Topics Covered:</a:t>
            </a:r>
            <a:endParaRPr lang="en-IN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CF182E-8484-41BA-B88C-B70F4394ECE3}"/>
              </a:ext>
            </a:extLst>
          </p:cNvPr>
          <p:cNvSpPr txBox="1">
            <a:spLocks/>
          </p:cNvSpPr>
          <p:nvPr/>
        </p:nvSpPr>
        <p:spPr>
          <a:xfrm>
            <a:off x="735624" y="3815635"/>
            <a:ext cx="8760068" cy="2637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C++ Templates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C++ Standard Template Library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1420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FA58-68C3-4821-B8EC-9877FF0F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Templates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CCA8E-CF80-490A-99CF-C3D9CE7A5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5CF07-CC31-4DE2-AAB3-31F25F752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67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Templates are features of OOP that allows functions &amp; classes to operate with generic types.</a:t>
            </a:r>
          </a:p>
          <a:p>
            <a:endParaRPr lang="en-IN" dirty="0"/>
          </a:p>
          <a:p>
            <a:r>
              <a:rPr lang="en-IN" dirty="0"/>
              <a:t>The same function/ class can be used with various data types without being rewritten.</a:t>
            </a:r>
          </a:p>
          <a:p>
            <a:endParaRPr lang="en-IN" dirty="0"/>
          </a:p>
          <a:p>
            <a:r>
              <a:rPr lang="en-IN" dirty="0"/>
              <a:t>Templates are also sometimes called as parameterized class or function &amp; also called as Generic class or function.</a:t>
            </a:r>
          </a:p>
        </p:txBody>
      </p:sp>
    </p:spTree>
    <p:extLst>
      <p:ext uri="{BB962C8B-B14F-4D97-AF65-F5344CB8AC3E}">
        <p14:creationId xmlns:p14="http://schemas.microsoft.com/office/powerpoint/2010/main" val="148299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Function Templates</a:t>
            </a:r>
          </a:p>
          <a:p>
            <a:endParaRPr lang="en-IN" dirty="0"/>
          </a:p>
          <a:p>
            <a:r>
              <a:rPr lang="en-IN" dirty="0"/>
              <a:t>Class Templates</a:t>
            </a:r>
          </a:p>
        </p:txBody>
      </p:sp>
    </p:spTree>
    <p:extLst>
      <p:ext uri="{BB962C8B-B14F-4D97-AF65-F5344CB8AC3E}">
        <p14:creationId xmlns:p14="http://schemas.microsoft.com/office/powerpoint/2010/main" val="424794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060848"/>
            <a:ext cx="8229600" cy="1889720"/>
          </a:xfrm>
        </p:spPr>
        <p:txBody>
          <a:bodyPr>
            <a:normAutofit fontScale="90000"/>
          </a:bodyPr>
          <a:lstStyle/>
          <a:p>
            <a:r>
              <a:rPr lang="en-IN" dirty="0"/>
              <a:t>Function Template</a:t>
            </a:r>
            <a:br>
              <a:rPr lang="en-IN" dirty="0"/>
            </a:br>
            <a:r>
              <a:rPr lang="en-IN" dirty="0"/>
              <a:t>or</a:t>
            </a:r>
            <a:br>
              <a:rPr lang="en-IN" dirty="0"/>
            </a:br>
            <a:r>
              <a:rPr lang="en-IN" dirty="0"/>
              <a:t>Generic Functions</a:t>
            </a: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1970856" y="3950568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[Types of Template]</a:t>
            </a:r>
          </a:p>
        </p:txBody>
      </p:sp>
    </p:spTree>
    <p:extLst>
      <p:ext uri="{BB962C8B-B14F-4D97-AF65-F5344CB8AC3E}">
        <p14:creationId xmlns:p14="http://schemas.microsoft.com/office/powerpoint/2010/main" val="78806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Function Templates / Generic Functions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generic function defines the general set of instructions that will be applied to various data types.</a:t>
            </a:r>
          </a:p>
          <a:p>
            <a:r>
              <a:rPr lang="en-IN" dirty="0"/>
              <a:t>The type of data that the function operates upon is passed as a parameter.</a:t>
            </a:r>
          </a:p>
          <a:p>
            <a:r>
              <a:rPr lang="en-IN" dirty="0"/>
              <a:t>Advantage : avoiding unnecessary repetition of similar code for various data types. The object code becomes compact &amp; more efficient.</a:t>
            </a:r>
          </a:p>
          <a:p>
            <a:r>
              <a:rPr lang="en-IN" dirty="0"/>
              <a:t>Full data type checking is carried out.</a:t>
            </a:r>
          </a:p>
        </p:txBody>
      </p:sp>
    </p:spTree>
    <p:extLst>
      <p:ext uri="{BB962C8B-B14F-4D97-AF65-F5344CB8AC3E}">
        <p14:creationId xmlns:p14="http://schemas.microsoft.com/office/powerpoint/2010/main" val="3051715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For Generic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Generic Function of Single Type</a:t>
            </a:r>
          </a:p>
          <a:p>
            <a:pPr marL="274320" lvl="1" indent="0">
              <a:buNone/>
            </a:pPr>
            <a:r>
              <a:rPr lang="en-IN" dirty="0"/>
              <a:t>	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template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 err="1">
                <a:latin typeface="Consolas" pitchFamily="49" charset="0"/>
                <a:cs typeface="Consolas" pitchFamily="49" charset="0"/>
              </a:rPr>
              <a:t>classname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void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function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IN" sz="1800" i="1" dirty="0" err="1">
                <a:latin typeface="Consolas" pitchFamily="49" charset="0"/>
                <a:cs typeface="Consolas" pitchFamily="49" charset="0"/>
              </a:rPr>
              <a:t>classname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 err="1">
                <a:latin typeface="Consolas" pitchFamily="49" charset="0"/>
                <a:cs typeface="Consolas" pitchFamily="49" charset="0"/>
              </a:rPr>
              <a:t>var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){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	//function statements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endParaRPr lang="en-IN" dirty="0"/>
          </a:p>
          <a:p>
            <a:r>
              <a:rPr lang="en-IN" dirty="0"/>
              <a:t>Generic Function of Two Types</a:t>
            </a:r>
          </a:p>
          <a:p>
            <a:pPr marL="274320" lvl="1" indent="0">
              <a:buNone/>
            </a:pPr>
            <a:r>
              <a:rPr lang="en-IN" dirty="0"/>
              <a:t>	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template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classname1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classname2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void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function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classname1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var1, classname2 var2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){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	//function statements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50840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Programs for 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hlinkClick r:id="" action="ppaction://hlinkfile"/>
            </a:endParaRPr>
          </a:p>
          <a:p>
            <a:r>
              <a:rPr lang="en-IN" dirty="0">
                <a:hlinkClick r:id="" action="ppaction://hlinkfile"/>
              </a:rPr>
              <a:t>Program to display the different types of data passed to a function as arguments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hlinkClick r:id="rId2" action="ppaction://hlinkfile"/>
              </a:rPr>
              <a:t>Program to swap two numbers of different data type using function template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50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060848"/>
            <a:ext cx="8229600" cy="1889720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Template</a:t>
            </a:r>
            <a:br>
              <a:rPr lang="en-IN" dirty="0"/>
            </a:br>
            <a:r>
              <a:rPr lang="en-IN" dirty="0"/>
              <a:t>or</a:t>
            </a:r>
            <a:br>
              <a:rPr lang="en-IN" dirty="0"/>
            </a:br>
            <a:r>
              <a:rPr lang="en-IN" dirty="0"/>
              <a:t>Generic Class</a:t>
            </a: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1970856" y="3950568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[Types of Template]</a:t>
            </a:r>
          </a:p>
        </p:txBody>
      </p:sp>
    </p:spTree>
    <p:extLst>
      <p:ext uri="{BB962C8B-B14F-4D97-AF65-F5344CB8AC3E}">
        <p14:creationId xmlns:p14="http://schemas.microsoft.com/office/powerpoint/2010/main" val="1978792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Template / Generic Class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 template is a class parameterized by type parameter, values or templates.</a:t>
            </a:r>
          </a:p>
          <a:p>
            <a:endParaRPr lang="en-IN" dirty="0"/>
          </a:p>
          <a:p>
            <a:r>
              <a:rPr lang="en-IN" dirty="0"/>
              <a:t>Defining a generic class defines all the algorithms used by the class but the actual type of data that will be manipulated is specified as a parameter when the object of the class is created.</a:t>
            </a:r>
          </a:p>
          <a:p>
            <a:endParaRPr lang="en-IN" dirty="0"/>
          </a:p>
          <a:p>
            <a:r>
              <a:rPr lang="en-IN" dirty="0"/>
              <a:t>Generic class is useful when the class uses a logic that can be generalized.</a:t>
            </a:r>
          </a:p>
        </p:txBody>
      </p:sp>
    </p:spTree>
    <p:extLst>
      <p:ext uri="{BB962C8B-B14F-4D97-AF65-F5344CB8AC3E}">
        <p14:creationId xmlns:p14="http://schemas.microsoft.com/office/powerpoint/2010/main" val="363309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for Generic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 Definition Syntax</a:t>
            </a:r>
          </a:p>
          <a:p>
            <a:pPr marL="274320" lvl="1" indent="0">
              <a:buNone/>
            </a:pPr>
            <a:r>
              <a:rPr lang="en-IN" dirty="0"/>
              <a:t>	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template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Type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&gt; 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18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800" i="1" dirty="0" err="1">
                <a:latin typeface="Consolas" pitchFamily="49" charset="0"/>
                <a:cs typeface="Consolas" pitchFamily="49" charset="0"/>
              </a:rPr>
              <a:t>classname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	//data members may be of Type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	//member function with optional Type </a:t>
            </a:r>
            <a:r>
              <a:rPr lang="en-IN" sz="1800" dirty="0" err="1">
                <a:latin typeface="Consolas" pitchFamily="49" charset="0"/>
                <a:cs typeface="Consolas" pitchFamily="49" charset="0"/>
              </a:rPr>
              <a:t>arg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&amp; Type 		  return values</a:t>
            </a:r>
          </a:p>
          <a:p>
            <a:pPr marL="274320" lvl="1" indent="0">
              <a:buNone/>
            </a:pPr>
            <a:r>
              <a:rPr lang="en-IN" sz="1800" dirty="0">
                <a:latin typeface="Consolas" pitchFamily="49" charset="0"/>
                <a:cs typeface="Consolas" pitchFamily="49" charset="0"/>
              </a:rPr>
              <a:t>	};</a:t>
            </a:r>
          </a:p>
          <a:p>
            <a:endParaRPr lang="en-IN" dirty="0"/>
          </a:p>
          <a:p>
            <a:r>
              <a:rPr lang="en-IN" dirty="0"/>
              <a:t>Object Creation Syntax</a:t>
            </a:r>
          </a:p>
          <a:p>
            <a:pPr marL="274320" lvl="1" indent="0">
              <a:buNone/>
            </a:pPr>
            <a:r>
              <a:rPr lang="en-IN" dirty="0"/>
              <a:t>	</a:t>
            </a:r>
            <a:r>
              <a:rPr lang="en-IN" sz="1800" i="1" dirty="0" err="1">
                <a:latin typeface="Consolas" pitchFamily="49" charset="0"/>
                <a:cs typeface="Consolas" pitchFamily="49" charset="0"/>
              </a:rPr>
              <a:t>classname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IN" sz="1800" i="1" dirty="0">
                <a:latin typeface="Consolas" pitchFamily="49" charset="0"/>
                <a:cs typeface="Consolas" pitchFamily="49" charset="0"/>
              </a:rPr>
              <a:t>Type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en-IN" sz="1800" i="1" dirty="0" err="1">
                <a:latin typeface="Consolas" pitchFamily="49" charset="0"/>
                <a:cs typeface="Consolas" pitchFamily="49" charset="0"/>
              </a:rPr>
              <a:t>objectname</a:t>
            </a:r>
            <a:r>
              <a:rPr lang="en-IN" sz="1800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3983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Programs For Class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hlinkClick r:id="rId2" action="ppaction://hlinkfile"/>
              </a:rPr>
              <a:t>Program which generates class templates to perform integer data type addition and float data type addition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53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7C55-17BE-095B-EEEF-3EF7C964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Template Library (STL)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80E2D-605F-0EF7-6012-29DE5010C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3770A-C17C-3868-99BD-1CF6CCBF2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69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CB26-64C9-4ADC-F089-0E2CC4AA7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Template Library (STL)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D066-235E-BEB3-3162-941E739B3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5000"/>
              </a:lnSpc>
            </a:pPr>
            <a:r>
              <a:rPr lang="en-US" dirty="0"/>
              <a:t>a set of template classes and functions that provides the implementation of common data structures and algorithms such as lists, stacks, arrays, sorting, searching, etc.</a:t>
            </a:r>
          </a:p>
          <a:p>
            <a:pPr algn="just">
              <a:lnSpc>
                <a:spcPct val="125000"/>
              </a:lnSpc>
            </a:pPr>
            <a:r>
              <a:rPr lang="en-US" dirty="0"/>
              <a:t>generalized library which can be used with almost every data type without repeating the implementation code.</a:t>
            </a:r>
          </a:p>
          <a:p>
            <a:pPr algn="just">
              <a:lnSpc>
                <a:spcPct val="125000"/>
              </a:lnSpc>
            </a:pPr>
            <a:r>
              <a:rPr lang="en-US" b="1" dirty="0"/>
              <a:t>Benefits</a:t>
            </a:r>
          </a:p>
          <a:p>
            <a:pPr lvl="1" algn="just">
              <a:lnSpc>
                <a:spcPct val="125000"/>
              </a:lnSpc>
            </a:pPr>
            <a:r>
              <a:rPr lang="en-US" b="1" dirty="0"/>
              <a:t>Generic</a:t>
            </a:r>
            <a:r>
              <a:rPr lang="en-US" dirty="0"/>
              <a:t> – Works with all data types</a:t>
            </a:r>
          </a:p>
          <a:p>
            <a:pPr lvl="1" algn="just">
              <a:lnSpc>
                <a:spcPct val="125000"/>
              </a:lnSpc>
            </a:pPr>
            <a:r>
              <a:rPr lang="en-US" b="1" dirty="0"/>
              <a:t>Reusable</a:t>
            </a:r>
            <a:r>
              <a:rPr lang="en-US" dirty="0"/>
              <a:t> – Avoids redundant implementation</a:t>
            </a:r>
          </a:p>
          <a:p>
            <a:pPr lvl="1" algn="just">
              <a:lnSpc>
                <a:spcPct val="125000"/>
              </a:lnSpc>
            </a:pPr>
            <a:r>
              <a:rPr lang="en-US" b="1" dirty="0"/>
              <a:t>Efficient</a:t>
            </a:r>
            <a:r>
              <a:rPr lang="en-US" dirty="0"/>
              <a:t> – Optimized for performance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DA005-A4FF-08A6-E0FE-277FA9F75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81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9C8A-6E6B-E416-6A60-26FB4F59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714A1-F73F-6710-F219-DF306AAE9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Containers</a:t>
            </a:r>
          </a:p>
          <a:p>
            <a:pPr>
              <a:lnSpc>
                <a:spcPct val="150000"/>
              </a:lnSpc>
            </a:pPr>
            <a:r>
              <a:rPr lang="en-IN" dirty="0"/>
              <a:t>Algorithms</a:t>
            </a:r>
          </a:p>
          <a:p>
            <a:pPr>
              <a:lnSpc>
                <a:spcPct val="150000"/>
              </a:lnSpc>
            </a:pPr>
            <a:r>
              <a:rPr lang="en-IN" dirty="0"/>
              <a:t>Iterators</a:t>
            </a:r>
          </a:p>
          <a:p>
            <a:pPr>
              <a:lnSpc>
                <a:spcPct val="150000"/>
              </a:lnSpc>
            </a:pPr>
            <a:r>
              <a:rPr lang="en-IN" dirty="0"/>
              <a:t>Functors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60F4D-0D87-DBEA-C4B9-96470E01B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633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AA03-459C-A62F-A9E1-71B5E551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33CA3-A847-9A24-447F-143BC289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</a:pPr>
            <a:r>
              <a:rPr lang="en-US" dirty="0"/>
              <a:t>Data structures to store and manage data</a:t>
            </a:r>
          </a:p>
          <a:p>
            <a:pPr>
              <a:lnSpc>
                <a:spcPct val="125000"/>
              </a:lnSpc>
            </a:pPr>
            <a:r>
              <a:rPr lang="en-US" dirty="0"/>
              <a:t>Implemented as template classes</a:t>
            </a:r>
          </a:p>
          <a:p>
            <a:pPr>
              <a:lnSpc>
                <a:spcPct val="125000"/>
              </a:lnSpc>
            </a:pPr>
            <a:r>
              <a:rPr lang="en-US" dirty="0"/>
              <a:t>Header-specific containers</a:t>
            </a:r>
          </a:p>
          <a:p>
            <a:pPr>
              <a:lnSpc>
                <a:spcPct val="125000"/>
              </a:lnSpc>
            </a:pPr>
            <a:r>
              <a:rPr lang="en-US" dirty="0"/>
              <a:t>Classified as: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Sequence Containers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Container Adaptors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Associative Containers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Unordered Associative Containers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5E44B-446D-2A4E-BB2D-19DDB8340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396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BA51-48B8-F65F-AFBF-37D8F9C7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Sequence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72A51-B66F-0C24-2874-644F55D2C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storage and basic container adaptor implementation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0D2B1-C229-BA96-B2AA-1E456E5F2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17</a:t>
            </a:fld>
            <a:endParaRPr lang="en-IN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33E3789-3C24-E35D-E952-A06393027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1457572"/>
              </p:ext>
            </p:extLst>
          </p:nvPr>
        </p:nvGraphicFramePr>
        <p:xfrm>
          <a:off x="1493044" y="719665"/>
          <a:ext cx="9986962" cy="6638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6755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71A1-C679-08F5-1A5D-050C3103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Container Adaptors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74CA1-E5F4-2488-5056-9EEBFCF10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 existing containers to specific use cases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B2985-7E1E-1675-8A8C-E0425D9D6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18</a:t>
            </a:fld>
            <a:endParaRPr lang="en-I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28C6717-43A2-7386-C4B9-2974DBCD95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3301682"/>
              </p:ext>
            </p:extLst>
          </p:nvPr>
        </p:nvGraphicFramePr>
        <p:xfrm>
          <a:off x="2032000" y="2328863"/>
          <a:ext cx="8262144" cy="3809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4483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B2D9-34C4-559C-AE35-84F6FDDC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Associative Containers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83C3A-CE19-EB58-BCDD-45F378675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806"/>
          </a:xfrm>
        </p:spPr>
        <p:txBody>
          <a:bodyPr/>
          <a:lstStyle/>
          <a:p>
            <a:r>
              <a:rPr lang="en-US" dirty="0"/>
              <a:t>Stores data in sorted order based on keys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4D7C4-AD13-19D5-C519-A192EF9D1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19</a:t>
            </a:fld>
            <a:endParaRPr lang="en-IN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0F50591-D2B7-43FA-63D3-78735B580D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1975231"/>
              </p:ext>
            </p:extLst>
          </p:nvPr>
        </p:nvGraphicFramePr>
        <p:xfrm>
          <a:off x="1200151" y="2550319"/>
          <a:ext cx="9815512" cy="3543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182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F145-7F89-1E1D-0805-151C8B0A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Unordered Associative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8938-6DA2-3E21-E5EB-D088CBE74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Similar to associative container</a:t>
            </a:r>
          </a:p>
          <a:p>
            <a:r>
              <a:rPr lang="en-US" sz="2000" dirty="0"/>
              <a:t>store the data in no particular order,</a:t>
            </a:r>
          </a:p>
          <a:p>
            <a:r>
              <a:rPr lang="en-US" sz="2000" dirty="0"/>
              <a:t>allow the fastest insertion, deletion and search operations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22DE5-A8A1-9FF5-70F9-C65AD8067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20</a:t>
            </a:fld>
            <a:endParaRPr lang="en-I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9BCDA2-CD66-B47B-083E-569C0F5C7D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393148"/>
              </p:ext>
            </p:extLst>
          </p:nvPr>
        </p:nvGraphicFramePr>
        <p:xfrm>
          <a:off x="1289049" y="2928938"/>
          <a:ext cx="9612313" cy="310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8866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4275-F024-8322-9E04-1773E263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E144-9358-054E-E985-C0DBF72F9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STL provides functions for sorting, searching, modifying &amp; manipulating data.</a:t>
            </a:r>
          </a:p>
          <a:p>
            <a:r>
              <a:rPr lang="en-IN" dirty="0"/>
              <a:t>Defined in &lt;algorithm&gt; and &lt;numeric&gt; header files.</a:t>
            </a:r>
          </a:p>
          <a:p>
            <a:r>
              <a:rPr lang="en-IN" dirty="0"/>
              <a:t>Grouped into:</a:t>
            </a:r>
          </a:p>
          <a:p>
            <a:pPr lvl="1"/>
            <a:r>
              <a:rPr lang="en-IN" dirty="0"/>
              <a:t>Manipulative Algorithms</a:t>
            </a:r>
          </a:p>
          <a:p>
            <a:pPr lvl="1"/>
            <a:r>
              <a:rPr lang="en-IN" dirty="0"/>
              <a:t>Non-Manipulative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1FAD-DBAA-DC4B-13C4-B0EE553FD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787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FEC4-E734-1149-FF10-AE1F5F98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Manipulative &amp; Non-Manipulative Algorithm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5C6B16-05B6-FC6D-83F4-FDFF72992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324978"/>
              </p:ext>
            </p:extLst>
          </p:nvPr>
        </p:nvGraphicFramePr>
        <p:xfrm>
          <a:off x="838200" y="1428750"/>
          <a:ext cx="10515600" cy="5147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F2673-8F3C-3B3C-AB7B-3C7F509C2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49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8A9A-AFB7-A9C0-088D-BD4F4A30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2466A-1177-8B17-5EDF-B2BA53B96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Pointer-like objects in STL</a:t>
            </a:r>
          </a:p>
          <a:p>
            <a:r>
              <a:rPr lang="en-US" dirty="0"/>
              <a:t>Used to access elements in containers</a:t>
            </a:r>
          </a:p>
          <a:p>
            <a:r>
              <a:rPr lang="en-US" dirty="0"/>
              <a:t>Act as a bridge between algorithms and containers</a:t>
            </a:r>
          </a:p>
          <a:p>
            <a:r>
              <a:rPr lang="en-US" dirty="0"/>
              <a:t>Defined in &lt;iterator&gt; header file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6DBBC-40F5-BBAC-071B-8408BCAD6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847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E8BD-9A2F-50B0-B4C3-10E949FA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Iterator Types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C793129-E192-C82F-0D12-EB0190640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590311"/>
              </p:ext>
            </p:extLst>
          </p:nvPr>
        </p:nvGraphicFramePr>
        <p:xfrm>
          <a:off x="838200" y="1825624"/>
          <a:ext cx="10515600" cy="4689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A136-DDD8-D9A6-C2E9-17DD8DD58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425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9024-98CF-2B86-BDAA-2704C509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Iterator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FFF860-8CB6-5078-E9D2-B82D8D801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071863"/>
              </p:ext>
            </p:extLst>
          </p:nvPr>
        </p:nvGraphicFramePr>
        <p:xfrm>
          <a:off x="838200" y="1825624"/>
          <a:ext cx="10515600" cy="371792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957184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8063514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158642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19096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6545670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9765731"/>
                    </a:ext>
                  </a:extLst>
                </a:gridCol>
              </a:tblGrid>
              <a:tr h="619654">
                <a:tc>
                  <a:txBody>
                    <a:bodyPr/>
                    <a:lstStyle/>
                    <a:p>
                      <a:r>
                        <a:rPr lang="en-IN" dirty="0"/>
                        <a:t>Iterator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15488"/>
                  </a:ext>
                </a:extLst>
              </a:tr>
              <a:tr h="619654">
                <a:tc>
                  <a:txBody>
                    <a:bodyPr/>
                    <a:lstStyle/>
                    <a:p>
                      <a:r>
                        <a:rPr lang="en-IN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22908"/>
                  </a:ext>
                </a:extLst>
              </a:tr>
              <a:tr h="619654"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880191"/>
                  </a:ext>
                </a:extLst>
              </a:tr>
              <a:tr h="619654">
                <a:tc>
                  <a:txBody>
                    <a:bodyPr/>
                    <a:lstStyle/>
                    <a:p>
                      <a:r>
                        <a:rPr lang="en-IN" dirty="0"/>
                        <a:t>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566371"/>
                  </a:ext>
                </a:extLst>
              </a:tr>
              <a:tr h="619654">
                <a:tc>
                  <a:txBody>
                    <a:bodyPr/>
                    <a:lstStyle/>
                    <a:p>
                      <a:r>
                        <a:rPr lang="en-IN" dirty="0"/>
                        <a:t>Bidirectional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561788"/>
                  </a:ext>
                </a:extLst>
              </a:tr>
              <a:tr h="619654">
                <a:tc>
                  <a:txBody>
                    <a:bodyPr/>
                    <a:lstStyle/>
                    <a:p>
                      <a:r>
                        <a:rPr lang="en-IN" dirty="0"/>
                        <a:t>Random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✔️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6829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B8D5B-AF8A-D40E-E521-F4050BBED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756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53E0-1A59-5B9D-0D31-D5300123A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Functors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F476-1168-DEC6-8203-AC52E2F5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behaving like functions</a:t>
            </a:r>
          </a:p>
          <a:p>
            <a:r>
              <a:rPr lang="en-US" dirty="0"/>
              <a:t>Overload the () operator</a:t>
            </a:r>
          </a:p>
          <a:p>
            <a:r>
              <a:rPr lang="en-US" dirty="0"/>
              <a:t>Widely used with STL algorithms</a:t>
            </a:r>
          </a:p>
          <a:p>
            <a:r>
              <a:rPr lang="en-US" dirty="0"/>
              <a:t>Defined in &lt;functional&gt; header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39E09-ACC4-EAC6-FA7C-250F4B8F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446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481E-762A-02F7-1DF2-C7F292F7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Functors Classification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6ABA83-F929-166C-D5D3-D2055C55B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9432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5A2B9-BB06-27C2-3071-4CC73218E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093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Template.pptx" id="{872A0908-B4BE-42E9-B974-411477CD13A2}" vid="{74DED970-FDA3-40BF-97D9-3BC76A00F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LectureTemplate</Template>
  <TotalTime>829</TotalTime>
  <Words>1372</Words>
  <Application>Microsoft Office PowerPoint</Application>
  <PresentationFormat>Widescreen</PresentationFormat>
  <Paragraphs>289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Office Theme</vt:lpstr>
      <vt:lpstr>C++ Programming</vt:lpstr>
      <vt:lpstr>C++ Templates</vt:lpstr>
      <vt:lpstr>Templates</vt:lpstr>
      <vt:lpstr>Types of Templates</vt:lpstr>
      <vt:lpstr>Function Template or Generic Functions</vt:lpstr>
      <vt:lpstr>Function Templates / Generic Functions</vt:lpstr>
      <vt:lpstr>Syntax For Generic Function</vt:lpstr>
      <vt:lpstr>Example Programs for Function Template</vt:lpstr>
      <vt:lpstr>Class Template or Generic Class</vt:lpstr>
      <vt:lpstr>Class Template / Generic Class</vt:lpstr>
      <vt:lpstr>Syntax for Generic Class</vt:lpstr>
      <vt:lpstr>Example Programs For Class Templates</vt:lpstr>
      <vt:lpstr>Standard Template Library (STL)</vt:lpstr>
      <vt:lpstr>Standard Template Library (STL)</vt:lpstr>
      <vt:lpstr>STL Components</vt:lpstr>
      <vt:lpstr>STL Containers</vt:lpstr>
      <vt:lpstr>Sequence Containers</vt:lpstr>
      <vt:lpstr>Container Adaptors</vt:lpstr>
      <vt:lpstr>Associative Containers</vt:lpstr>
      <vt:lpstr>Unordered Associative Containers</vt:lpstr>
      <vt:lpstr>STL Algorithm</vt:lpstr>
      <vt:lpstr>Manipulative &amp; Non-Manipulative Algorithm</vt:lpstr>
      <vt:lpstr>STL Iterators</vt:lpstr>
      <vt:lpstr>STL Iterator Types</vt:lpstr>
      <vt:lpstr>STL Iterator Comparison</vt:lpstr>
      <vt:lpstr>STL Functors</vt:lpstr>
      <vt:lpstr>STL Functors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</dc:title>
  <dc:creator>Priyanka Sinha</dc:creator>
  <cp:lastModifiedBy>Akshay Uparikar</cp:lastModifiedBy>
  <cp:revision>49</cp:revision>
  <dcterms:created xsi:type="dcterms:W3CDTF">2025-05-27T04:29:37Z</dcterms:created>
  <dcterms:modified xsi:type="dcterms:W3CDTF">2025-11-24T04:36:15Z</dcterms:modified>
</cp:coreProperties>
</file>