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54" r:id="rId2"/>
    <p:sldId id="319" r:id="rId3"/>
    <p:sldId id="305" r:id="rId4"/>
    <p:sldId id="306" r:id="rId5"/>
    <p:sldId id="314" r:id="rId6"/>
    <p:sldId id="356" r:id="rId7"/>
    <p:sldId id="275" r:id="rId8"/>
    <p:sldId id="276" r:id="rId9"/>
    <p:sldId id="310" r:id="rId10"/>
    <p:sldId id="313" r:id="rId11"/>
    <p:sldId id="317" r:id="rId12"/>
    <p:sldId id="318" r:id="rId13"/>
    <p:sldId id="355" r:id="rId14"/>
    <p:sldId id="320" r:id="rId15"/>
    <p:sldId id="321" r:id="rId16"/>
    <p:sldId id="357" r:id="rId17"/>
    <p:sldId id="358" r:id="rId18"/>
    <p:sldId id="359" r:id="rId19"/>
    <p:sldId id="360" r:id="rId20"/>
    <p:sldId id="361" r:id="rId21"/>
    <p:sldId id="362" r:id="rId22"/>
    <p:sldId id="363" r:id="rId23"/>
    <p:sldId id="364" r:id="rId24"/>
    <p:sldId id="365" r:id="rId25"/>
    <p:sldId id="366" r:id="rId26"/>
    <p:sldId id="367" r:id="rId27"/>
    <p:sldId id="368" r:id="rId28"/>
    <p:sldId id="3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CC3399"/>
    <a:srgbClr val="FF0066"/>
    <a:srgbClr val="036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09" d="100"/>
          <a:sy n="109" d="100"/>
        </p:scale>
        <p:origin x="58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755F19-3821-4852-87AA-16DBDB36203C}" type="doc">
      <dgm:prSet loTypeId="urn:microsoft.com/office/officeart/2005/8/layout/hierarchy5" loCatId="hierarchy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CABF6640-6178-45F7-B053-B90F79233691}">
      <dgm:prSet phldrT="[Text]"/>
      <dgm:spPr/>
      <dgm:t>
        <a:bodyPr/>
        <a:lstStyle/>
        <a:p>
          <a:r>
            <a:rPr lang="en-IN" dirty="0"/>
            <a:t>tower(3,A,B,C)</a:t>
          </a:r>
        </a:p>
      </dgm:t>
    </dgm:pt>
    <dgm:pt modelId="{3ADE9B4F-4D30-4D20-B1D8-921F95DAD430}" type="parTrans" cxnId="{E25AC491-D2E6-4E2F-9C4C-E65E442B748E}">
      <dgm:prSet/>
      <dgm:spPr/>
      <dgm:t>
        <a:bodyPr/>
        <a:lstStyle/>
        <a:p>
          <a:endParaRPr lang="en-IN"/>
        </a:p>
      </dgm:t>
    </dgm:pt>
    <dgm:pt modelId="{475BBBDF-4710-4AB6-9CD1-9B1487B8875A}" type="sibTrans" cxnId="{E25AC491-D2E6-4E2F-9C4C-E65E442B748E}">
      <dgm:prSet/>
      <dgm:spPr/>
      <dgm:t>
        <a:bodyPr/>
        <a:lstStyle/>
        <a:p>
          <a:endParaRPr lang="en-IN"/>
        </a:p>
      </dgm:t>
    </dgm:pt>
    <dgm:pt modelId="{EDA3C97A-32A5-4F90-8AE1-0CF89207A230}">
      <dgm:prSet phldrT="[Text]"/>
      <dgm:spPr/>
      <dgm:t>
        <a:bodyPr/>
        <a:lstStyle/>
        <a:p>
          <a:r>
            <a:rPr lang="en-IN" dirty="0"/>
            <a:t>tower(2,A,C,B)</a:t>
          </a:r>
        </a:p>
      </dgm:t>
    </dgm:pt>
    <dgm:pt modelId="{BBD5068D-064B-4FF4-9AFC-1D4E9F2A2371}" type="parTrans" cxnId="{E2DD9B71-608A-4BEC-8EBA-7A8FD0343E93}">
      <dgm:prSet/>
      <dgm:spPr/>
      <dgm:t>
        <a:bodyPr/>
        <a:lstStyle/>
        <a:p>
          <a:endParaRPr lang="en-IN"/>
        </a:p>
      </dgm:t>
    </dgm:pt>
    <dgm:pt modelId="{5E9A2F3C-3513-4AE3-9F67-F2105EBE1A1B}" type="sibTrans" cxnId="{E2DD9B71-608A-4BEC-8EBA-7A8FD0343E93}">
      <dgm:prSet/>
      <dgm:spPr/>
      <dgm:t>
        <a:bodyPr/>
        <a:lstStyle/>
        <a:p>
          <a:endParaRPr lang="en-IN"/>
        </a:p>
      </dgm:t>
    </dgm:pt>
    <dgm:pt modelId="{E9215F2A-7EE8-4199-8C7C-C1CFBACF221B}">
      <dgm:prSet phldrT="[Text]"/>
      <dgm:spPr/>
      <dgm:t>
        <a:bodyPr/>
        <a:lstStyle/>
        <a:p>
          <a:r>
            <a:rPr lang="en-IN" dirty="0"/>
            <a:t>n=3</a:t>
          </a:r>
        </a:p>
      </dgm:t>
    </dgm:pt>
    <dgm:pt modelId="{6AD8B53E-639D-430C-AE78-E65F21A1AFAD}" type="parTrans" cxnId="{2399D811-426F-4877-A7F6-9363600E0BA6}">
      <dgm:prSet/>
      <dgm:spPr/>
      <dgm:t>
        <a:bodyPr/>
        <a:lstStyle/>
        <a:p>
          <a:endParaRPr lang="en-IN"/>
        </a:p>
      </dgm:t>
    </dgm:pt>
    <dgm:pt modelId="{46E50B0D-9472-4D55-96EA-41D25CA7EA36}" type="sibTrans" cxnId="{2399D811-426F-4877-A7F6-9363600E0BA6}">
      <dgm:prSet/>
      <dgm:spPr/>
      <dgm:t>
        <a:bodyPr/>
        <a:lstStyle/>
        <a:p>
          <a:endParaRPr lang="en-IN"/>
        </a:p>
      </dgm:t>
    </dgm:pt>
    <dgm:pt modelId="{7895C7EF-7F82-48EC-99C4-A8DE4F3CAA9D}">
      <dgm:prSet phldrT="[Text]"/>
      <dgm:spPr/>
      <dgm:t>
        <a:bodyPr/>
        <a:lstStyle/>
        <a:p>
          <a:r>
            <a:rPr lang="en-IN" dirty="0"/>
            <a:t>n=2</a:t>
          </a:r>
        </a:p>
      </dgm:t>
    </dgm:pt>
    <dgm:pt modelId="{0C52AE34-A291-4978-9096-B0811A4FEBB3}" type="parTrans" cxnId="{EC2E453B-58FE-408B-BC6B-B1527D9293C8}">
      <dgm:prSet/>
      <dgm:spPr/>
      <dgm:t>
        <a:bodyPr/>
        <a:lstStyle/>
        <a:p>
          <a:endParaRPr lang="en-IN"/>
        </a:p>
      </dgm:t>
    </dgm:pt>
    <dgm:pt modelId="{597E6CF3-FF16-4E5D-9C3B-5534B3126BA4}" type="sibTrans" cxnId="{EC2E453B-58FE-408B-BC6B-B1527D9293C8}">
      <dgm:prSet/>
      <dgm:spPr/>
      <dgm:t>
        <a:bodyPr/>
        <a:lstStyle/>
        <a:p>
          <a:endParaRPr lang="en-IN"/>
        </a:p>
      </dgm:t>
    </dgm:pt>
    <dgm:pt modelId="{D8C5F657-FC23-46C9-A715-9A0D35EB9F92}">
      <dgm:prSet phldrT="[Text]"/>
      <dgm:spPr/>
      <dgm:t>
        <a:bodyPr/>
        <a:lstStyle/>
        <a:p>
          <a:r>
            <a:rPr lang="en-IN" dirty="0"/>
            <a:t>n=1</a:t>
          </a:r>
        </a:p>
      </dgm:t>
    </dgm:pt>
    <dgm:pt modelId="{0EC38FE4-5A59-4BB8-9FBE-47A280D63B1F}" type="parTrans" cxnId="{7C63EFDE-CCA7-4CC9-85DB-A3B6951CF0E2}">
      <dgm:prSet/>
      <dgm:spPr/>
      <dgm:t>
        <a:bodyPr/>
        <a:lstStyle/>
        <a:p>
          <a:endParaRPr lang="en-IN"/>
        </a:p>
      </dgm:t>
    </dgm:pt>
    <dgm:pt modelId="{FCFDB902-A74B-4E25-A152-4A2180D54667}" type="sibTrans" cxnId="{7C63EFDE-CCA7-4CC9-85DB-A3B6951CF0E2}">
      <dgm:prSet/>
      <dgm:spPr/>
      <dgm:t>
        <a:bodyPr/>
        <a:lstStyle/>
        <a:p>
          <a:endParaRPr lang="en-IN"/>
        </a:p>
      </dgm:t>
    </dgm:pt>
    <dgm:pt modelId="{73DD50D5-EB5A-4036-B48C-F908098CDFFC}">
      <dgm:prSet phldrT="[Text]"/>
      <dgm:spPr/>
      <dgm:t>
        <a:bodyPr/>
        <a:lstStyle/>
        <a:p>
          <a:r>
            <a:rPr lang="en-IN" dirty="0"/>
            <a:t>A -&gt; B</a:t>
          </a:r>
        </a:p>
      </dgm:t>
    </dgm:pt>
    <dgm:pt modelId="{E255FD3F-F40B-49B5-A693-2356AA47E97A}" type="parTrans" cxnId="{AF1F72DD-B22B-46E6-8F1E-9327711C3EFF}">
      <dgm:prSet/>
      <dgm:spPr/>
      <dgm:t>
        <a:bodyPr/>
        <a:lstStyle/>
        <a:p>
          <a:endParaRPr lang="en-IN"/>
        </a:p>
      </dgm:t>
    </dgm:pt>
    <dgm:pt modelId="{8B075827-D0C9-4411-A8BB-A8E901954315}" type="sibTrans" cxnId="{AF1F72DD-B22B-46E6-8F1E-9327711C3EFF}">
      <dgm:prSet/>
      <dgm:spPr/>
      <dgm:t>
        <a:bodyPr/>
        <a:lstStyle/>
        <a:p>
          <a:endParaRPr lang="en-IN"/>
        </a:p>
      </dgm:t>
    </dgm:pt>
    <dgm:pt modelId="{11BDC071-A981-4DAA-904E-E174FE8E48B6}">
      <dgm:prSet phldrT="[Text]"/>
      <dgm:spPr/>
      <dgm:t>
        <a:bodyPr/>
        <a:lstStyle/>
        <a:p>
          <a:r>
            <a:rPr lang="en-IN" dirty="0"/>
            <a:t>tower(2,C,B,A)</a:t>
          </a:r>
        </a:p>
      </dgm:t>
    </dgm:pt>
    <dgm:pt modelId="{C6BE5C1F-C45A-44BF-90D0-6AD5A051E2FB}" type="parTrans" cxnId="{624FCF58-8CBC-4BA5-A68C-ABBD1C2F4CF1}">
      <dgm:prSet/>
      <dgm:spPr/>
      <dgm:t>
        <a:bodyPr/>
        <a:lstStyle/>
        <a:p>
          <a:endParaRPr lang="en-IN"/>
        </a:p>
      </dgm:t>
    </dgm:pt>
    <dgm:pt modelId="{F6CB9BEF-B39C-45AF-9F7B-729C68E2DD2F}" type="sibTrans" cxnId="{624FCF58-8CBC-4BA5-A68C-ABBD1C2F4CF1}">
      <dgm:prSet/>
      <dgm:spPr/>
      <dgm:t>
        <a:bodyPr/>
        <a:lstStyle/>
        <a:p>
          <a:endParaRPr lang="en-IN"/>
        </a:p>
      </dgm:t>
    </dgm:pt>
    <dgm:pt modelId="{3AE25E8B-3F7C-47D1-8082-8EEB77094291}">
      <dgm:prSet phldrT="[Text]"/>
      <dgm:spPr/>
      <dgm:t>
        <a:bodyPr/>
        <a:lstStyle/>
        <a:p>
          <a:r>
            <a:rPr lang="en-IN" dirty="0"/>
            <a:t>tower(1,A,B,C)</a:t>
          </a:r>
        </a:p>
      </dgm:t>
    </dgm:pt>
    <dgm:pt modelId="{7505A567-13C5-49AF-B773-B8AA1DEF5025}" type="parTrans" cxnId="{9F530102-E807-4804-BF11-29DAD04A9E53}">
      <dgm:prSet/>
      <dgm:spPr/>
      <dgm:t>
        <a:bodyPr/>
        <a:lstStyle/>
        <a:p>
          <a:endParaRPr lang="en-IN"/>
        </a:p>
      </dgm:t>
    </dgm:pt>
    <dgm:pt modelId="{774D3935-4E0D-414D-B344-74CCAC6AC48E}" type="sibTrans" cxnId="{9F530102-E807-4804-BF11-29DAD04A9E53}">
      <dgm:prSet/>
      <dgm:spPr/>
      <dgm:t>
        <a:bodyPr/>
        <a:lstStyle/>
        <a:p>
          <a:endParaRPr lang="en-IN"/>
        </a:p>
      </dgm:t>
    </dgm:pt>
    <dgm:pt modelId="{EEE3DD05-A9A1-460D-9E2C-73D7C65FC0D0}">
      <dgm:prSet phldrT="[Text]"/>
      <dgm:spPr/>
      <dgm:t>
        <a:bodyPr/>
        <a:lstStyle/>
        <a:p>
          <a:r>
            <a:rPr lang="en-IN" dirty="0"/>
            <a:t>A -&gt; C</a:t>
          </a:r>
        </a:p>
      </dgm:t>
    </dgm:pt>
    <dgm:pt modelId="{09CD7C11-1BA7-4346-AACD-E7E0806888CC}" type="parTrans" cxnId="{508921C2-15A3-415A-B91B-485D9EF8529F}">
      <dgm:prSet/>
      <dgm:spPr/>
      <dgm:t>
        <a:bodyPr/>
        <a:lstStyle/>
        <a:p>
          <a:endParaRPr lang="en-IN"/>
        </a:p>
      </dgm:t>
    </dgm:pt>
    <dgm:pt modelId="{D994B4DA-CDDB-4E18-B0F1-B7ED00042D57}" type="sibTrans" cxnId="{508921C2-15A3-415A-B91B-485D9EF8529F}">
      <dgm:prSet/>
      <dgm:spPr/>
      <dgm:t>
        <a:bodyPr/>
        <a:lstStyle/>
        <a:p>
          <a:endParaRPr lang="en-IN"/>
        </a:p>
      </dgm:t>
    </dgm:pt>
    <dgm:pt modelId="{EFC51A7B-E050-4A62-A7BD-8615FC4D1CF6}">
      <dgm:prSet phldrT="[Text]"/>
      <dgm:spPr/>
      <dgm:t>
        <a:bodyPr/>
        <a:lstStyle/>
        <a:p>
          <a:r>
            <a:rPr lang="en-IN" dirty="0"/>
            <a:t>tower(1,B,C,A)</a:t>
          </a:r>
        </a:p>
      </dgm:t>
    </dgm:pt>
    <dgm:pt modelId="{A883E8F1-1BB0-49F7-92AB-61A351692CF8}" type="parTrans" cxnId="{11983FF7-2D29-444F-B3A5-77F714471128}">
      <dgm:prSet/>
      <dgm:spPr/>
      <dgm:t>
        <a:bodyPr/>
        <a:lstStyle/>
        <a:p>
          <a:endParaRPr lang="en-IN"/>
        </a:p>
      </dgm:t>
    </dgm:pt>
    <dgm:pt modelId="{58450D8C-0109-4451-AC37-EA6B046EC3E3}" type="sibTrans" cxnId="{11983FF7-2D29-444F-B3A5-77F714471128}">
      <dgm:prSet/>
      <dgm:spPr/>
      <dgm:t>
        <a:bodyPr/>
        <a:lstStyle/>
        <a:p>
          <a:endParaRPr lang="en-IN"/>
        </a:p>
      </dgm:t>
    </dgm:pt>
    <dgm:pt modelId="{BDFA7EB4-695A-4DE2-B652-41A5BDC1343E}">
      <dgm:prSet phldrT="[Text]"/>
      <dgm:spPr/>
      <dgm:t>
        <a:bodyPr/>
        <a:lstStyle/>
        <a:p>
          <a:r>
            <a:rPr lang="en-IN" dirty="0"/>
            <a:t>A -&gt; B</a:t>
          </a:r>
        </a:p>
      </dgm:t>
    </dgm:pt>
    <dgm:pt modelId="{164394A2-649A-4B79-9A8C-80476E4EC79B}" type="parTrans" cxnId="{495DE2EC-4797-4708-A217-09904E036A0E}">
      <dgm:prSet/>
      <dgm:spPr/>
      <dgm:t>
        <a:bodyPr/>
        <a:lstStyle/>
        <a:p>
          <a:endParaRPr lang="en-IN"/>
        </a:p>
      </dgm:t>
    </dgm:pt>
    <dgm:pt modelId="{431D90B5-3895-4475-9191-4C9CE16CBAC8}" type="sibTrans" cxnId="{495DE2EC-4797-4708-A217-09904E036A0E}">
      <dgm:prSet/>
      <dgm:spPr/>
      <dgm:t>
        <a:bodyPr/>
        <a:lstStyle/>
        <a:p>
          <a:endParaRPr lang="en-IN"/>
        </a:p>
      </dgm:t>
    </dgm:pt>
    <dgm:pt modelId="{BF82183D-D514-4337-A3C6-A807A69C5527}">
      <dgm:prSet phldrT="[Text]"/>
      <dgm:spPr/>
      <dgm:t>
        <a:bodyPr/>
        <a:lstStyle/>
        <a:p>
          <a:r>
            <a:rPr lang="en-IN" dirty="0"/>
            <a:t>B -&gt; C</a:t>
          </a:r>
        </a:p>
      </dgm:t>
    </dgm:pt>
    <dgm:pt modelId="{85F50567-7475-43C1-A5C6-CF4361910FFB}" type="parTrans" cxnId="{0E81A071-5F9E-41B0-91BB-57D026B5E60B}">
      <dgm:prSet/>
      <dgm:spPr/>
      <dgm:t>
        <a:bodyPr/>
        <a:lstStyle/>
        <a:p>
          <a:endParaRPr lang="en-IN"/>
        </a:p>
      </dgm:t>
    </dgm:pt>
    <dgm:pt modelId="{D4FA350E-7ABA-4350-8740-F726A4E1823E}" type="sibTrans" cxnId="{0E81A071-5F9E-41B0-91BB-57D026B5E60B}">
      <dgm:prSet/>
      <dgm:spPr/>
      <dgm:t>
        <a:bodyPr/>
        <a:lstStyle/>
        <a:p>
          <a:endParaRPr lang="en-IN"/>
        </a:p>
      </dgm:t>
    </dgm:pt>
    <dgm:pt modelId="{793BE488-D881-4972-A8F1-3987EED6326A}">
      <dgm:prSet phldrT="[Text]"/>
      <dgm:spPr/>
      <dgm:t>
        <a:bodyPr/>
        <a:lstStyle/>
        <a:p>
          <a:r>
            <a:rPr lang="en-IN" dirty="0"/>
            <a:t>tower(1,C,A,B)</a:t>
          </a:r>
        </a:p>
      </dgm:t>
    </dgm:pt>
    <dgm:pt modelId="{C22C8DB8-4E40-48AD-8F7A-4743C6694E2F}" type="parTrans" cxnId="{1BB23730-EE3F-4AAF-BC2E-51D965F038B9}">
      <dgm:prSet/>
      <dgm:spPr/>
      <dgm:t>
        <a:bodyPr/>
        <a:lstStyle/>
        <a:p>
          <a:endParaRPr lang="en-IN"/>
        </a:p>
      </dgm:t>
    </dgm:pt>
    <dgm:pt modelId="{58F4C3E6-6E7B-4FCB-A655-CA90B1C0A97A}" type="sibTrans" cxnId="{1BB23730-EE3F-4AAF-BC2E-51D965F038B9}">
      <dgm:prSet/>
      <dgm:spPr/>
      <dgm:t>
        <a:bodyPr/>
        <a:lstStyle/>
        <a:p>
          <a:endParaRPr lang="en-IN"/>
        </a:p>
      </dgm:t>
    </dgm:pt>
    <dgm:pt modelId="{629D2724-D038-4393-86EB-7647C906039E}">
      <dgm:prSet phldrT="[Text]"/>
      <dgm:spPr/>
      <dgm:t>
        <a:bodyPr/>
        <a:lstStyle/>
        <a:p>
          <a:r>
            <a:rPr lang="en-IN" dirty="0"/>
            <a:t>C -&gt; B</a:t>
          </a:r>
        </a:p>
      </dgm:t>
    </dgm:pt>
    <dgm:pt modelId="{9BD8068D-F228-407F-B549-7316F4B19A57}" type="parTrans" cxnId="{AA59225C-104D-40D4-BEE5-CA05C92945C1}">
      <dgm:prSet/>
      <dgm:spPr/>
      <dgm:t>
        <a:bodyPr/>
        <a:lstStyle/>
        <a:p>
          <a:endParaRPr lang="en-IN"/>
        </a:p>
      </dgm:t>
    </dgm:pt>
    <dgm:pt modelId="{28A17230-1382-4D25-A395-0D4DEF74B066}" type="sibTrans" cxnId="{AA59225C-104D-40D4-BEE5-CA05C92945C1}">
      <dgm:prSet/>
      <dgm:spPr/>
      <dgm:t>
        <a:bodyPr/>
        <a:lstStyle/>
        <a:p>
          <a:endParaRPr lang="en-IN"/>
        </a:p>
      </dgm:t>
    </dgm:pt>
    <dgm:pt modelId="{B57AF78F-8D8A-42B6-9D4E-092E45EC0E09}">
      <dgm:prSet phldrT="[Text]"/>
      <dgm:spPr/>
      <dgm:t>
        <a:bodyPr/>
        <a:lstStyle/>
        <a:p>
          <a:r>
            <a:rPr lang="en-IN" dirty="0"/>
            <a:t>tower(1,A,B,C)</a:t>
          </a:r>
        </a:p>
      </dgm:t>
    </dgm:pt>
    <dgm:pt modelId="{A590D111-4E22-47C9-833D-DF46DD2CF16A}" type="parTrans" cxnId="{FDC2E7CA-248A-4975-8309-358BA128EF08}">
      <dgm:prSet/>
      <dgm:spPr/>
      <dgm:t>
        <a:bodyPr/>
        <a:lstStyle/>
        <a:p>
          <a:endParaRPr lang="en-IN"/>
        </a:p>
      </dgm:t>
    </dgm:pt>
    <dgm:pt modelId="{A7F5244D-F9B0-4069-905D-BBCDA2D258B1}" type="sibTrans" cxnId="{FDC2E7CA-248A-4975-8309-358BA128EF08}">
      <dgm:prSet/>
      <dgm:spPr/>
      <dgm:t>
        <a:bodyPr/>
        <a:lstStyle/>
        <a:p>
          <a:endParaRPr lang="en-IN"/>
        </a:p>
      </dgm:t>
    </dgm:pt>
    <dgm:pt modelId="{1640D188-1C46-4672-832C-5AEC4CE74E8C}">
      <dgm:prSet phldrT="[Text]"/>
      <dgm:spPr/>
      <dgm:t>
        <a:bodyPr/>
        <a:lstStyle/>
        <a:p>
          <a:r>
            <a:rPr lang="en-IN" dirty="0"/>
            <a:t>C -&gt; A</a:t>
          </a:r>
        </a:p>
      </dgm:t>
    </dgm:pt>
    <dgm:pt modelId="{B29E710E-369B-44B7-ABB0-5668F21C99D9}" type="parTrans" cxnId="{2D1A466D-A619-4136-AE52-91527679D217}">
      <dgm:prSet/>
      <dgm:spPr/>
      <dgm:t>
        <a:bodyPr/>
        <a:lstStyle/>
        <a:p>
          <a:endParaRPr lang="en-IN"/>
        </a:p>
      </dgm:t>
    </dgm:pt>
    <dgm:pt modelId="{F8C22FEE-00BA-4BE2-887C-2E3699539E5A}" type="sibTrans" cxnId="{2D1A466D-A619-4136-AE52-91527679D217}">
      <dgm:prSet/>
      <dgm:spPr/>
      <dgm:t>
        <a:bodyPr/>
        <a:lstStyle/>
        <a:p>
          <a:endParaRPr lang="en-IN"/>
        </a:p>
      </dgm:t>
    </dgm:pt>
    <dgm:pt modelId="{4F3D910A-0E45-4F0B-B178-C44CF1D38F9E}">
      <dgm:prSet phldrT="[Text]"/>
      <dgm:spPr/>
      <dgm:t>
        <a:bodyPr/>
        <a:lstStyle/>
        <a:p>
          <a:r>
            <a:rPr lang="en-IN" dirty="0"/>
            <a:t>A -&gt; B</a:t>
          </a:r>
        </a:p>
      </dgm:t>
    </dgm:pt>
    <dgm:pt modelId="{D38570CD-F223-442F-AC9C-2CAD36682BCA}" type="parTrans" cxnId="{0D82F369-3BC7-43FE-97E9-BC2FD3FA14AF}">
      <dgm:prSet/>
      <dgm:spPr/>
      <dgm:t>
        <a:bodyPr/>
        <a:lstStyle/>
        <a:p>
          <a:endParaRPr lang="en-IN"/>
        </a:p>
      </dgm:t>
    </dgm:pt>
    <dgm:pt modelId="{E66C28CA-1898-425D-9D3B-46750E08375A}" type="sibTrans" cxnId="{0D82F369-3BC7-43FE-97E9-BC2FD3FA14AF}">
      <dgm:prSet/>
      <dgm:spPr/>
      <dgm:t>
        <a:bodyPr/>
        <a:lstStyle/>
        <a:p>
          <a:endParaRPr lang="en-IN"/>
        </a:p>
      </dgm:t>
    </dgm:pt>
    <dgm:pt modelId="{92369812-BB0A-49CC-834D-EFCE676D068F}" type="pres">
      <dgm:prSet presAssocID="{A1755F19-3821-4852-87AA-16DBDB36203C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2289E86-33B4-44A9-BF90-B3C4C1B45750}" type="pres">
      <dgm:prSet presAssocID="{A1755F19-3821-4852-87AA-16DBDB36203C}" presName="hierFlow" presStyleCnt="0"/>
      <dgm:spPr/>
    </dgm:pt>
    <dgm:pt modelId="{7745807B-6318-49D8-A2F8-2DBB9DA43B54}" type="pres">
      <dgm:prSet presAssocID="{A1755F19-3821-4852-87AA-16DBDB36203C}" presName="firstBuf" presStyleCnt="0"/>
      <dgm:spPr/>
    </dgm:pt>
    <dgm:pt modelId="{655B9E8B-8850-4D09-955D-0700AF4012B8}" type="pres">
      <dgm:prSet presAssocID="{A1755F19-3821-4852-87AA-16DBDB36203C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1218E17-DF8A-4B24-A029-A778D48E5FC6}" type="pres">
      <dgm:prSet presAssocID="{CABF6640-6178-45F7-B053-B90F79233691}" presName="Name17" presStyleCnt="0"/>
      <dgm:spPr/>
    </dgm:pt>
    <dgm:pt modelId="{92D6D36A-BE3A-4FFC-B02D-180BBFB4B25C}" type="pres">
      <dgm:prSet presAssocID="{CABF6640-6178-45F7-B053-B90F79233691}" presName="level1Shape" presStyleLbl="node0" presStyleIdx="0" presStyleCnt="1">
        <dgm:presLayoutVars>
          <dgm:chPref val="3"/>
        </dgm:presLayoutVars>
      </dgm:prSet>
      <dgm:spPr/>
    </dgm:pt>
    <dgm:pt modelId="{7F7289B2-17F3-458E-B710-B0A9FD4126CC}" type="pres">
      <dgm:prSet presAssocID="{CABF6640-6178-45F7-B053-B90F79233691}" presName="hierChild2" presStyleCnt="0"/>
      <dgm:spPr/>
    </dgm:pt>
    <dgm:pt modelId="{9D32BE6C-11BA-4F47-A71A-7D0E95F8997C}" type="pres">
      <dgm:prSet presAssocID="{BBD5068D-064B-4FF4-9AFC-1D4E9F2A2371}" presName="Name25" presStyleLbl="parChTrans1D2" presStyleIdx="0" presStyleCnt="3"/>
      <dgm:spPr/>
    </dgm:pt>
    <dgm:pt modelId="{4D70146E-ACC5-4DEA-8D69-F5C381DFA924}" type="pres">
      <dgm:prSet presAssocID="{BBD5068D-064B-4FF4-9AFC-1D4E9F2A2371}" presName="connTx" presStyleLbl="parChTrans1D2" presStyleIdx="0" presStyleCnt="3"/>
      <dgm:spPr/>
    </dgm:pt>
    <dgm:pt modelId="{5B65BC2F-6D1A-4E90-92D4-4639F62F4530}" type="pres">
      <dgm:prSet presAssocID="{EDA3C97A-32A5-4F90-8AE1-0CF89207A230}" presName="Name30" presStyleCnt="0"/>
      <dgm:spPr/>
    </dgm:pt>
    <dgm:pt modelId="{F7A1EDBD-5750-450C-AB0F-21D90A929DB6}" type="pres">
      <dgm:prSet presAssocID="{EDA3C97A-32A5-4F90-8AE1-0CF89207A230}" presName="level2Shape" presStyleLbl="node2" presStyleIdx="0" presStyleCnt="3" custLinFactY="-40686" custLinFactNeighborX="4613" custLinFactNeighborY="-100000"/>
      <dgm:spPr/>
    </dgm:pt>
    <dgm:pt modelId="{8D160E45-F51F-4385-B341-FACA551D1B57}" type="pres">
      <dgm:prSet presAssocID="{EDA3C97A-32A5-4F90-8AE1-0CF89207A230}" presName="hierChild3" presStyleCnt="0"/>
      <dgm:spPr/>
    </dgm:pt>
    <dgm:pt modelId="{9970D992-A77C-4A43-B584-AB4BF504F4CA}" type="pres">
      <dgm:prSet presAssocID="{7505A567-13C5-49AF-B773-B8AA1DEF5025}" presName="Name25" presStyleLbl="parChTrans1D3" presStyleIdx="0" presStyleCnt="6"/>
      <dgm:spPr/>
    </dgm:pt>
    <dgm:pt modelId="{524A342F-B665-4737-A913-2431C8536E1E}" type="pres">
      <dgm:prSet presAssocID="{7505A567-13C5-49AF-B773-B8AA1DEF5025}" presName="connTx" presStyleLbl="parChTrans1D3" presStyleIdx="0" presStyleCnt="6"/>
      <dgm:spPr/>
    </dgm:pt>
    <dgm:pt modelId="{C4D22396-266E-4CA7-9615-6810A39B7E1C}" type="pres">
      <dgm:prSet presAssocID="{3AE25E8B-3F7C-47D1-8082-8EEB77094291}" presName="Name30" presStyleCnt="0"/>
      <dgm:spPr/>
    </dgm:pt>
    <dgm:pt modelId="{65CD82AC-8597-4605-BBCC-69C5191862F1}" type="pres">
      <dgm:prSet presAssocID="{3AE25E8B-3F7C-47D1-8082-8EEB77094291}" presName="level2Shape" presStyleLbl="node3" presStyleIdx="0" presStyleCnt="6" custLinFactNeighborY="-94055"/>
      <dgm:spPr/>
    </dgm:pt>
    <dgm:pt modelId="{DA07774B-9D9B-40CA-ACD2-DB2807AB3CAD}" type="pres">
      <dgm:prSet presAssocID="{3AE25E8B-3F7C-47D1-8082-8EEB77094291}" presName="hierChild3" presStyleCnt="0"/>
      <dgm:spPr/>
    </dgm:pt>
    <dgm:pt modelId="{62C1CBCB-A3F6-49D5-BA28-51D1861047A0}" type="pres">
      <dgm:prSet presAssocID="{164394A2-649A-4B79-9A8C-80476E4EC79B}" presName="Name25" presStyleLbl="parChTrans1D4" presStyleIdx="0" presStyleCnt="4"/>
      <dgm:spPr/>
    </dgm:pt>
    <dgm:pt modelId="{0D948313-308B-4A74-89DA-382B2053A322}" type="pres">
      <dgm:prSet presAssocID="{164394A2-649A-4B79-9A8C-80476E4EC79B}" presName="connTx" presStyleLbl="parChTrans1D4" presStyleIdx="0" presStyleCnt="4"/>
      <dgm:spPr/>
    </dgm:pt>
    <dgm:pt modelId="{B35A2046-BBA3-4364-8FF8-E8219D976302}" type="pres">
      <dgm:prSet presAssocID="{BDFA7EB4-695A-4DE2-B652-41A5BDC1343E}" presName="Name30" presStyleCnt="0"/>
      <dgm:spPr/>
    </dgm:pt>
    <dgm:pt modelId="{6D6C6926-15A4-4A58-9A4E-FC67883CBA2D}" type="pres">
      <dgm:prSet presAssocID="{BDFA7EB4-695A-4DE2-B652-41A5BDC1343E}" presName="level2Shape" presStyleLbl="node4" presStyleIdx="0" presStyleCnt="4" custLinFactNeighborX="3460" custLinFactNeighborY="-94055"/>
      <dgm:spPr/>
    </dgm:pt>
    <dgm:pt modelId="{3AE08715-B3C1-4CD9-BFD8-DCE6AD6B1B43}" type="pres">
      <dgm:prSet presAssocID="{BDFA7EB4-695A-4DE2-B652-41A5BDC1343E}" presName="hierChild3" presStyleCnt="0"/>
      <dgm:spPr/>
    </dgm:pt>
    <dgm:pt modelId="{290851C4-379D-4B82-8969-191948815907}" type="pres">
      <dgm:prSet presAssocID="{09CD7C11-1BA7-4346-AACD-E7E0806888CC}" presName="Name25" presStyleLbl="parChTrans1D3" presStyleIdx="1" presStyleCnt="6"/>
      <dgm:spPr/>
    </dgm:pt>
    <dgm:pt modelId="{B62E66F5-DE75-4C9B-8A28-40D6DCE6FDB2}" type="pres">
      <dgm:prSet presAssocID="{09CD7C11-1BA7-4346-AACD-E7E0806888CC}" presName="connTx" presStyleLbl="parChTrans1D3" presStyleIdx="1" presStyleCnt="6"/>
      <dgm:spPr/>
    </dgm:pt>
    <dgm:pt modelId="{A3DE2B21-D306-40E1-BEE6-BEFF7B51B12C}" type="pres">
      <dgm:prSet presAssocID="{EEE3DD05-A9A1-460D-9E2C-73D7C65FC0D0}" presName="Name30" presStyleCnt="0"/>
      <dgm:spPr/>
    </dgm:pt>
    <dgm:pt modelId="{84AA73B2-B39F-4B5B-8FDB-B72C087765A7}" type="pres">
      <dgm:prSet presAssocID="{EEE3DD05-A9A1-460D-9E2C-73D7C65FC0D0}" presName="level2Shape" presStyleLbl="node3" presStyleIdx="1" presStyleCnt="6" custLinFactNeighborY="-80721"/>
      <dgm:spPr/>
    </dgm:pt>
    <dgm:pt modelId="{EACD6FB0-9974-4F10-B855-C0683B3C2667}" type="pres">
      <dgm:prSet presAssocID="{EEE3DD05-A9A1-460D-9E2C-73D7C65FC0D0}" presName="hierChild3" presStyleCnt="0"/>
      <dgm:spPr/>
    </dgm:pt>
    <dgm:pt modelId="{336F3928-0960-41B0-BCD3-FD5B9642FDB1}" type="pres">
      <dgm:prSet presAssocID="{A883E8F1-1BB0-49F7-92AB-61A351692CF8}" presName="Name25" presStyleLbl="parChTrans1D3" presStyleIdx="2" presStyleCnt="6"/>
      <dgm:spPr/>
    </dgm:pt>
    <dgm:pt modelId="{B5D5A526-623E-41AC-B3CE-F5EE879A2F59}" type="pres">
      <dgm:prSet presAssocID="{A883E8F1-1BB0-49F7-92AB-61A351692CF8}" presName="connTx" presStyleLbl="parChTrans1D3" presStyleIdx="2" presStyleCnt="6"/>
      <dgm:spPr/>
    </dgm:pt>
    <dgm:pt modelId="{7E4A9690-B8F2-4CA5-AF5D-BA0FB0FC6361}" type="pres">
      <dgm:prSet presAssocID="{EFC51A7B-E050-4A62-A7BD-8615FC4D1CF6}" presName="Name30" presStyleCnt="0"/>
      <dgm:spPr/>
    </dgm:pt>
    <dgm:pt modelId="{AC1B4310-7B1D-4075-8623-993A8D16AF8F}" type="pres">
      <dgm:prSet presAssocID="{EFC51A7B-E050-4A62-A7BD-8615FC4D1CF6}" presName="level2Shape" presStyleLbl="node3" presStyleIdx="2" presStyleCnt="6" custLinFactNeighborX="4613" custLinFactNeighborY="-66883"/>
      <dgm:spPr/>
    </dgm:pt>
    <dgm:pt modelId="{ECA2DD63-8232-4CF3-83BD-39770D9E5B1B}" type="pres">
      <dgm:prSet presAssocID="{EFC51A7B-E050-4A62-A7BD-8615FC4D1CF6}" presName="hierChild3" presStyleCnt="0"/>
      <dgm:spPr/>
    </dgm:pt>
    <dgm:pt modelId="{F22F18F1-EB72-4194-906F-368E0CDC2380}" type="pres">
      <dgm:prSet presAssocID="{85F50567-7475-43C1-A5C6-CF4361910FFB}" presName="Name25" presStyleLbl="parChTrans1D4" presStyleIdx="1" presStyleCnt="4"/>
      <dgm:spPr/>
    </dgm:pt>
    <dgm:pt modelId="{94972CF6-7D0E-4FA4-B374-F33701DB4958}" type="pres">
      <dgm:prSet presAssocID="{85F50567-7475-43C1-A5C6-CF4361910FFB}" presName="connTx" presStyleLbl="parChTrans1D4" presStyleIdx="1" presStyleCnt="4"/>
      <dgm:spPr/>
    </dgm:pt>
    <dgm:pt modelId="{7BFDEDDB-6C78-4F17-A47F-B80F7E92FAC6}" type="pres">
      <dgm:prSet presAssocID="{BF82183D-D514-4337-A3C6-A807A69C5527}" presName="Name30" presStyleCnt="0"/>
      <dgm:spPr/>
    </dgm:pt>
    <dgm:pt modelId="{D4EE63FD-3F29-4249-81FB-38F7DC54B7EC}" type="pres">
      <dgm:prSet presAssocID="{BF82183D-D514-4337-A3C6-A807A69C5527}" presName="level2Shape" presStyleLbl="node4" presStyleIdx="1" presStyleCnt="4" custLinFactNeighborX="4263" custLinFactNeighborY="-66233"/>
      <dgm:spPr/>
    </dgm:pt>
    <dgm:pt modelId="{851B838D-CCF6-4E21-8A56-1E1E9115D3C5}" type="pres">
      <dgm:prSet presAssocID="{BF82183D-D514-4337-A3C6-A807A69C5527}" presName="hierChild3" presStyleCnt="0"/>
      <dgm:spPr/>
    </dgm:pt>
    <dgm:pt modelId="{D5316049-2381-47FD-81ED-8F2E0DCB3378}" type="pres">
      <dgm:prSet presAssocID="{E255FD3F-F40B-49B5-A693-2356AA47E97A}" presName="Name25" presStyleLbl="parChTrans1D2" presStyleIdx="1" presStyleCnt="3"/>
      <dgm:spPr/>
    </dgm:pt>
    <dgm:pt modelId="{F43BA98C-256F-475F-830A-85DA0FC15ADD}" type="pres">
      <dgm:prSet presAssocID="{E255FD3F-F40B-49B5-A693-2356AA47E97A}" presName="connTx" presStyleLbl="parChTrans1D2" presStyleIdx="1" presStyleCnt="3"/>
      <dgm:spPr/>
    </dgm:pt>
    <dgm:pt modelId="{34967913-CCFD-4636-9F58-6483019D98C6}" type="pres">
      <dgm:prSet presAssocID="{73DD50D5-EB5A-4036-B48C-F908098CDFFC}" presName="Name30" presStyleCnt="0"/>
      <dgm:spPr/>
    </dgm:pt>
    <dgm:pt modelId="{50AA7A28-C753-4754-A735-C35FEE81E385}" type="pres">
      <dgm:prSet presAssocID="{73DD50D5-EB5A-4036-B48C-F908098CDFFC}" presName="level2Shape" presStyleLbl="node2" presStyleIdx="1" presStyleCnt="3"/>
      <dgm:spPr/>
    </dgm:pt>
    <dgm:pt modelId="{E364C0F6-3DD2-43D9-B2F0-E5BBF8C633A1}" type="pres">
      <dgm:prSet presAssocID="{73DD50D5-EB5A-4036-B48C-F908098CDFFC}" presName="hierChild3" presStyleCnt="0"/>
      <dgm:spPr/>
    </dgm:pt>
    <dgm:pt modelId="{F8ECF134-89B5-4741-A43C-CB1117843DB4}" type="pres">
      <dgm:prSet presAssocID="{C6BE5C1F-C45A-44BF-90D0-6AD5A051E2FB}" presName="Name25" presStyleLbl="parChTrans1D2" presStyleIdx="2" presStyleCnt="3"/>
      <dgm:spPr/>
    </dgm:pt>
    <dgm:pt modelId="{818A92FD-84E1-45AB-A8E4-5967A92E8541}" type="pres">
      <dgm:prSet presAssocID="{C6BE5C1F-C45A-44BF-90D0-6AD5A051E2FB}" presName="connTx" presStyleLbl="parChTrans1D2" presStyleIdx="2" presStyleCnt="3"/>
      <dgm:spPr/>
    </dgm:pt>
    <dgm:pt modelId="{0D216596-2452-4AC8-84F0-9712CAF9E21A}" type="pres">
      <dgm:prSet presAssocID="{11BDC071-A981-4DAA-904E-E174FE8E48B6}" presName="Name30" presStyleCnt="0"/>
      <dgm:spPr/>
    </dgm:pt>
    <dgm:pt modelId="{4B7ADBCC-1A87-45E8-81D7-37413822D160}" type="pres">
      <dgm:prSet presAssocID="{11BDC071-A981-4DAA-904E-E174FE8E48B6}" presName="level2Shape" presStyleLbl="node2" presStyleIdx="2" presStyleCnt="3"/>
      <dgm:spPr/>
    </dgm:pt>
    <dgm:pt modelId="{D03DA571-8418-4AC0-A7CF-8A13325B4058}" type="pres">
      <dgm:prSet presAssocID="{11BDC071-A981-4DAA-904E-E174FE8E48B6}" presName="hierChild3" presStyleCnt="0"/>
      <dgm:spPr/>
    </dgm:pt>
    <dgm:pt modelId="{E74C8327-69CD-4C54-94A5-2BF2D1400AF1}" type="pres">
      <dgm:prSet presAssocID="{C22C8DB8-4E40-48AD-8F7A-4743C6694E2F}" presName="Name25" presStyleLbl="parChTrans1D3" presStyleIdx="3" presStyleCnt="6"/>
      <dgm:spPr/>
    </dgm:pt>
    <dgm:pt modelId="{E30D1D2E-1F33-434E-85C5-2B970BBCAD65}" type="pres">
      <dgm:prSet presAssocID="{C22C8DB8-4E40-48AD-8F7A-4743C6694E2F}" presName="connTx" presStyleLbl="parChTrans1D3" presStyleIdx="3" presStyleCnt="6"/>
      <dgm:spPr/>
    </dgm:pt>
    <dgm:pt modelId="{3F866BD5-2818-451F-9640-14F3E80E41E8}" type="pres">
      <dgm:prSet presAssocID="{793BE488-D881-4972-A8F1-3987EED6326A}" presName="Name30" presStyleCnt="0"/>
      <dgm:spPr/>
    </dgm:pt>
    <dgm:pt modelId="{5031074F-7FF0-42AB-898D-4BB76958AB22}" type="pres">
      <dgm:prSet presAssocID="{793BE488-D881-4972-A8F1-3987EED6326A}" presName="level2Shape" presStyleLbl="node3" presStyleIdx="3" presStyleCnt="6"/>
      <dgm:spPr/>
    </dgm:pt>
    <dgm:pt modelId="{4C04498A-7FF5-4375-890C-309EA7686889}" type="pres">
      <dgm:prSet presAssocID="{793BE488-D881-4972-A8F1-3987EED6326A}" presName="hierChild3" presStyleCnt="0"/>
      <dgm:spPr/>
    </dgm:pt>
    <dgm:pt modelId="{D2A0F004-149B-4A15-8772-F8EB21E0F947}" type="pres">
      <dgm:prSet presAssocID="{B29E710E-369B-44B7-ABB0-5668F21C99D9}" presName="Name25" presStyleLbl="parChTrans1D4" presStyleIdx="2" presStyleCnt="4"/>
      <dgm:spPr/>
    </dgm:pt>
    <dgm:pt modelId="{3C1D50A9-B2D0-4A42-A5C1-CDC41168E425}" type="pres">
      <dgm:prSet presAssocID="{B29E710E-369B-44B7-ABB0-5668F21C99D9}" presName="connTx" presStyleLbl="parChTrans1D4" presStyleIdx="2" presStyleCnt="4"/>
      <dgm:spPr/>
    </dgm:pt>
    <dgm:pt modelId="{951D77A3-F1B2-4A2F-A1DB-CCA5C234D784}" type="pres">
      <dgm:prSet presAssocID="{1640D188-1C46-4672-832C-5AEC4CE74E8C}" presName="Name30" presStyleCnt="0"/>
      <dgm:spPr/>
    </dgm:pt>
    <dgm:pt modelId="{EEFDD2BD-3380-4212-8E5E-FFC4E779B110}" type="pres">
      <dgm:prSet presAssocID="{1640D188-1C46-4672-832C-5AEC4CE74E8C}" presName="level2Shape" presStyleLbl="node4" presStyleIdx="2" presStyleCnt="4"/>
      <dgm:spPr/>
    </dgm:pt>
    <dgm:pt modelId="{04607D51-3AAF-486B-BF14-039F325E79F3}" type="pres">
      <dgm:prSet presAssocID="{1640D188-1C46-4672-832C-5AEC4CE74E8C}" presName="hierChild3" presStyleCnt="0"/>
      <dgm:spPr/>
    </dgm:pt>
    <dgm:pt modelId="{69D50EF7-12D0-4D9B-AF19-7F0019244CA0}" type="pres">
      <dgm:prSet presAssocID="{9BD8068D-F228-407F-B549-7316F4B19A57}" presName="Name25" presStyleLbl="parChTrans1D3" presStyleIdx="4" presStyleCnt="6"/>
      <dgm:spPr/>
    </dgm:pt>
    <dgm:pt modelId="{1871BA54-73B9-4951-9AB7-C2B3158BFC10}" type="pres">
      <dgm:prSet presAssocID="{9BD8068D-F228-407F-B549-7316F4B19A57}" presName="connTx" presStyleLbl="parChTrans1D3" presStyleIdx="4" presStyleCnt="6"/>
      <dgm:spPr/>
    </dgm:pt>
    <dgm:pt modelId="{1C6A173F-598D-4ED6-9E59-EF754FD7A1D3}" type="pres">
      <dgm:prSet presAssocID="{629D2724-D038-4393-86EB-7647C906039E}" presName="Name30" presStyleCnt="0"/>
      <dgm:spPr/>
    </dgm:pt>
    <dgm:pt modelId="{1388CF50-9DB9-4E14-9F68-EDF7DA30A73B}" type="pres">
      <dgm:prSet presAssocID="{629D2724-D038-4393-86EB-7647C906039E}" presName="level2Shape" presStyleLbl="node3" presStyleIdx="4" presStyleCnt="6"/>
      <dgm:spPr/>
    </dgm:pt>
    <dgm:pt modelId="{38DC2653-3437-4E7F-AA32-C50F7B32105D}" type="pres">
      <dgm:prSet presAssocID="{629D2724-D038-4393-86EB-7647C906039E}" presName="hierChild3" presStyleCnt="0"/>
      <dgm:spPr/>
    </dgm:pt>
    <dgm:pt modelId="{0C89FCF3-DFE8-4EF7-87BF-B0D4F11EE157}" type="pres">
      <dgm:prSet presAssocID="{A590D111-4E22-47C9-833D-DF46DD2CF16A}" presName="Name25" presStyleLbl="parChTrans1D3" presStyleIdx="5" presStyleCnt="6"/>
      <dgm:spPr/>
    </dgm:pt>
    <dgm:pt modelId="{86F4E8C5-555A-4CE5-A428-BEC66715D904}" type="pres">
      <dgm:prSet presAssocID="{A590D111-4E22-47C9-833D-DF46DD2CF16A}" presName="connTx" presStyleLbl="parChTrans1D3" presStyleIdx="5" presStyleCnt="6"/>
      <dgm:spPr/>
    </dgm:pt>
    <dgm:pt modelId="{C2987869-B860-4F1C-B2FF-1AB79B0100E4}" type="pres">
      <dgm:prSet presAssocID="{B57AF78F-8D8A-42B6-9D4E-092E45EC0E09}" presName="Name30" presStyleCnt="0"/>
      <dgm:spPr/>
    </dgm:pt>
    <dgm:pt modelId="{39F8DE53-6F2C-4416-A530-E3CEE594E4BA}" type="pres">
      <dgm:prSet presAssocID="{B57AF78F-8D8A-42B6-9D4E-092E45EC0E09}" presName="level2Shape" presStyleLbl="node3" presStyleIdx="5" presStyleCnt="6"/>
      <dgm:spPr/>
    </dgm:pt>
    <dgm:pt modelId="{AFC4491E-AB80-49E7-BB6F-F107C4B63FF2}" type="pres">
      <dgm:prSet presAssocID="{B57AF78F-8D8A-42B6-9D4E-092E45EC0E09}" presName="hierChild3" presStyleCnt="0"/>
      <dgm:spPr/>
    </dgm:pt>
    <dgm:pt modelId="{172ACB96-7D1F-46E9-BF1E-09F4EC4AD96F}" type="pres">
      <dgm:prSet presAssocID="{D38570CD-F223-442F-AC9C-2CAD36682BCA}" presName="Name25" presStyleLbl="parChTrans1D4" presStyleIdx="3" presStyleCnt="4"/>
      <dgm:spPr/>
    </dgm:pt>
    <dgm:pt modelId="{8440E98F-7412-4E4D-A646-4C411CAA21FF}" type="pres">
      <dgm:prSet presAssocID="{D38570CD-F223-442F-AC9C-2CAD36682BCA}" presName="connTx" presStyleLbl="parChTrans1D4" presStyleIdx="3" presStyleCnt="4"/>
      <dgm:spPr/>
    </dgm:pt>
    <dgm:pt modelId="{76B15D6C-0F49-4946-A3E6-1315B5FB579F}" type="pres">
      <dgm:prSet presAssocID="{4F3D910A-0E45-4F0B-B178-C44CF1D38F9E}" presName="Name30" presStyleCnt="0"/>
      <dgm:spPr/>
    </dgm:pt>
    <dgm:pt modelId="{6540F4C4-C551-4C71-8266-7EC17BAE3A1F}" type="pres">
      <dgm:prSet presAssocID="{4F3D910A-0E45-4F0B-B178-C44CF1D38F9E}" presName="level2Shape" presStyleLbl="node4" presStyleIdx="3" presStyleCnt="4"/>
      <dgm:spPr/>
    </dgm:pt>
    <dgm:pt modelId="{FE732B70-9317-460D-A672-CE6C8110EDF5}" type="pres">
      <dgm:prSet presAssocID="{4F3D910A-0E45-4F0B-B178-C44CF1D38F9E}" presName="hierChild3" presStyleCnt="0"/>
      <dgm:spPr/>
    </dgm:pt>
    <dgm:pt modelId="{28D6D674-B5B4-4048-9290-DD1C631938ED}" type="pres">
      <dgm:prSet presAssocID="{A1755F19-3821-4852-87AA-16DBDB36203C}" presName="bgShapesFlow" presStyleCnt="0"/>
      <dgm:spPr/>
    </dgm:pt>
    <dgm:pt modelId="{FFD8DA64-1E64-47E3-B0C9-529D14AFEBFF}" type="pres">
      <dgm:prSet presAssocID="{E9215F2A-7EE8-4199-8C7C-C1CFBACF221B}" presName="rectComp" presStyleCnt="0"/>
      <dgm:spPr/>
    </dgm:pt>
    <dgm:pt modelId="{9C3F7A4F-A036-41E3-9D4E-B13CE87A2891}" type="pres">
      <dgm:prSet presAssocID="{E9215F2A-7EE8-4199-8C7C-C1CFBACF221B}" presName="bgRect" presStyleLbl="bgShp" presStyleIdx="0" presStyleCnt="3"/>
      <dgm:spPr/>
    </dgm:pt>
    <dgm:pt modelId="{CD341054-6A91-4FD2-9563-0A7B5CABF488}" type="pres">
      <dgm:prSet presAssocID="{E9215F2A-7EE8-4199-8C7C-C1CFBACF221B}" presName="bgRectTx" presStyleLbl="bgShp" presStyleIdx="0" presStyleCnt="3">
        <dgm:presLayoutVars>
          <dgm:bulletEnabled val="1"/>
        </dgm:presLayoutVars>
      </dgm:prSet>
      <dgm:spPr/>
    </dgm:pt>
    <dgm:pt modelId="{A461B3D7-3CAD-43F4-8786-50D462C82592}" type="pres">
      <dgm:prSet presAssocID="{E9215F2A-7EE8-4199-8C7C-C1CFBACF221B}" presName="spComp" presStyleCnt="0"/>
      <dgm:spPr/>
    </dgm:pt>
    <dgm:pt modelId="{5A045B7F-0CFE-4885-BBA9-762839C9316A}" type="pres">
      <dgm:prSet presAssocID="{E9215F2A-7EE8-4199-8C7C-C1CFBACF221B}" presName="hSp" presStyleCnt="0"/>
      <dgm:spPr/>
    </dgm:pt>
    <dgm:pt modelId="{1C90A302-DA96-4CF4-8A16-61D39A4B363C}" type="pres">
      <dgm:prSet presAssocID="{7895C7EF-7F82-48EC-99C4-A8DE4F3CAA9D}" presName="rectComp" presStyleCnt="0"/>
      <dgm:spPr/>
    </dgm:pt>
    <dgm:pt modelId="{7D984A81-82BB-478A-9CFA-3AA920FFFC7D}" type="pres">
      <dgm:prSet presAssocID="{7895C7EF-7F82-48EC-99C4-A8DE4F3CAA9D}" presName="bgRect" presStyleLbl="bgShp" presStyleIdx="1" presStyleCnt="3"/>
      <dgm:spPr/>
    </dgm:pt>
    <dgm:pt modelId="{FE6376C7-FF2B-43D0-86D5-F516AA24484D}" type="pres">
      <dgm:prSet presAssocID="{7895C7EF-7F82-48EC-99C4-A8DE4F3CAA9D}" presName="bgRectTx" presStyleLbl="bgShp" presStyleIdx="1" presStyleCnt="3">
        <dgm:presLayoutVars>
          <dgm:bulletEnabled val="1"/>
        </dgm:presLayoutVars>
      </dgm:prSet>
      <dgm:spPr/>
    </dgm:pt>
    <dgm:pt modelId="{18541040-A98B-41B1-8F5E-75D3CE646256}" type="pres">
      <dgm:prSet presAssocID="{7895C7EF-7F82-48EC-99C4-A8DE4F3CAA9D}" presName="spComp" presStyleCnt="0"/>
      <dgm:spPr/>
    </dgm:pt>
    <dgm:pt modelId="{19DC9222-ADA4-4423-BD68-C346E9AFF15D}" type="pres">
      <dgm:prSet presAssocID="{7895C7EF-7F82-48EC-99C4-A8DE4F3CAA9D}" presName="hSp" presStyleCnt="0"/>
      <dgm:spPr/>
    </dgm:pt>
    <dgm:pt modelId="{A4CEC229-5E9D-4256-B224-A260B8C02929}" type="pres">
      <dgm:prSet presAssocID="{D8C5F657-FC23-46C9-A715-9A0D35EB9F92}" presName="rectComp" presStyleCnt="0"/>
      <dgm:spPr/>
    </dgm:pt>
    <dgm:pt modelId="{5DF76C3F-7BFE-4680-99C3-9FA38EA52FC4}" type="pres">
      <dgm:prSet presAssocID="{D8C5F657-FC23-46C9-A715-9A0D35EB9F92}" presName="bgRect" presStyleLbl="bgShp" presStyleIdx="2" presStyleCnt="3" custLinFactNeighborY="-2190"/>
      <dgm:spPr/>
    </dgm:pt>
    <dgm:pt modelId="{E5372EA6-9937-4B9E-8E58-EEE05842909C}" type="pres">
      <dgm:prSet presAssocID="{D8C5F657-FC23-46C9-A715-9A0D35EB9F92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9F530102-E807-4804-BF11-29DAD04A9E53}" srcId="{EDA3C97A-32A5-4F90-8AE1-0CF89207A230}" destId="{3AE25E8B-3F7C-47D1-8082-8EEB77094291}" srcOrd="0" destOrd="0" parTransId="{7505A567-13C5-49AF-B773-B8AA1DEF5025}" sibTransId="{774D3935-4E0D-414D-B344-74CCAC6AC48E}"/>
    <dgm:cxn modelId="{A0390B07-76FD-4425-BAD9-967C7375AC5F}" type="presOf" srcId="{73DD50D5-EB5A-4036-B48C-F908098CDFFC}" destId="{50AA7A28-C753-4754-A735-C35FEE81E385}" srcOrd="0" destOrd="0" presId="urn:microsoft.com/office/officeart/2005/8/layout/hierarchy5"/>
    <dgm:cxn modelId="{F19ED808-3EB4-47FA-AD3A-FA8A7686880E}" type="presOf" srcId="{C22C8DB8-4E40-48AD-8F7A-4743C6694E2F}" destId="{E74C8327-69CD-4C54-94A5-2BF2D1400AF1}" srcOrd="0" destOrd="0" presId="urn:microsoft.com/office/officeart/2005/8/layout/hierarchy5"/>
    <dgm:cxn modelId="{6D238B09-D9BE-4AE0-B731-3B1593010F06}" type="presOf" srcId="{1640D188-1C46-4672-832C-5AEC4CE74E8C}" destId="{EEFDD2BD-3380-4212-8E5E-FFC4E779B110}" srcOrd="0" destOrd="0" presId="urn:microsoft.com/office/officeart/2005/8/layout/hierarchy5"/>
    <dgm:cxn modelId="{6D71280C-6648-45C1-A91D-0BB8409EB332}" type="presOf" srcId="{629D2724-D038-4393-86EB-7647C906039E}" destId="{1388CF50-9DB9-4E14-9F68-EDF7DA30A73B}" srcOrd="0" destOrd="0" presId="urn:microsoft.com/office/officeart/2005/8/layout/hierarchy5"/>
    <dgm:cxn modelId="{A99F410C-4594-4E3C-8418-2AAF46BF856C}" type="presOf" srcId="{09CD7C11-1BA7-4346-AACD-E7E0806888CC}" destId="{B62E66F5-DE75-4C9B-8A28-40D6DCE6FDB2}" srcOrd="1" destOrd="0" presId="urn:microsoft.com/office/officeart/2005/8/layout/hierarchy5"/>
    <dgm:cxn modelId="{4908220D-FF37-4E7D-B70F-9E891F22E730}" type="presOf" srcId="{A1755F19-3821-4852-87AA-16DBDB36203C}" destId="{92369812-BB0A-49CC-834D-EFCE676D068F}" srcOrd="0" destOrd="0" presId="urn:microsoft.com/office/officeart/2005/8/layout/hierarchy5"/>
    <dgm:cxn modelId="{ABAFF00F-6EE6-4F5E-A4D1-F9EDD6C73A87}" type="presOf" srcId="{D8C5F657-FC23-46C9-A715-9A0D35EB9F92}" destId="{E5372EA6-9937-4B9E-8E58-EEE05842909C}" srcOrd="1" destOrd="0" presId="urn:microsoft.com/office/officeart/2005/8/layout/hierarchy5"/>
    <dgm:cxn modelId="{2399D811-426F-4877-A7F6-9363600E0BA6}" srcId="{A1755F19-3821-4852-87AA-16DBDB36203C}" destId="{E9215F2A-7EE8-4199-8C7C-C1CFBACF221B}" srcOrd="1" destOrd="0" parTransId="{6AD8B53E-639D-430C-AE78-E65F21A1AFAD}" sibTransId="{46E50B0D-9472-4D55-96EA-41D25CA7EA36}"/>
    <dgm:cxn modelId="{1B436312-C0DD-47DC-A6B7-A52879877F3D}" type="presOf" srcId="{E255FD3F-F40B-49B5-A693-2356AA47E97A}" destId="{F43BA98C-256F-475F-830A-85DA0FC15ADD}" srcOrd="1" destOrd="0" presId="urn:microsoft.com/office/officeart/2005/8/layout/hierarchy5"/>
    <dgm:cxn modelId="{B34D4E21-7751-45D7-9862-414D298C4E25}" type="presOf" srcId="{7505A567-13C5-49AF-B773-B8AA1DEF5025}" destId="{524A342F-B665-4737-A913-2431C8536E1E}" srcOrd="1" destOrd="0" presId="urn:microsoft.com/office/officeart/2005/8/layout/hierarchy5"/>
    <dgm:cxn modelId="{D6EB7625-49BE-498E-AD3D-E68EE130C739}" type="presOf" srcId="{85F50567-7475-43C1-A5C6-CF4361910FFB}" destId="{F22F18F1-EB72-4194-906F-368E0CDC2380}" srcOrd="0" destOrd="0" presId="urn:microsoft.com/office/officeart/2005/8/layout/hierarchy5"/>
    <dgm:cxn modelId="{30ED022C-E22C-4DB7-BFB2-BDAAB26409D5}" type="presOf" srcId="{4F3D910A-0E45-4F0B-B178-C44CF1D38F9E}" destId="{6540F4C4-C551-4C71-8266-7EC17BAE3A1F}" srcOrd="0" destOrd="0" presId="urn:microsoft.com/office/officeart/2005/8/layout/hierarchy5"/>
    <dgm:cxn modelId="{2F4F942D-52A8-45E6-8B51-5864F55FBB8F}" type="presOf" srcId="{7895C7EF-7F82-48EC-99C4-A8DE4F3CAA9D}" destId="{7D984A81-82BB-478A-9CFA-3AA920FFFC7D}" srcOrd="0" destOrd="0" presId="urn:microsoft.com/office/officeart/2005/8/layout/hierarchy5"/>
    <dgm:cxn modelId="{1BB23730-EE3F-4AAF-BC2E-51D965F038B9}" srcId="{11BDC071-A981-4DAA-904E-E174FE8E48B6}" destId="{793BE488-D881-4972-A8F1-3987EED6326A}" srcOrd="0" destOrd="0" parTransId="{C22C8DB8-4E40-48AD-8F7A-4743C6694E2F}" sibTransId="{58F4C3E6-6E7B-4FCB-A655-CA90B1C0A97A}"/>
    <dgm:cxn modelId="{DC923B33-50E4-4631-BE93-5EA512E03F89}" type="presOf" srcId="{EDA3C97A-32A5-4F90-8AE1-0CF89207A230}" destId="{F7A1EDBD-5750-450C-AB0F-21D90A929DB6}" srcOrd="0" destOrd="0" presId="urn:microsoft.com/office/officeart/2005/8/layout/hierarchy5"/>
    <dgm:cxn modelId="{AE41083A-FF1C-4CE8-9CF7-0C54EFCE299A}" type="presOf" srcId="{85F50567-7475-43C1-A5C6-CF4361910FFB}" destId="{94972CF6-7D0E-4FA4-B374-F33701DB4958}" srcOrd="1" destOrd="0" presId="urn:microsoft.com/office/officeart/2005/8/layout/hierarchy5"/>
    <dgm:cxn modelId="{EC2E453B-58FE-408B-BC6B-B1527D9293C8}" srcId="{A1755F19-3821-4852-87AA-16DBDB36203C}" destId="{7895C7EF-7F82-48EC-99C4-A8DE4F3CAA9D}" srcOrd="2" destOrd="0" parTransId="{0C52AE34-A291-4978-9096-B0811A4FEBB3}" sibTransId="{597E6CF3-FF16-4E5D-9C3B-5534B3126BA4}"/>
    <dgm:cxn modelId="{BBA2305B-4A85-459C-A253-F41BF55189D6}" type="presOf" srcId="{B57AF78F-8D8A-42B6-9D4E-092E45EC0E09}" destId="{39F8DE53-6F2C-4416-A530-E3CEE594E4BA}" srcOrd="0" destOrd="0" presId="urn:microsoft.com/office/officeart/2005/8/layout/hierarchy5"/>
    <dgm:cxn modelId="{AA59225C-104D-40D4-BEE5-CA05C92945C1}" srcId="{11BDC071-A981-4DAA-904E-E174FE8E48B6}" destId="{629D2724-D038-4393-86EB-7647C906039E}" srcOrd="1" destOrd="0" parTransId="{9BD8068D-F228-407F-B549-7316F4B19A57}" sibTransId="{28A17230-1382-4D25-A395-0D4DEF74B066}"/>
    <dgm:cxn modelId="{86987A42-D175-40BE-9F93-1259B1241F72}" type="presOf" srcId="{BBD5068D-064B-4FF4-9AFC-1D4E9F2A2371}" destId="{4D70146E-ACC5-4DEA-8D69-F5C381DFA924}" srcOrd="1" destOrd="0" presId="urn:microsoft.com/office/officeart/2005/8/layout/hierarchy5"/>
    <dgm:cxn modelId="{7BF14D43-773D-41BA-9925-6C71DBF44DDA}" type="presOf" srcId="{164394A2-649A-4B79-9A8C-80476E4EC79B}" destId="{62C1CBCB-A3F6-49D5-BA28-51D1861047A0}" srcOrd="0" destOrd="0" presId="urn:microsoft.com/office/officeart/2005/8/layout/hierarchy5"/>
    <dgm:cxn modelId="{EF1BE743-4FF3-4726-8FF4-9C5267387D96}" type="presOf" srcId="{A590D111-4E22-47C9-833D-DF46DD2CF16A}" destId="{0C89FCF3-DFE8-4EF7-87BF-B0D4F11EE157}" srcOrd="0" destOrd="0" presId="urn:microsoft.com/office/officeart/2005/8/layout/hierarchy5"/>
    <dgm:cxn modelId="{C9C2F063-3B13-499B-85D6-C5B9E1099AC5}" type="presOf" srcId="{09CD7C11-1BA7-4346-AACD-E7E0806888CC}" destId="{290851C4-379D-4B82-8969-191948815907}" srcOrd="0" destOrd="0" presId="urn:microsoft.com/office/officeart/2005/8/layout/hierarchy5"/>
    <dgm:cxn modelId="{12BD0866-5F63-4977-9D60-C12D69613905}" type="presOf" srcId="{D38570CD-F223-442F-AC9C-2CAD36682BCA}" destId="{172ACB96-7D1F-46E9-BF1E-09F4EC4AD96F}" srcOrd="0" destOrd="0" presId="urn:microsoft.com/office/officeart/2005/8/layout/hierarchy5"/>
    <dgm:cxn modelId="{0D82F369-3BC7-43FE-97E9-BC2FD3FA14AF}" srcId="{B57AF78F-8D8A-42B6-9D4E-092E45EC0E09}" destId="{4F3D910A-0E45-4F0B-B178-C44CF1D38F9E}" srcOrd="0" destOrd="0" parTransId="{D38570CD-F223-442F-AC9C-2CAD36682BCA}" sibTransId="{E66C28CA-1898-425D-9D3B-46750E08375A}"/>
    <dgm:cxn modelId="{09D9206C-5B49-4E9A-B1A7-695F32ED4DEE}" type="presOf" srcId="{D38570CD-F223-442F-AC9C-2CAD36682BCA}" destId="{8440E98F-7412-4E4D-A646-4C411CAA21FF}" srcOrd="1" destOrd="0" presId="urn:microsoft.com/office/officeart/2005/8/layout/hierarchy5"/>
    <dgm:cxn modelId="{2D1A466D-A619-4136-AE52-91527679D217}" srcId="{793BE488-D881-4972-A8F1-3987EED6326A}" destId="{1640D188-1C46-4672-832C-5AEC4CE74E8C}" srcOrd="0" destOrd="0" parTransId="{B29E710E-369B-44B7-ABB0-5668F21C99D9}" sibTransId="{F8C22FEE-00BA-4BE2-887C-2E3699539E5A}"/>
    <dgm:cxn modelId="{CBEAA76E-5941-4472-BBC5-FFBB69908C05}" type="presOf" srcId="{9BD8068D-F228-407F-B549-7316F4B19A57}" destId="{69D50EF7-12D0-4D9B-AF19-7F0019244CA0}" srcOrd="0" destOrd="0" presId="urn:microsoft.com/office/officeart/2005/8/layout/hierarchy5"/>
    <dgm:cxn modelId="{DE04BA70-89C9-43ED-A2FD-63F6C39110A3}" type="presOf" srcId="{D8C5F657-FC23-46C9-A715-9A0D35EB9F92}" destId="{5DF76C3F-7BFE-4680-99C3-9FA38EA52FC4}" srcOrd="0" destOrd="0" presId="urn:microsoft.com/office/officeart/2005/8/layout/hierarchy5"/>
    <dgm:cxn modelId="{E2DD9B71-608A-4BEC-8EBA-7A8FD0343E93}" srcId="{CABF6640-6178-45F7-B053-B90F79233691}" destId="{EDA3C97A-32A5-4F90-8AE1-0CF89207A230}" srcOrd="0" destOrd="0" parTransId="{BBD5068D-064B-4FF4-9AFC-1D4E9F2A2371}" sibTransId="{5E9A2F3C-3513-4AE3-9F67-F2105EBE1A1B}"/>
    <dgm:cxn modelId="{0E81A071-5F9E-41B0-91BB-57D026B5E60B}" srcId="{EFC51A7B-E050-4A62-A7BD-8615FC4D1CF6}" destId="{BF82183D-D514-4337-A3C6-A807A69C5527}" srcOrd="0" destOrd="0" parTransId="{85F50567-7475-43C1-A5C6-CF4361910FFB}" sibTransId="{D4FA350E-7ABA-4350-8740-F726A4E1823E}"/>
    <dgm:cxn modelId="{F18E9272-005B-4C9F-8A93-3C13904AF44B}" type="presOf" srcId="{BF82183D-D514-4337-A3C6-A807A69C5527}" destId="{D4EE63FD-3F29-4249-81FB-38F7DC54B7EC}" srcOrd="0" destOrd="0" presId="urn:microsoft.com/office/officeart/2005/8/layout/hierarchy5"/>
    <dgm:cxn modelId="{DEB73157-78FF-403C-9A3A-8A50C1680648}" type="presOf" srcId="{E9215F2A-7EE8-4199-8C7C-C1CFBACF221B}" destId="{9C3F7A4F-A036-41E3-9D4E-B13CE87A2891}" srcOrd="0" destOrd="0" presId="urn:microsoft.com/office/officeart/2005/8/layout/hierarchy5"/>
    <dgm:cxn modelId="{624FCF58-8CBC-4BA5-A68C-ABBD1C2F4CF1}" srcId="{CABF6640-6178-45F7-B053-B90F79233691}" destId="{11BDC071-A981-4DAA-904E-E174FE8E48B6}" srcOrd="2" destOrd="0" parTransId="{C6BE5C1F-C45A-44BF-90D0-6AD5A051E2FB}" sibTransId="{F6CB9BEF-B39C-45AF-9F7B-729C68E2DD2F}"/>
    <dgm:cxn modelId="{9F221481-9D28-4640-948F-316FA6EEBDA0}" type="presOf" srcId="{EFC51A7B-E050-4A62-A7BD-8615FC4D1CF6}" destId="{AC1B4310-7B1D-4075-8623-993A8D16AF8F}" srcOrd="0" destOrd="0" presId="urn:microsoft.com/office/officeart/2005/8/layout/hierarchy5"/>
    <dgm:cxn modelId="{F8ADA384-A9CC-4BBD-9677-5BB0CFED41A5}" type="presOf" srcId="{CABF6640-6178-45F7-B053-B90F79233691}" destId="{92D6D36A-BE3A-4FFC-B02D-180BBFB4B25C}" srcOrd="0" destOrd="0" presId="urn:microsoft.com/office/officeart/2005/8/layout/hierarchy5"/>
    <dgm:cxn modelId="{98D4748A-9F9B-456A-9973-9F05384335BE}" type="presOf" srcId="{C22C8DB8-4E40-48AD-8F7A-4743C6694E2F}" destId="{E30D1D2E-1F33-434E-85C5-2B970BBCAD65}" srcOrd="1" destOrd="0" presId="urn:microsoft.com/office/officeart/2005/8/layout/hierarchy5"/>
    <dgm:cxn modelId="{62B3DA8C-F603-4EA2-81D1-6C61C15AEBD4}" type="presOf" srcId="{E255FD3F-F40B-49B5-A693-2356AA47E97A}" destId="{D5316049-2381-47FD-81ED-8F2E0DCB3378}" srcOrd="0" destOrd="0" presId="urn:microsoft.com/office/officeart/2005/8/layout/hierarchy5"/>
    <dgm:cxn modelId="{01F9DC90-B5E7-4A5E-BDDE-02493C9BA49B}" type="presOf" srcId="{7505A567-13C5-49AF-B773-B8AA1DEF5025}" destId="{9970D992-A77C-4A43-B584-AB4BF504F4CA}" srcOrd="0" destOrd="0" presId="urn:microsoft.com/office/officeart/2005/8/layout/hierarchy5"/>
    <dgm:cxn modelId="{E25AC491-D2E6-4E2F-9C4C-E65E442B748E}" srcId="{A1755F19-3821-4852-87AA-16DBDB36203C}" destId="{CABF6640-6178-45F7-B053-B90F79233691}" srcOrd="0" destOrd="0" parTransId="{3ADE9B4F-4D30-4D20-B1D8-921F95DAD430}" sibTransId="{475BBBDF-4710-4AB6-9CD1-9B1487B8875A}"/>
    <dgm:cxn modelId="{D3DCBC9E-648B-4683-BD01-D23B8D43B9BE}" type="presOf" srcId="{A590D111-4E22-47C9-833D-DF46DD2CF16A}" destId="{86F4E8C5-555A-4CE5-A428-BEC66715D904}" srcOrd="1" destOrd="0" presId="urn:microsoft.com/office/officeart/2005/8/layout/hierarchy5"/>
    <dgm:cxn modelId="{A7E3FEB0-DAC1-4A61-AACC-21BB0175F084}" type="presOf" srcId="{BDFA7EB4-695A-4DE2-B652-41A5BDC1343E}" destId="{6D6C6926-15A4-4A58-9A4E-FC67883CBA2D}" srcOrd="0" destOrd="0" presId="urn:microsoft.com/office/officeart/2005/8/layout/hierarchy5"/>
    <dgm:cxn modelId="{1751B1B1-22C3-49E1-9396-7C4B26884B4D}" type="presOf" srcId="{EEE3DD05-A9A1-460D-9E2C-73D7C65FC0D0}" destId="{84AA73B2-B39F-4B5B-8FDB-B72C087765A7}" srcOrd="0" destOrd="0" presId="urn:microsoft.com/office/officeart/2005/8/layout/hierarchy5"/>
    <dgm:cxn modelId="{70C608B6-1FB3-475E-942E-0EBC1034D844}" type="presOf" srcId="{B29E710E-369B-44B7-ABB0-5668F21C99D9}" destId="{3C1D50A9-B2D0-4A42-A5C1-CDC41168E425}" srcOrd="1" destOrd="0" presId="urn:microsoft.com/office/officeart/2005/8/layout/hierarchy5"/>
    <dgm:cxn modelId="{73D46BB7-8023-4773-8D31-8519E6D71604}" type="presOf" srcId="{793BE488-D881-4972-A8F1-3987EED6326A}" destId="{5031074F-7FF0-42AB-898D-4BB76958AB22}" srcOrd="0" destOrd="0" presId="urn:microsoft.com/office/officeart/2005/8/layout/hierarchy5"/>
    <dgm:cxn modelId="{05D3DBBE-1F61-4BC0-B4D5-7B0DC7D35F2D}" type="presOf" srcId="{A883E8F1-1BB0-49F7-92AB-61A351692CF8}" destId="{336F3928-0960-41B0-BCD3-FD5B9642FDB1}" srcOrd="0" destOrd="0" presId="urn:microsoft.com/office/officeart/2005/8/layout/hierarchy5"/>
    <dgm:cxn modelId="{508921C2-15A3-415A-B91B-485D9EF8529F}" srcId="{EDA3C97A-32A5-4F90-8AE1-0CF89207A230}" destId="{EEE3DD05-A9A1-460D-9E2C-73D7C65FC0D0}" srcOrd="1" destOrd="0" parTransId="{09CD7C11-1BA7-4346-AACD-E7E0806888CC}" sibTransId="{D994B4DA-CDDB-4E18-B0F1-B7ED00042D57}"/>
    <dgm:cxn modelId="{1761F8C2-0250-45AB-A0AE-C6CCAC5A0332}" type="presOf" srcId="{3AE25E8B-3F7C-47D1-8082-8EEB77094291}" destId="{65CD82AC-8597-4605-BBCC-69C5191862F1}" srcOrd="0" destOrd="0" presId="urn:microsoft.com/office/officeart/2005/8/layout/hierarchy5"/>
    <dgm:cxn modelId="{608553CA-0495-47A6-A3BD-5F4EA91F6578}" type="presOf" srcId="{C6BE5C1F-C45A-44BF-90D0-6AD5A051E2FB}" destId="{F8ECF134-89B5-4741-A43C-CB1117843DB4}" srcOrd="0" destOrd="0" presId="urn:microsoft.com/office/officeart/2005/8/layout/hierarchy5"/>
    <dgm:cxn modelId="{FDC2E7CA-248A-4975-8309-358BA128EF08}" srcId="{11BDC071-A981-4DAA-904E-E174FE8E48B6}" destId="{B57AF78F-8D8A-42B6-9D4E-092E45EC0E09}" srcOrd="2" destOrd="0" parTransId="{A590D111-4E22-47C9-833D-DF46DD2CF16A}" sibTransId="{A7F5244D-F9B0-4069-905D-BBCDA2D258B1}"/>
    <dgm:cxn modelId="{E20F8BCE-5745-4F65-AAE7-F4DAD21BA5DA}" type="presOf" srcId="{164394A2-649A-4B79-9A8C-80476E4EC79B}" destId="{0D948313-308B-4A74-89DA-382B2053A322}" srcOrd="1" destOrd="0" presId="urn:microsoft.com/office/officeart/2005/8/layout/hierarchy5"/>
    <dgm:cxn modelId="{51DC6BD0-0DAC-480E-9DCA-7340CDB2D824}" type="presOf" srcId="{BBD5068D-064B-4FF4-9AFC-1D4E9F2A2371}" destId="{9D32BE6C-11BA-4F47-A71A-7D0E95F8997C}" srcOrd="0" destOrd="0" presId="urn:microsoft.com/office/officeart/2005/8/layout/hierarchy5"/>
    <dgm:cxn modelId="{F77B96D4-A50A-4441-809F-9830A6A7FB3E}" type="presOf" srcId="{C6BE5C1F-C45A-44BF-90D0-6AD5A051E2FB}" destId="{818A92FD-84E1-45AB-A8E4-5967A92E8541}" srcOrd="1" destOrd="0" presId="urn:microsoft.com/office/officeart/2005/8/layout/hierarchy5"/>
    <dgm:cxn modelId="{BFB5ACD7-4373-4D73-9364-ACA7BC7522A3}" type="presOf" srcId="{9BD8068D-F228-407F-B549-7316F4B19A57}" destId="{1871BA54-73B9-4951-9AB7-C2B3158BFC10}" srcOrd="1" destOrd="0" presId="urn:microsoft.com/office/officeart/2005/8/layout/hierarchy5"/>
    <dgm:cxn modelId="{AF1F72DD-B22B-46E6-8F1E-9327711C3EFF}" srcId="{CABF6640-6178-45F7-B053-B90F79233691}" destId="{73DD50D5-EB5A-4036-B48C-F908098CDFFC}" srcOrd="1" destOrd="0" parTransId="{E255FD3F-F40B-49B5-A693-2356AA47E97A}" sibTransId="{8B075827-D0C9-4411-A8BB-A8E901954315}"/>
    <dgm:cxn modelId="{7C63EFDE-CCA7-4CC9-85DB-A3B6951CF0E2}" srcId="{A1755F19-3821-4852-87AA-16DBDB36203C}" destId="{D8C5F657-FC23-46C9-A715-9A0D35EB9F92}" srcOrd="3" destOrd="0" parTransId="{0EC38FE4-5A59-4BB8-9FBE-47A280D63B1F}" sibTransId="{FCFDB902-A74B-4E25-A152-4A2180D54667}"/>
    <dgm:cxn modelId="{EA311AE5-CC3C-46CE-8B2B-BC999585ADFF}" type="presOf" srcId="{11BDC071-A981-4DAA-904E-E174FE8E48B6}" destId="{4B7ADBCC-1A87-45E8-81D7-37413822D160}" srcOrd="0" destOrd="0" presId="urn:microsoft.com/office/officeart/2005/8/layout/hierarchy5"/>
    <dgm:cxn modelId="{B515C2E9-4951-4B72-96AF-598EC3519163}" type="presOf" srcId="{B29E710E-369B-44B7-ABB0-5668F21C99D9}" destId="{D2A0F004-149B-4A15-8772-F8EB21E0F947}" srcOrd="0" destOrd="0" presId="urn:microsoft.com/office/officeart/2005/8/layout/hierarchy5"/>
    <dgm:cxn modelId="{495DE2EC-4797-4708-A217-09904E036A0E}" srcId="{3AE25E8B-3F7C-47D1-8082-8EEB77094291}" destId="{BDFA7EB4-695A-4DE2-B652-41A5BDC1343E}" srcOrd="0" destOrd="0" parTransId="{164394A2-649A-4B79-9A8C-80476E4EC79B}" sibTransId="{431D90B5-3895-4475-9191-4C9CE16CBAC8}"/>
    <dgm:cxn modelId="{4E0E29ED-D763-4436-B1D5-A6B5D72ADA03}" type="presOf" srcId="{A883E8F1-1BB0-49F7-92AB-61A351692CF8}" destId="{B5D5A526-623E-41AC-B3CE-F5EE879A2F59}" srcOrd="1" destOrd="0" presId="urn:microsoft.com/office/officeart/2005/8/layout/hierarchy5"/>
    <dgm:cxn modelId="{6518D8F0-A795-4C16-A02B-9625C9B89565}" type="presOf" srcId="{E9215F2A-7EE8-4199-8C7C-C1CFBACF221B}" destId="{CD341054-6A91-4FD2-9563-0A7B5CABF488}" srcOrd="1" destOrd="0" presId="urn:microsoft.com/office/officeart/2005/8/layout/hierarchy5"/>
    <dgm:cxn modelId="{11983FF7-2D29-444F-B3A5-77F714471128}" srcId="{EDA3C97A-32A5-4F90-8AE1-0CF89207A230}" destId="{EFC51A7B-E050-4A62-A7BD-8615FC4D1CF6}" srcOrd="2" destOrd="0" parTransId="{A883E8F1-1BB0-49F7-92AB-61A351692CF8}" sibTransId="{58450D8C-0109-4451-AC37-EA6B046EC3E3}"/>
    <dgm:cxn modelId="{24836AFB-7394-4694-AC1C-E516BF1CB882}" type="presOf" srcId="{7895C7EF-7F82-48EC-99C4-A8DE4F3CAA9D}" destId="{FE6376C7-FF2B-43D0-86D5-F516AA24484D}" srcOrd="1" destOrd="0" presId="urn:microsoft.com/office/officeart/2005/8/layout/hierarchy5"/>
    <dgm:cxn modelId="{B90A88C5-40F1-4DCE-A652-F6321F8884E1}" type="presParOf" srcId="{92369812-BB0A-49CC-834D-EFCE676D068F}" destId="{D2289E86-33B4-44A9-BF90-B3C4C1B45750}" srcOrd="0" destOrd="0" presId="urn:microsoft.com/office/officeart/2005/8/layout/hierarchy5"/>
    <dgm:cxn modelId="{3B742E7B-3DE7-434B-B002-77CA0CC0B4F3}" type="presParOf" srcId="{D2289E86-33B4-44A9-BF90-B3C4C1B45750}" destId="{7745807B-6318-49D8-A2F8-2DBB9DA43B54}" srcOrd="0" destOrd="0" presId="urn:microsoft.com/office/officeart/2005/8/layout/hierarchy5"/>
    <dgm:cxn modelId="{0D21A3F6-3C39-4F35-B520-F4808FA8DD51}" type="presParOf" srcId="{D2289E86-33B4-44A9-BF90-B3C4C1B45750}" destId="{655B9E8B-8850-4D09-955D-0700AF4012B8}" srcOrd="1" destOrd="0" presId="urn:microsoft.com/office/officeart/2005/8/layout/hierarchy5"/>
    <dgm:cxn modelId="{FF2ABF2E-2CF0-4F6B-A9FF-712BD561B1FF}" type="presParOf" srcId="{655B9E8B-8850-4D09-955D-0700AF4012B8}" destId="{C1218E17-DF8A-4B24-A029-A778D48E5FC6}" srcOrd="0" destOrd="0" presId="urn:microsoft.com/office/officeart/2005/8/layout/hierarchy5"/>
    <dgm:cxn modelId="{3E40A36F-2C94-43AE-86F6-59A2A6763070}" type="presParOf" srcId="{C1218E17-DF8A-4B24-A029-A778D48E5FC6}" destId="{92D6D36A-BE3A-4FFC-B02D-180BBFB4B25C}" srcOrd="0" destOrd="0" presId="urn:microsoft.com/office/officeart/2005/8/layout/hierarchy5"/>
    <dgm:cxn modelId="{A730F010-41AC-429B-9C0F-AF69EF4F24FE}" type="presParOf" srcId="{C1218E17-DF8A-4B24-A029-A778D48E5FC6}" destId="{7F7289B2-17F3-458E-B710-B0A9FD4126CC}" srcOrd="1" destOrd="0" presId="urn:microsoft.com/office/officeart/2005/8/layout/hierarchy5"/>
    <dgm:cxn modelId="{F5740B6A-B986-4AAE-AA71-3571A329D950}" type="presParOf" srcId="{7F7289B2-17F3-458E-B710-B0A9FD4126CC}" destId="{9D32BE6C-11BA-4F47-A71A-7D0E95F8997C}" srcOrd="0" destOrd="0" presId="urn:microsoft.com/office/officeart/2005/8/layout/hierarchy5"/>
    <dgm:cxn modelId="{FFB874CC-8DB0-4395-917D-2B165AE60284}" type="presParOf" srcId="{9D32BE6C-11BA-4F47-A71A-7D0E95F8997C}" destId="{4D70146E-ACC5-4DEA-8D69-F5C381DFA924}" srcOrd="0" destOrd="0" presId="urn:microsoft.com/office/officeart/2005/8/layout/hierarchy5"/>
    <dgm:cxn modelId="{AC24F1E1-E41A-43FA-BB2C-4695306D48C4}" type="presParOf" srcId="{7F7289B2-17F3-458E-B710-B0A9FD4126CC}" destId="{5B65BC2F-6D1A-4E90-92D4-4639F62F4530}" srcOrd="1" destOrd="0" presId="urn:microsoft.com/office/officeart/2005/8/layout/hierarchy5"/>
    <dgm:cxn modelId="{E5CFB8B4-5428-4469-BAAD-35B29CCE5C02}" type="presParOf" srcId="{5B65BC2F-6D1A-4E90-92D4-4639F62F4530}" destId="{F7A1EDBD-5750-450C-AB0F-21D90A929DB6}" srcOrd="0" destOrd="0" presId="urn:microsoft.com/office/officeart/2005/8/layout/hierarchy5"/>
    <dgm:cxn modelId="{5825B545-51E0-444C-A1FA-DA800332A51F}" type="presParOf" srcId="{5B65BC2F-6D1A-4E90-92D4-4639F62F4530}" destId="{8D160E45-F51F-4385-B341-FACA551D1B57}" srcOrd="1" destOrd="0" presId="urn:microsoft.com/office/officeart/2005/8/layout/hierarchy5"/>
    <dgm:cxn modelId="{F6E0068D-BAB4-4812-AE62-C6F6BC7EF3DD}" type="presParOf" srcId="{8D160E45-F51F-4385-B341-FACA551D1B57}" destId="{9970D992-A77C-4A43-B584-AB4BF504F4CA}" srcOrd="0" destOrd="0" presId="urn:microsoft.com/office/officeart/2005/8/layout/hierarchy5"/>
    <dgm:cxn modelId="{14DC4ED9-84A5-4D38-BF4E-8292F97C8C32}" type="presParOf" srcId="{9970D992-A77C-4A43-B584-AB4BF504F4CA}" destId="{524A342F-B665-4737-A913-2431C8536E1E}" srcOrd="0" destOrd="0" presId="urn:microsoft.com/office/officeart/2005/8/layout/hierarchy5"/>
    <dgm:cxn modelId="{FB0E1CCB-916D-4DCE-91BD-DE8705FC5B3D}" type="presParOf" srcId="{8D160E45-F51F-4385-B341-FACA551D1B57}" destId="{C4D22396-266E-4CA7-9615-6810A39B7E1C}" srcOrd="1" destOrd="0" presId="urn:microsoft.com/office/officeart/2005/8/layout/hierarchy5"/>
    <dgm:cxn modelId="{4D1342C6-C5E4-4F78-8313-1B1313A5B6F5}" type="presParOf" srcId="{C4D22396-266E-4CA7-9615-6810A39B7E1C}" destId="{65CD82AC-8597-4605-BBCC-69C5191862F1}" srcOrd="0" destOrd="0" presId="urn:microsoft.com/office/officeart/2005/8/layout/hierarchy5"/>
    <dgm:cxn modelId="{E2F78B81-21E2-42F8-A740-207F9B1A13DB}" type="presParOf" srcId="{C4D22396-266E-4CA7-9615-6810A39B7E1C}" destId="{DA07774B-9D9B-40CA-ACD2-DB2807AB3CAD}" srcOrd="1" destOrd="0" presId="urn:microsoft.com/office/officeart/2005/8/layout/hierarchy5"/>
    <dgm:cxn modelId="{00AFC734-BA2D-4BCA-AE7B-ACB08B6F5FA3}" type="presParOf" srcId="{DA07774B-9D9B-40CA-ACD2-DB2807AB3CAD}" destId="{62C1CBCB-A3F6-49D5-BA28-51D1861047A0}" srcOrd="0" destOrd="0" presId="urn:microsoft.com/office/officeart/2005/8/layout/hierarchy5"/>
    <dgm:cxn modelId="{A8E93D57-48BD-4FC5-A7E7-1905CAF74432}" type="presParOf" srcId="{62C1CBCB-A3F6-49D5-BA28-51D1861047A0}" destId="{0D948313-308B-4A74-89DA-382B2053A322}" srcOrd="0" destOrd="0" presId="urn:microsoft.com/office/officeart/2005/8/layout/hierarchy5"/>
    <dgm:cxn modelId="{6D64DA83-58EA-40A1-9F25-05493E409DDF}" type="presParOf" srcId="{DA07774B-9D9B-40CA-ACD2-DB2807AB3CAD}" destId="{B35A2046-BBA3-4364-8FF8-E8219D976302}" srcOrd="1" destOrd="0" presId="urn:microsoft.com/office/officeart/2005/8/layout/hierarchy5"/>
    <dgm:cxn modelId="{D38688E4-E302-4161-926D-84EA0F061002}" type="presParOf" srcId="{B35A2046-BBA3-4364-8FF8-E8219D976302}" destId="{6D6C6926-15A4-4A58-9A4E-FC67883CBA2D}" srcOrd="0" destOrd="0" presId="urn:microsoft.com/office/officeart/2005/8/layout/hierarchy5"/>
    <dgm:cxn modelId="{BD6FDF71-EE7D-46CF-82A4-8AF351BFE125}" type="presParOf" srcId="{B35A2046-BBA3-4364-8FF8-E8219D976302}" destId="{3AE08715-B3C1-4CD9-BFD8-DCE6AD6B1B43}" srcOrd="1" destOrd="0" presId="urn:microsoft.com/office/officeart/2005/8/layout/hierarchy5"/>
    <dgm:cxn modelId="{C06E6263-4CCF-45E0-ABCB-4FC8DA824979}" type="presParOf" srcId="{8D160E45-F51F-4385-B341-FACA551D1B57}" destId="{290851C4-379D-4B82-8969-191948815907}" srcOrd="2" destOrd="0" presId="urn:microsoft.com/office/officeart/2005/8/layout/hierarchy5"/>
    <dgm:cxn modelId="{974F1405-DA01-4E6F-BD82-B1A17EF1A542}" type="presParOf" srcId="{290851C4-379D-4B82-8969-191948815907}" destId="{B62E66F5-DE75-4C9B-8A28-40D6DCE6FDB2}" srcOrd="0" destOrd="0" presId="urn:microsoft.com/office/officeart/2005/8/layout/hierarchy5"/>
    <dgm:cxn modelId="{85A09344-0D02-4352-9AE7-60ADDB4F6F68}" type="presParOf" srcId="{8D160E45-F51F-4385-B341-FACA551D1B57}" destId="{A3DE2B21-D306-40E1-BEE6-BEFF7B51B12C}" srcOrd="3" destOrd="0" presId="urn:microsoft.com/office/officeart/2005/8/layout/hierarchy5"/>
    <dgm:cxn modelId="{33EDEF41-2952-4ED2-BC0E-F803BEDA041F}" type="presParOf" srcId="{A3DE2B21-D306-40E1-BEE6-BEFF7B51B12C}" destId="{84AA73B2-B39F-4B5B-8FDB-B72C087765A7}" srcOrd="0" destOrd="0" presId="urn:microsoft.com/office/officeart/2005/8/layout/hierarchy5"/>
    <dgm:cxn modelId="{55E80F37-05BF-4684-A8B3-7C7F9D95538C}" type="presParOf" srcId="{A3DE2B21-D306-40E1-BEE6-BEFF7B51B12C}" destId="{EACD6FB0-9974-4F10-B855-C0683B3C2667}" srcOrd="1" destOrd="0" presId="urn:microsoft.com/office/officeart/2005/8/layout/hierarchy5"/>
    <dgm:cxn modelId="{16067E50-4476-4747-BCE3-9D20493E9716}" type="presParOf" srcId="{8D160E45-F51F-4385-B341-FACA551D1B57}" destId="{336F3928-0960-41B0-BCD3-FD5B9642FDB1}" srcOrd="4" destOrd="0" presId="urn:microsoft.com/office/officeart/2005/8/layout/hierarchy5"/>
    <dgm:cxn modelId="{0D86D26F-BB04-419F-BF82-D786FF815DD4}" type="presParOf" srcId="{336F3928-0960-41B0-BCD3-FD5B9642FDB1}" destId="{B5D5A526-623E-41AC-B3CE-F5EE879A2F59}" srcOrd="0" destOrd="0" presId="urn:microsoft.com/office/officeart/2005/8/layout/hierarchy5"/>
    <dgm:cxn modelId="{26EADCF6-D883-4889-A439-2FB75C5AB5CB}" type="presParOf" srcId="{8D160E45-F51F-4385-B341-FACA551D1B57}" destId="{7E4A9690-B8F2-4CA5-AF5D-BA0FB0FC6361}" srcOrd="5" destOrd="0" presId="urn:microsoft.com/office/officeart/2005/8/layout/hierarchy5"/>
    <dgm:cxn modelId="{A09E1B7F-36D1-48F4-81C7-04AC066028F5}" type="presParOf" srcId="{7E4A9690-B8F2-4CA5-AF5D-BA0FB0FC6361}" destId="{AC1B4310-7B1D-4075-8623-993A8D16AF8F}" srcOrd="0" destOrd="0" presId="urn:microsoft.com/office/officeart/2005/8/layout/hierarchy5"/>
    <dgm:cxn modelId="{9A8E1AAA-01A9-447F-9818-5E310A9140D2}" type="presParOf" srcId="{7E4A9690-B8F2-4CA5-AF5D-BA0FB0FC6361}" destId="{ECA2DD63-8232-4CF3-83BD-39770D9E5B1B}" srcOrd="1" destOrd="0" presId="urn:microsoft.com/office/officeart/2005/8/layout/hierarchy5"/>
    <dgm:cxn modelId="{FEC17798-A917-429D-B01E-95EA6CDF4F31}" type="presParOf" srcId="{ECA2DD63-8232-4CF3-83BD-39770D9E5B1B}" destId="{F22F18F1-EB72-4194-906F-368E0CDC2380}" srcOrd="0" destOrd="0" presId="urn:microsoft.com/office/officeart/2005/8/layout/hierarchy5"/>
    <dgm:cxn modelId="{D5119C94-6550-4FF5-93BE-682DCB90D88B}" type="presParOf" srcId="{F22F18F1-EB72-4194-906F-368E0CDC2380}" destId="{94972CF6-7D0E-4FA4-B374-F33701DB4958}" srcOrd="0" destOrd="0" presId="urn:microsoft.com/office/officeart/2005/8/layout/hierarchy5"/>
    <dgm:cxn modelId="{46181284-8E02-44D8-8BAB-9A01FFAF0CBE}" type="presParOf" srcId="{ECA2DD63-8232-4CF3-83BD-39770D9E5B1B}" destId="{7BFDEDDB-6C78-4F17-A47F-B80F7E92FAC6}" srcOrd="1" destOrd="0" presId="urn:microsoft.com/office/officeart/2005/8/layout/hierarchy5"/>
    <dgm:cxn modelId="{DB081BD2-BC07-4709-8D70-9B740629FBC7}" type="presParOf" srcId="{7BFDEDDB-6C78-4F17-A47F-B80F7E92FAC6}" destId="{D4EE63FD-3F29-4249-81FB-38F7DC54B7EC}" srcOrd="0" destOrd="0" presId="urn:microsoft.com/office/officeart/2005/8/layout/hierarchy5"/>
    <dgm:cxn modelId="{5FE38730-CEE8-443B-80A7-36FD7C15BAEE}" type="presParOf" srcId="{7BFDEDDB-6C78-4F17-A47F-B80F7E92FAC6}" destId="{851B838D-CCF6-4E21-8A56-1E1E9115D3C5}" srcOrd="1" destOrd="0" presId="urn:microsoft.com/office/officeart/2005/8/layout/hierarchy5"/>
    <dgm:cxn modelId="{123612F9-8EB0-473E-9687-D5B8F00450CD}" type="presParOf" srcId="{7F7289B2-17F3-458E-B710-B0A9FD4126CC}" destId="{D5316049-2381-47FD-81ED-8F2E0DCB3378}" srcOrd="2" destOrd="0" presId="urn:microsoft.com/office/officeart/2005/8/layout/hierarchy5"/>
    <dgm:cxn modelId="{AC0F6F77-CAB4-420C-948A-690C39283F0C}" type="presParOf" srcId="{D5316049-2381-47FD-81ED-8F2E0DCB3378}" destId="{F43BA98C-256F-475F-830A-85DA0FC15ADD}" srcOrd="0" destOrd="0" presId="urn:microsoft.com/office/officeart/2005/8/layout/hierarchy5"/>
    <dgm:cxn modelId="{55D6AD51-BA48-460D-9E4E-C21E3FD6FD1A}" type="presParOf" srcId="{7F7289B2-17F3-458E-B710-B0A9FD4126CC}" destId="{34967913-CCFD-4636-9F58-6483019D98C6}" srcOrd="3" destOrd="0" presId="urn:microsoft.com/office/officeart/2005/8/layout/hierarchy5"/>
    <dgm:cxn modelId="{49DAD428-3D1A-4F68-AFEB-29F75EBE6022}" type="presParOf" srcId="{34967913-CCFD-4636-9F58-6483019D98C6}" destId="{50AA7A28-C753-4754-A735-C35FEE81E385}" srcOrd="0" destOrd="0" presId="urn:microsoft.com/office/officeart/2005/8/layout/hierarchy5"/>
    <dgm:cxn modelId="{1C7F26CC-331B-469A-8A7C-F16C3AF7DB3E}" type="presParOf" srcId="{34967913-CCFD-4636-9F58-6483019D98C6}" destId="{E364C0F6-3DD2-43D9-B2F0-E5BBF8C633A1}" srcOrd="1" destOrd="0" presId="urn:microsoft.com/office/officeart/2005/8/layout/hierarchy5"/>
    <dgm:cxn modelId="{3691F08E-E3AF-49F6-80CF-26902E92CECE}" type="presParOf" srcId="{7F7289B2-17F3-458E-B710-B0A9FD4126CC}" destId="{F8ECF134-89B5-4741-A43C-CB1117843DB4}" srcOrd="4" destOrd="0" presId="urn:microsoft.com/office/officeart/2005/8/layout/hierarchy5"/>
    <dgm:cxn modelId="{F5BE7BDF-BE90-444B-BF35-27FDA30DA88A}" type="presParOf" srcId="{F8ECF134-89B5-4741-A43C-CB1117843DB4}" destId="{818A92FD-84E1-45AB-A8E4-5967A92E8541}" srcOrd="0" destOrd="0" presId="urn:microsoft.com/office/officeart/2005/8/layout/hierarchy5"/>
    <dgm:cxn modelId="{CC9609F3-7F4F-4B1E-9479-6BED11FC9948}" type="presParOf" srcId="{7F7289B2-17F3-458E-B710-B0A9FD4126CC}" destId="{0D216596-2452-4AC8-84F0-9712CAF9E21A}" srcOrd="5" destOrd="0" presId="urn:microsoft.com/office/officeart/2005/8/layout/hierarchy5"/>
    <dgm:cxn modelId="{E3EFAA8E-44F7-4806-84F2-2B8115850FD0}" type="presParOf" srcId="{0D216596-2452-4AC8-84F0-9712CAF9E21A}" destId="{4B7ADBCC-1A87-45E8-81D7-37413822D160}" srcOrd="0" destOrd="0" presId="urn:microsoft.com/office/officeart/2005/8/layout/hierarchy5"/>
    <dgm:cxn modelId="{066B5911-3FA4-4229-862D-03C77073A2DF}" type="presParOf" srcId="{0D216596-2452-4AC8-84F0-9712CAF9E21A}" destId="{D03DA571-8418-4AC0-A7CF-8A13325B4058}" srcOrd="1" destOrd="0" presId="urn:microsoft.com/office/officeart/2005/8/layout/hierarchy5"/>
    <dgm:cxn modelId="{9E4B0DDC-E6EA-44C2-88A7-0A616B1705F3}" type="presParOf" srcId="{D03DA571-8418-4AC0-A7CF-8A13325B4058}" destId="{E74C8327-69CD-4C54-94A5-2BF2D1400AF1}" srcOrd="0" destOrd="0" presId="urn:microsoft.com/office/officeart/2005/8/layout/hierarchy5"/>
    <dgm:cxn modelId="{9774AB6E-5AA2-44F5-BAAA-09809BEAAE07}" type="presParOf" srcId="{E74C8327-69CD-4C54-94A5-2BF2D1400AF1}" destId="{E30D1D2E-1F33-434E-85C5-2B970BBCAD65}" srcOrd="0" destOrd="0" presId="urn:microsoft.com/office/officeart/2005/8/layout/hierarchy5"/>
    <dgm:cxn modelId="{4761C11B-C637-4C89-8EE2-3C2478DFC82C}" type="presParOf" srcId="{D03DA571-8418-4AC0-A7CF-8A13325B4058}" destId="{3F866BD5-2818-451F-9640-14F3E80E41E8}" srcOrd="1" destOrd="0" presId="urn:microsoft.com/office/officeart/2005/8/layout/hierarchy5"/>
    <dgm:cxn modelId="{8295AFC1-3157-407F-9720-C9252FA3CD53}" type="presParOf" srcId="{3F866BD5-2818-451F-9640-14F3E80E41E8}" destId="{5031074F-7FF0-42AB-898D-4BB76958AB22}" srcOrd="0" destOrd="0" presId="urn:microsoft.com/office/officeart/2005/8/layout/hierarchy5"/>
    <dgm:cxn modelId="{65556D7C-3D3A-4C39-B375-56DAA6A7F89F}" type="presParOf" srcId="{3F866BD5-2818-451F-9640-14F3E80E41E8}" destId="{4C04498A-7FF5-4375-890C-309EA7686889}" srcOrd="1" destOrd="0" presId="urn:microsoft.com/office/officeart/2005/8/layout/hierarchy5"/>
    <dgm:cxn modelId="{234F91A2-A208-4EFB-9879-626F64F846C3}" type="presParOf" srcId="{4C04498A-7FF5-4375-890C-309EA7686889}" destId="{D2A0F004-149B-4A15-8772-F8EB21E0F947}" srcOrd="0" destOrd="0" presId="urn:microsoft.com/office/officeart/2005/8/layout/hierarchy5"/>
    <dgm:cxn modelId="{074EED18-FA6A-4756-A71E-E6A11E7A235A}" type="presParOf" srcId="{D2A0F004-149B-4A15-8772-F8EB21E0F947}" destId="{3C1D50A9-B2D0-4A42-A5C1-CDC41168E425}" srcOrd="0" destOrd="0" presId="urn:microsoft.com/office/officeart/2005/8/layout/hierarchy5"/>
    <dgm:cxn modelId="{BFA2B6DC-ADF9-43EA-8B74-F4D73B3544A2}" type="presParOf" srcId="{4C04498A-7FF5-4375-890C-309EA7686889}" destId="{951D77A3-F1B2-4A2F-A1DB-CCA5C234D784}" srcOrd="1" destOrd="0" presId="urn:microsoft.com/office/officeart/2005/8/layout/hierarchy5"/>
    <dgm:cxn modelId="{3C9B6D39-BA53-4C48-9070-DBB82C3C5405}" type="presParOf" srcId="{951D77A3-F1B2-4A2F-A1DB-CCA5C234D784}" destId="{EEFDD2BD-3380-4212-8E5E-FFC4E779B110}" srcOrd="0" destOrd="0" presId="urn:microsoft.com/office/officeart/2005/8/layout/hierarchy5"/>
    <dgm:cxn modelId="{4EEEC5C2-23EB-4686-A9C9-5F3FF749313E}" type="presParOf" srcId="{951D77A3-F1B2-4A2F-A1DB-CCA5C234D784}" destId="{04607D51-3AAF-486B-BF14-039F325E79F3}" srcOrd="1" destOrd="0" presId="urn:microsoft.com/office/officeart/2005/8/layout/hierarchy5"/>
    <dgm:cxn modelId="{58D33B1B-E8A6-49FE-AA0C-74F06D02F39A}" type="presParOf" srcId="{D03DA571-8418-4AC0-A7CF-8A13325B4058}" destId="{69D50EF7-12D0-4D9B-AF19-7F0019244CA0}" srcOrd="2" destOrd="0" presId="urn:microsoft.com/office/officeart/2005/8/layout/hierarchy5"/>
    <dgm:cxn modelId="{2489CD9E-AAED-4C02-ADC8-3CE4C807E18E}" type="presParOf" srcId="{69D50EF7-12D0-4D9B-AF19-7F0019244CA0}" destId="{1871BA54-73B9-4951-9AB7-C2B3158BFC10}" srcOrd="0" destOrd="0" presId="urn:microsoft.com/office/officeart/2005/8/layout/hierarchy5"/>
    <dgm:cxn modelId="{A94BF5C6-2A86-4576-A447-211E9E9E847A}" type="presParOf" srcId="{D03DA571-8418-4AC0-A7CF-8A13325B4058}" destId="{1C6A173F-598D-4ED6-9E59-EF754FD7A1D3}" srcOrd="3" destOrd="0" presId="urn:microsoft.com/office/officeart/2005/8/layout/hierarchy5"/>
    <dgm:cxn modelId="{34D18ADA-A5C6-4475-8566-8E33609C3CE4}" type="presParOf" srcId="{1C6A173F-598D-4ED6-9E59-EF754FD7A1D3}" destId="{1388CF50-9DB9-4E14-9F68-EDF7DA30A73B}" srcOrd="0" destOrd="0" presId="urn:microsoft.com/office/officeart/2005/8/layout/hierarchy5"/>
    <dgm:cxn modelId="{AF40C576-5148-4A9E-85D0-3F4AC18FE2B5}" type="presParOf" srcId="{1C6A173F-598D-4ED6-9E59-EF754FD7A1D3}" destId="{38DC2653-3437-4E7F-AA32-C50F7B32105D}" srcOrd="1" destOrd="0" presId="urn:microsoft.com/office/officeart/2005/8/layout/hierarchy5"/>
    <dgm:cxn modelId="{23F04514-AB49-41AD-8785-CB82CD4AB67E}" type="presParOf" srcId="{D03DA571-8418-4AC0-A7CF-8A13325B4058}" destId="{0C89FCF3-DFE8-4EF7-87BF-B0D4F11EE157}" srcOrd="4" destOrd="0" presId="urn:microsoft.com/office/officeart/2005/8/layout/hierarchy5"/>
    <dgm:cxn modelId="{C5D9A205-CBFE-4D4B-AABE-388D6F2782A3}" type="presParOf" srcId="{0C89FCF3-DFE8-4EF7-87BF-B0D4F11EE157}" destId="{86F4E8C5-555A-4CE5-A428-BEC66715D904}" srcOrd="0" destOrd="0" presId="urn:microsoft.com/office/officeart/2005/8/layout/hierarchy5"/>
    <dgm:cxn modelId="{097E1D6D-52B6-4C67-9654-B023AEDD5973}" type="presParOf" srcId="{D03DA571-8418-4AC0-A7CF-8A13325B4058}" destId="{C2987869-B860-4F1C-B2FF-1AB79B0100E4}" srcOrd="5" destOrd="0" presId="urn:microsoft.com/office/officeart/2005/8/layout/hierarchy5"/>
    <dgm:cxn modelId="{31FAA27F-F4EC-409C-87BA-0D6FC050E105}" type="presParOf" srcId="{C2987869-B860-4F1C-B2FF-1AB79B0100E4}" destId="{39F8DE53-6F2C-4416-A530-E3CEE594E4BA}" srcOrd="0" destOrd="0" presId="urn:microsoft.com/office/officeart/2005/8/layout/hierarchy5"/>
    <dgm:cxn modelId="{F72AA164-4100-41A6-8CF1-ED9718582CD8}" type="presParOf" srcId="{C2987869-B860-4F1C-B2FF-1AB79B0100E4}" destId="{AFC4491E-AB80-49E7-BB6F-F107C4B63FF2}" srcOrd="1" destOrd="0" presId="urn:microsoft.com/office/officeart/2005/8/layout/hierarchy5"/>
    <dgm:cxn modelId="{CD680154-E347-4272-A811-DAB62706F857}" type="presParOf" srcId="{AFC4491E-AB80-49E7-BB6F-F107C4B63FF2}" destId="{172ACB96-7D1F-46E9-BF1E-09F4EC4AD96F}" srcOrd="0" destOrd="0" presId="urn:microsoft.com/office/officeart/2005/8/layout/hierarchy5"/>
    <dgm:cxn modelId="{1ECE5AA7-DE73-4F59-932B-48AC09A1DE64}" type="presParOf" srcId="{172ACB96-7D1F-46E9-BF1E-09F4EC4AD96F}" destId="{8440E98F-7412-4E4D-A646-4C411CAA21FF}" srcOrd="0" destOrd="0" presId="urn:microsoft.com/office/officeart/2005/8/layout/hierarchy5"/>
    <dgm:cxn modelId="{7B2CCBB4-DF1E-43ED-B0B8-B5B5023357ED}" type="presParOf" srcId="{AFC4491E-AB80-49E7-BB6F-F107C4B63FF2}" destId="{76B15D6C-0F49-4946-A3E6-1315B5FB579F}" srcOrd="1" destOrd="0" presId="urn:microsoft.com/office/officeart/2005/8/layout/hierarchy5"/>
    <dgm:cxn modelId="{17280D07-0908-46E1-A42A-28923D9E0DD6}" type="presParOf" srcId="{76B15D6C-0F49-4946-A3E6-1315B5FB579F}" destId="{6540F4C4-C551-4C71-8266-7EC17BAE3A1F}" srcOrd="0" destOrd="0" presId="urn:microsoft.com/office/officeart/2005/8/layout/hierarchy5"/>
    <dgm:cxn modelId="{9EDEB7F3-C874-4A2C-9EE5-8C789D8AACA0}" type="presParOf" srcId="{76B15D6C-0F49-4946-A3E6-1315B5FB579F}" destId="{FE732B70-9317-460D-A672-CE6C8110EDF5}" srcOrd="1" destOrd="0" presId="urn:microsoft.com/office/officeart/2005/8/layout/hierarchy5"/>
    <dgm:cxn modelId="{09153F78-6D67-4F89-A564-8698EBC451BA}" type="presParOf" srcId="{92369812-BB0A-49CC-834D-EFCE676D068F}" destId="{28D6D674-B5B4-4048-9290-DD1C631938ED}" srcOrd="1" destOrd="0" presId="urn:microsoft.com/office/officeart/2005/8/layout/hierarchy5"/>
    <dgm:cxn modelId="{7A93AF8D-F1CD-492A-AD0A-C2E783573B4E}" type="presParOf" srcId="{28D6D674-B5B4-4048-9290-DD1C631938ED}" destId="{FFD8DA64-1E64-47E3-B0C9-529D14AFEBFF}" srcOrd="0" destOrd="0" presId="urn:microsoft.com/office/officeart/2005/8/layout/hierarchy5"/>
    <dgm:cxn modelId="{FDD4A472-3263-4382-864D-38BC58FF5AE3}" type="presParOf" srcId="{FFD8DA64-1E64-47E3-B0C9-529D14AFEBFF}" destId="{9C3F7A4F-A036-41E3-9D4E-B13CE87A2891}" srcOrd="0" destOrd="0" presId="urn:microsoft.com/office/officeart/2005/8/layout/hierarchy5"/>
    <dgm:cxn modelId="{F667857F-7533-4F66-A6C9-00CE2000CD16}" type="presParOf" srcId="{FFD8DA64-1E64-47E3-B0C9-529D14AFEBFF}" destId="{CD341054-6A91-4FD2-9563-0A7B5CABF488}" srcOrd="1" destOrd="0" presId="urn:microsoft.com/office/officeart/2005/8/layout/hierarchy5"/>
    <dgm:cxn modelId="{9CE8992A-5084-41DE-94BC-05438E165E82}" type="presParOf" srcId="{28D6D674-B5B4-4048-9290-DD1C631938ED}" destId="{A461B3D7-3CAD-43F4-8786-50D462C82592}" srcOrd="1" destOrd="0" presId="urn:microsoft.com/office/officeart/2005/8/layout/hierarchy5"/>
    <dgm:cxn modelId="{66D0DD96-6D7A-4916-AD41-ABF2FA32BCF2}" type="presParOf" srcId="{A461B3D7-3CAD-43F4-8786-50D462C82592}" destId="{5A045B7F-0CFE-4885-BBA9-762839C9316A}" srcOrd="0" destOrd="0" presId="urn:microsoft.com/office/officeart/2005/8/layout/hierarchy5"/>
    <dgm:cxn modelId="{C0A96280-C168-45D5-A85E-03C276772078}" type="presParOf" srcId="{28D6D674-B5B4-4048-9290-DD1C631938ED}" destId="{1C90A302-DA96-4CF4-8A16-61D39A4B363C}" srcOrd="2" destOrd="0" presId="urn:microsoft.com/office/officeart/2005/8/layout/hierarchy5"/>
    <dgm:cxn modelId="{C5682B6C-CF73-42C6-AD49-C13100313496}" type="presParOf" srcId="{1C90A302-DA96-4CF4-8A16-61D39A4B363C}" destId="{7D984A81-82BB-478A-9CFA-3AA920FFFC7D}" srcOrd="0" destOrd="0" presId="urn:microsoft.com/office/officeart/2005/8/layout/hierarchy5"/>
    <dgm:cxn modelId="{2162033C-7FFB-45F2-88B3-6BF914830248}" type="presParOf" srcId="{1C90A302-DA96-4CF4-8A16-61D39A4B363C}" destId="{FE6376C7-FF2B-43D0-86D5-F516AA24484D}" srcOrd="1" destOrd="0" presId="urn:microsoft.com/office/officeart/2005/8/layout/hierarchy5"/>
    <dgm:cxn modelId="{D11F1D85-2CC2-42D1-8D67-E41274869232}" type="presParOf" srcId="{28D6D674-B5B4-4048-9290-DD1C631938ED}" destId="{18541040-A98B-41B1-8F5E-75D3CE646256}" srcOrd="3" destOrd="0" presId="urn:microsoft.com/office/officeart/2005/8/layout/hierarchy5"/>
    <dgm:cxn modelId="{C6E5B7AC-D322-4CD1-95F2-F3BBBAC7AFB4}" type="presParOf" srcId="{18541040-A98B-41B1-8F5E-75D3CE646256}" destId="{19DC9222-ADA4-4423-BD68-C346E9AFF15D}" srcOrd="0" destOrd="0" presId="urn:microsoft.com/office/officeart/2005/8/layout/hierarchy5"/>
    <dgm:cxn modelId="{EA8C3B01-1107-4F4A-863A-D5594976B5F6}" type="presParOf" srcId="{28D6D674-B5B4-4048-9290-DD1C631938ED}" destId="{A4CEC229-5E9D-4256-B224-A260B8C02929}" srcOrd="4" destOrd="0" presId="urn:microsoft.com/office/officeart/2005/8/layout/hierarchy5"/>
    <dgm:cxn modelId="{5A4FFA28-7E8E-4ADC-A832-802B53443765}" type="presParOf" srcId="{A4CEC229-5E9D-4256-B224-A260B8C02929}" destId="{5DF76C3F-7BFE-4680-99C3-9FA38EA52FC4}" srcOrd="0" destOrd="0" presId="urn:microsoft.com/office/officeart/2005/8/layout/hierarchy5"/>
    <dgm:cxn modelId="{E38EA836-A5EC-4791-830A-8E184AEEE76E}" type="presParOf" srcId="{A4CEC229-5E9D-4256-B224-A260B8C02929}" destId="{E5372EA6-9937-4B9E-8E58-EEE05842909C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C0A2D14-9F8B-43DB-A8D4-112EE94C5D04}" type="doc">
      <dgm:prSet loTypeId="urn:microsoft.com/office/officeart/2005/8/layout/defaul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7686CEEA-5AE8-4EED-B14A-A2590F9BEBB2}">
      <dgm:prSet phldrT="[Text]"/>
      <dgm:spPr/>
      <dgm:t>
        <a:bodyPr/>
        <a:lstStyle/>
        <a:p>
          <a:r>
            <a:rPr lang="en-IN" dirty="0"/>
            <a:t>user-defined data type</a:t>
          </a:r>
        </a:p>
      </dgm:t>
    </dgm:pt>
    <dgm:pt modelId="{5086061B-722D-45A7-AFDD-1AEEA611B8D1}" type="parTrans" cxnId="{BBC6646C-E9D3-4AB3-9C37-78AD771D284D}">
      <dgm:prSet/>
      <dgm:spPr/>
      <dgm:t>
        <a:bodyPr/>
        <a:lstStyle/>
        <a:p>
          <a:endParaRPr lang="en-IN"/>
        </a:p>
      </dgm:t>
    </dgm:pt>
    <dgm:pt modelId="{5A560C75-D9EF-4477-84E4-17FBDC2733D9}" type="sibTrans" cxnId="{BBC6646C-E9D3-4AB3-9C37-78AD771D284D}">
      <dgm:prSet/>
      <dgm:spPr/>
      <dgm:t>
        <a:bodyPr/>
        <a:lstStyle/>
        <a:p>
          <a:endParaRPr lang="en-IN"/>
        </a:p>
      </dgm:t>
    </dgm:pt>
    <dgm:pt modelId="{8BF2E34F-5D1A-4BF8-A4CE-443E72600A32}">
      <dgm:prSet phldrT="[Text]"/>
      <dgm:spPr/>
      <dgm:t>
        <a:bodyPr/>
        <a:lstStyle/>
        <a:p>
          <a:r>
            <a:rPr lang="en-IN" dirty="0"/>
            <a:t>Groups Related Data Efficiently</a:t>
          </a:r>
        </a:p>
      </dgm:t>
    </dgm:pt>
    <dgm:pt modelId="{7F238057-DE0A-4DDA-96E9-57114B5F2D0B}" type="parTrans" cxnId="{3A5B85EE-E448-4306-AACC-7E3E047004B6}">
      <dgm:prSet/>
      <dgm:spPr/>
      <dgm:t>
        <a:bodyPr/>
        <a:lstStyle/>
        <a:p>
          <a:endParaRPr lang="en-IN"/>
        </a:p>
      </dgm:t>
    </dgm:pt>
    <dgm:pt modelId="{4D330A87-D131-4817-8A19-EDBB20578B0E}" type="sibTrans" cxnId="{3A5B85EE-E448-4306-AACC-7E3E047004B6}">
      <dgm:prSet/>
      <dgm:spPr/>
      <dgm:t>
        <a:bodyPr/>
        <a:lstStyle/>
        <a:p>
          <a:endParaRPr lang="en-IN"/>
        </a:p>
      </dgm:t>
    </dgm:pt>
    <dgm:pt modelId="{A1D0E338-E2AA-4FC1-9706-042B4428932D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Improve code readability</a:t>
          </a:r>
        </a:p>
      </dgm:t>
    </dgm:pt>
    <dgm:pt modelId="{A2A9260A-6D23-47D6-A830-23AB65EBABE4}" type="parTrans" cxnId="{BFAB86AA-511A-4372-974F-EB391BD18C0B}">
      <dgm:prSet/>
      <dgm:spPr/>
      <dgm:t>
        <a:bodyPr/>
        <a:lstStyle/>
        <a:p>
          <a:endParaRPr lang="en-IN"/>
        </a:p>
      </dgm:t>
    </dgm:pt>
    <dgm:pt modelId="{8B3729D2-C832-4DCA-92D4-9846832723D9}" type="sibTrans" cxnId="{BFAB86AA-511A-4372-974F-EB391BD18C0B}">
      <dgm:prSet/>
      <dgm:spPr/>
      <dgm:t>
        <a:bodyPr/>
        <a:lstStyle/>
        <a:p>
          <a:endParaRPr lang="en-IN"/>
        </a:p>
      </dgm:t>
    </dgm:pt>
    <dgm:pt modelId="{2F24D826-A42B-4A86-9ADA-CCD146EE03BB}">
      <dgm:prSet phldrT="[Text]"/>
      <dgm:spPr/>
      <dgm:t>
        <a:bodyPr/>
        <a:lstStyle/>
        <a:p>
          <a:r>
            <a:rPr lang="en-US" dirty="0"/>
            <a:t>Useful for modeling real-world entities (e.g., Student, Employee)</a:t>
          </a:r>
          <a:endParaRPr lang="en-IN" dirty="0"/>
        </a:p>
      </dgm:t>
    </dgm:pt>
    <dgm:pt modelId="{4CCF38FB-FED5-4855-9D70-D051FF35F204}" type="parTrans" cxnId="{BAE15500-7991-4CD1-ABC3-8B2B1336979C}">
      <dgm:prSet/>
      <dgm:spPr/>
      <dgm:t>
        <a:bodyPr/>
        <a:lstStyle/>
        <a:p>
          <a:endParaRPr lang="en-IN"/>
        </a:p>
      </dgm:t>
    </dgm:pt>
    <dgm:pt modelId="{AFA6CC2A-62D1-4768-BA77-E6C51EDCB324}" type="sibTrans" cxnId="{BAE15500-7991-4CD1-ABC3-8B2B1336979C}">
      <dgm:prSet/>
      <dgm:spPr/>
      <dgm:t>
        <a:bodyPr/>
        <a:lstStyle/>
        <a:p>
          <a:endParaRPr lang="en-IN"/>
        </a:p>
      </dgm:t>
    </dgm:pt>
    <dgm:pt modelId="{96F9E57D-2C27-42FD-BC73-913AFF13F4BA}" type="pres">
      <dgm:prSet presAssocID="{6C0A2D14-9F8B-43DB-A8D4-112EE94C5D04}" presName="diagram" presStyleCnt="0">
        <dgm:presLayoutVars>
          <dgm:dir/>
          <dgm:resizeHandles val="exact"/>
        </dgm:presLayoutVars>
      </dgm:prSet>
      <dgm:spPr/>
    </dgm:pt>
    <dgm:pt modelId="{03506367-2414-47CB-A392-A0F2E83D98B1}" type="pres">
      <dgm:prSet presAssocID="{7686CEEA-5AE8-4EED-B14A-A2590F9BEBB2}" presName="node" presStyleLbl="node1" presStyleIdx="0" presStyleCnt="4">
        <dgm:presLayoutVars>
          <dgm:bulletEnabled val="1"/>
        </dgm:presLayoutVars>
      </dgm:prSet>
      <dgm:spPr/>
    </dgm:pt>
    <dgm:pt modelId="{E4765A26-71FE-41FB-9D9B-29E072D19389}" type="pres">
      <dgm:prSet presAssocID="{5A560C75-D9EF-4477-84E4-17FBDC2733D9}" presName="sibTrans" presStyleCnt="0"/>
      <dgm:spPr/>
    </dgm:pt>
    <dgm:pt modelId="{571376C0-ED49-4D66-860D-D75C4CE3C240}" type="pres">
      <dgm:prSet presAssocID="{8BF2E34F-5D1A-4BF8-A4CE-443E72600A32}" presName="node" presStyleLbl="node1" presStyleIdx="1" presStyleCnt="4">
        <dgm:presLayoutVars>
          <dgm:bulletEnabled val="1"/>
        </dgm:presLayoutVars>
      </dgm:prSet>
      <dgm:spPr/>
    </dgm:pt>
    <dgm:pt modelId="{30B091C3-EB8A-4CC4-B007-BD70F3311DAE}" type="pres">
      <dgm:prSet presAssocID="{4D330A87-D131-4817-8A19-EDBB20578B0E}" presName="sibTrans" presStyleCnt="0"/>
      <dgm:spPr/>
    </dgm:pt>
    <dgm:pt modelId="{233E3729-68CF-44AD-9E06-B26B876F76EA}" type="pres">
      <dgm:prSet presAssocID="{A1D0E338-E2AA-4FC1-9706-042B4428932D}" presName="node" presStyleLbl="node1" presStyleIdx="2" presStyleCnt="4">
        <dgm:presLayoutVars>
          <dgm:bulletEnabled val="1"/>
        </dgm:presLayoutVars>
      </dgm:prSet>
      <dgm:spPr/>
    </dgm:pt>
    <dgm:pt modelId="{0D0FB31B-DFB5-4769-BBC5-C9920CC591F1}" type="pres">
      <dgm:prSet presAssocID="{8B3729D2-C832-4DCA-92D4-9846832723D9}" presName="sibTrans" presStyleCnt="0"/>
      <dgm:spPr/>
    </dgm:pt>
    <dgm:pt modelId="{546EED57-E6BA-44F6-8810-E2F85150D546}" type="pres">
      <dgm:prSet presAssocID="{2F24D826-A42B-4A86-9ADA-CCD146EE03BB}" presName="node" presStyleLbl="node1" presStyleIdx="3" presStyleCnt="4">
        <dgm:presLayoutVars>
          <dgm:bulletEnabled val="1"/>
        </dgm:presLayoutVars>
      </dgm:prSet>
      <dgm:spPr/>
    </dgm:pt>
  </dgm:ptLst>
  <dgm:cxnLst>
    <dgm:cxn modelId="{BAE15500-7991-4CD1-ABC3-8B2B1336979C}" srcId="{6C0A2D14-9F8B-43DB-A8D4-112EE94C5D04}" destId="{2F24D826-A42B-4A86-9ADA-CCD146EE03BB}" srcOrd="3" destOrd="0" parTransId="{4CCF38FB-FED5-4855-9D70-D051FF35F204}" sibTransId="{AFA6CC2A-62D1-4768-BA77-E6C51EDCB324}"/>
    <dgm:cxn modelId="{BA096104-B53B-4CFF-962F-AA5D30FF3E71}" type="presOf" srcId="{7686CEEA-5AE8-4EED-B14A-A2590F9BEBB2}" destId="{03506367-2414-47CB-A392-A0F2E83D98B1}" srcOrd="0" destOrd="0" presId="urn:microsoft.com/office/officeart/2005/8/layout/default"/>
    <dgm:cxn modelId="{0CB03032-AE98-4B9E-8168-84EEFAA1DA27}" type="presOf" srcId="{6C0A2D14-9F8B-43DB-A8D4-112EE94C5D04}" destId="{96F9E57D-2C27-42FD-BC73-913AFF13F4BA}" srcOrd="0" destOrd="0" presId="urn:microsoft.com/office/officeart/2005/8/layout/default"/>
    <dgm:cxn modelId="{BBC6646C-E9D3-4AB3-9C37-78AD771D284D}" srcId="{6C0A2D14-9F8B-43DB-A8D4-112EE94C5D04}" destId="{7686CEEA-5AE8-4EED-B14A-A2590F9BEBB2}" srcOrd="0" destOrd="0" parTransId="{5086061B-722D-45A7-AFDD-1AEEA611B8D1}" sibTransId="{5A560C75-D9EF-4477-84E4-17FBDC2733D9}"/>
    <dgm:cxn modelId="{9AD32654-71D0-4E03-8C10-C488FA2A0B93}" type="presOf" srcId="{8BF2E34F-5D1A-4BF8-A4CE-443E72600A32}" destId="{571376C0-ED49-4D66-860D-D75C4CE3C240}" srcOrd="0" destOrd="0" presId="urn:microsoft.com/office/officeart/2005/8/layout/default"/>
    <dgm:cxn modelId="{34AB8D89-0020-451C-9C42-E32B9CB7A9B9}" type="presOf" srcId="{2F24D826-A42B-4A86-9ADA-CCD146EE03BB}" destId="{546EED57-E6BA-44F6-8810-E2F85150D546}" srcOrd="0" destOrd="0" presId="urn:microsoft.com/office/officeart/2005/8/layout/default"/>
    <dgm:cxn modelId="{BFAB86AA-511A-4372-974F-EB391BD18C0B}" srcId="{6C0A2D14-9F8B-43DB-A8D4-112EE94C5D04}" destId="{A1D0E338-E2AA-4FC1-9706-042B4428932D}" srcOrd="2" destOrd="0" parTransId="{A2A9260A-6D23-47D6-A830-23AB65EBABE4}" sibTransId="{8B3729D2-C832-4DCA-92D4-9846832723D9}"/>
    <dgm:cxn modelId="{AB1EF6D2-8D16-45E8-8824-523A44B15FDE}" type="presOf" srcId="{A1D0E338-E2AA-4FC1-9706-042B4428932D}" destId="{233E3729-68CF-44AD-9E06-B26B876F76EA}" srcOrd="0" destOrd="0" presId="urn:microsoft.com/office/officeart/2005/8/layout/default"/>
    <dgm:cxn modelId="{3A5B85EE-E448-4306-AACC-7E3E047004B6}" srcId="{6C0A2D14-9F8B-43DB-A8D4-112EE94C5D04}" destId="{8BF2E34F-5D1A-4BF8-A4CE-443E72600A32}" srcOrd="1" destOrd="0" parTransId="{7F238057-DE0A-4DDA-96E9-57114B5F2D0B}" sibTransId="{4D330A87-D131-4817-8A19-EDBB20578B0E}"/>
    <dgm:cxn modelId="{797F4298-227F-486E-A8B6-A49D13E78E3E}" type="presParOf" srcId="{96F9E57D-2C27-42FD-BC73-913AFF13F4BA}" destId="{03506367-2414-47CB-A392-A0F2E83D98B1}" srcOrd="0" destOrd="0" presId="urn:microsoft.com/office/officeart/2005/8/layout/default"/>
    <dgm:cxn modelId="{FDEF1817-EC09-4667-AB6E-F07D75F75F9A}" type="presParOf" srcId="{96F9E57D-2C27-42FD-BC73-913AFF13F4BA}" destId="{E4765A26-71FE-41FB-9D9B-29E072D19389}" srcOrd="1" destOrd="0" presId="urn:microsoft.com/office/officeart/2005/8/layout/default"/>
    <dgm:cxn modelId="{5960083D-C238-4794-8E11-6BF85704943F}" type="presParOf" srcId="{96F9E57D-2C27-42FD-BC73-913AFF13F4BA}" destId="{571376C0-ED49-4D66-860D-D75C4CE3C240}" srcOrd="2" destOrd="0" presId="urn:microsoft.com/office/officeart/2005/8/layout/default"/>
    <dgm:cxn modelId="{18F4A2B7-52A3-48BA-B1EE-9ECFBEADDA87}" type="presParOf" srcId="{96F9E57D-2C27-42FD-BC73-913AFF13F4BA}" destId="{30B091C3-EB8A-4CC4-B007-BD70F3311DAE}" srcOrd="3" destOrd="0" presId="urn:microsoft.com/office/officeart/2005/8/layout/default"/>
    <dgm:cxn modelId="{C46C2281-8579-43EB-8FC1-8517C6763876}" type="presParOf" srcId="{96F9E57D-2C27-42FD-BC73-913AFF13F4BA}" destId="{233E3729-68CF-44AD-9E06-B26B876F76EA}" srcOrd="4" destOrd="0" presId="urn:microsoft.com/office/officeart/2005/8/layout/default"/>
    <dgm:cxn modelId="{DF543ED7-5040-4598-9F69-64D22AD50E92}" type="presParOf" srcId="{96F9E57D-2C27-42FD-BC73-913AFF13F4BA}" destId="{0D0FB31B-DFB5-4769-BBC5-C9920CC591F1}" srcOrd="5" destOrd="0" presId="urn:microsoft.com/office/officeart/2005/8/layout/default"/>
    <dgm:cxn modelId="{889B6841-BEFC-42FE-BBDA-F6AA6E9E3A9B}" type="presParOf" srcId="{96F9E57D-2C27-42FD-BC73-913AFF13F4BA}" destId="{546EED57-E6BA-44F6-8810-E2F85150D54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FEC7764-C2EA-4362-8B8B-3E588249D400}" type="doc">
      <dgm:prSet loTypeId="urn:microsoft.com/office/officeart/2008/layout/LinedLis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D696221F-85C0-4F6B-95D0-94E2F0268483}">
      <dgm:prSet phldrT="[Text]"/>
      <dgm:spPr/>
      <dgm:t>
        <a:bodyPr/>
        <a:lstStyle/>
        <a:p>
          <a:r>
            <a:rPr lang="en-US" dirty="0"/>
            <a:t>using ‘.’ operator with structure variable</a:t>
          </a:r>
          <a:endParaRPr lang="en-IN" dirty="0"/>
        </a:p>
      </dgm:t>
    </dgm:pt>
    <dgm:pt modelId="{28EE6327-04BE-4710-9809-438BF84CA558}" type="parTrans" cxnId="{C0FAC709-AF5F-4D5D-95FB-CB4706737268}">
      <dgm:prSet/>
      <dgm:spPr/>
      <dgm:t>
        <a:bodyPr/>
        <a:lstStyle/>
        <a:p>
          <a:endParaRPr lang="en-IN"/>
        </a:p>
      </dgm:t>
    </dgm:pt>
    <dgm:pt modelId="{2176EA8C-BA80-44B0-B52E-413A7FEB95D8}" type="sibTrans" cxnId="{C0FAC709-AF5F-4D5D-95FB-CB4706737268}">
      <dgm:prSet/>
      <dgm:spPr/>
      <dgm:t>
        <a:bodyPr/>
        <a:lstStyle/>
        <a:p>
          <a:endParaRPr lang="en-IN"/>
        </a:p>
      </dgm:t>
    </dgm:pt>
    <dgm:pt modelId="{FAB24E63-0B3C-45AC-8C48-33B6C02C59C2}">
      <dgm:prSet phldrT="[Text]"/>
      <dgm:spPr/>
      <dgm:t>
        <a:bodyPr/>
        <a:lstStyle/>
        <a:p>
          <a:r>
            <a:rPr lang="en-US" dirty="0"/>
            <a:t>using ‘-&gt;’ operator with structure pointer</a:t>
          </a:r>
          <a:endParaRPr lang="en-IN" dirty="0"/>
        </a:p>
      </dgm:t>
    </dgm:pt>
    <dgm:pt modelId="{F27C671C-040A-42AE-A162-D0280498931A}" type="parTrans" cxnId="{061BA21B-32D8-4841-A940-09937FFA8989}">
      <dgm:prSet/>
      <dgm:spPr/>
      <dgm:t>
        <a:bodyPr/>
        <a:lstStyle/>
        <a:p>
          <a:endParaRPr lang="en-IN"/>
        </a:p>
      </dgm:t>
    </dgm:pt>
    <dgm:pt modelId="{4DE22CAF-8C40-4F42-A651-CF42D7261C02}" type="sibTrans" cxnId="{061BA21B-32D8-4841-A940-09937FFA8989}">
      <dgm:prSet/>
      <dgm:spPr/>
      <dgm:t>
        <a:bodyPr/>
        <a:lstStyle/>
        <a:p>
          <a:endParaRPr lang="en-IN"/>
        </a:p>
      </dgm:t>
    </dgm:pt>
    <dgm:pt modelId="{B67F872C-E2F4-46FC-95A0-706DF58882F3}">
      <dgm:prSet phldrT="[Text]"/>
      <dgm:spPr/>
      <dgm:t>
        <a:bodyPr/>
        <a:lstStyle/>
        <a:p>
          <a:r>
            <a:rPr lang="en-US" dirty="0"/>
            <a:t>structure variable / structure pointer is created</a:t>
          </a:r>
          <a:endParaRPr lang="en-IN" dirty="0"/>
        </a:p>
      </dgm:t>
    </dgm:pt>
    <dgm:pt modelId="{5D9625B5-4F84-4B9E-96B0-19801B3B7D12}" type="parTrans" cxnId="{4606509D-1BAC-4659-85ED-D379DF44124E}">
      <dgm:prSet/>
      <dgm:spPr/>
      <dgm:t>
        <a:bodyPr/>
        <a:lstStyle/>
        <a:p>
          <a:endParaRPr lang="en-IN"/>
        </a:p>
      </dgm:t>
    </dgm:pt>
    <dgm:pt modelId="{4509E424-6815-47B8-9F90-C01E2DBD322A}" type="sibTrans" cxnId="{4606509D-1BAC-4659-85ED-D379DF44124E}">
      <dgm:prSet/>
      <dgm:spPr/>
      <dgm:t>
        <a:bodyPr/>
        <a:lstStyle/>
        <a:p>
          <a:endParaRPr lang="en-IN"/>
        </a:p>
      </dgm:t>
    </dgm:pt>
    <dgm:pt modelId="{1313FA36-CF7C-408E-BA79-98F797FD29FE}" type="pres">
      <dgm:prSet presAssocID="{5FEC7764-C2EA-4362-8B8B-3E588249D400}" presName="vert0" presStyleCnt="0">
        <dgm:presLayoutVars>
          <dgm:dir/>
          <dgm:animOne val="branch"/>
          <dgm:animLvl val="lvl"/>
        </dgm:presLayoutVars>
      </dgm:prSet>
      <dgm:spPr/>
    </dgm:pt>
    <dgm:pt modelId="{27C8CB85-7169-4A7D-91A6-728D9F3A310D}" type="pres">
      <dgm:prSet presAssocID="{B67F872C-E2F4-46FC-95A0-706DF58882F3}" presName="thickLine" presStyleLbl="alignNode1" presStyleIdx="0" presStyleCnt="3"/>
      <dgm:spPr/>
    </dgm:pt>
    <dgm:pt modelId="{E87B322F-A242-40FA-BB75-7EF0AE0AB0F9}" type="pres">
      <dgm:prSet presAssocID="{B67F872C-E2F4-46FC-95A0-706DF58882F3}" presName="horz1" presStyleCnt="0"/>
      <dgm:spPr/>
    </dgm:pt>
    <dgm:pt modelId="{4B32310A-3F8C-4DA7-9D19-18785E0CD861}" type="pres">
      <dgm:prSet presAssocID="{B67F872C-E2F4-46FC-95A0-706DF58882F3}" presName="tx1" presStyleLbl="revTx" presStyleIdx="0" presStyleCnt="3"/>
      <dgm:spPr/>
    </dgm:pt>
    <dgm:pt modelId="{8BC95039-BB4C-4297-A616-0AE41DB58081}" type="pres">
      <dgm:prSet presAssocID="{B67F872C-E2F4-46FC-95A0-706DF58882F3}" presName="vert1" presStyleCnt="0"/>
      <dgm:spPr/>
    </dgm:pt>
    <dgm:pt modelId="{628E35E7-1906-4A03-826A-75F4F889B8B0}" type="pres">
      <dgm:prSet presAssocID="{D696221F-85C0-4F6B-95D0-94E2F0268483}" presName="thickLine" presStyleLbl="alignNode1" presStyleIdx="1" presStyleCnt="3"/>
      <dgm:spPr/>
    </dgm:pt>
    <dgm:pt modelId="{05AA5BEB-BA45-40DB-AF5E-8C921425C86F}" type="pres">
      <dgm:prSet presAssocID="{D696221F-85C0-4F6B-95D0-94E2F0268483}" presName="horz1" presStyleCnt="0"/>
      <dgm:spPr/>
    </dgm:pt>
    <dgm:pt modelId="{82F806C4-BC50-40B5-9FFB-15ECB8AF67AA}" type="pres">
      <dgm:prSet presAssocID="{D696221F-85C0-4F6B-95D0-94E2F0268483}" presName="tx1" presStyleLbl="revTx" presStyleIdx="1" presStyleCnt="3"/>
      <dgm:spPr/>
    </dgm:pt>
    <dgm:pt modelId="{62D7942A-38B0-41FD-8B5F-C0B73880D7AA}" type="pres">
      <dgm:prSet presAssocID="{D696221F-85C0-4F6B-95D0-94E2F0268483}" presName="vert1" presStyleCnt="0"/>
      <dgm:spPr/>
    </dgm:pt>
    <dgm:pt modelId="{3101E4A4-85D3-42A0-9ED5-789B47A447B4}" type="pres">
      <dgm:prSet presAssocID="{FAB24E63-0B3C-45AC-8C48-33B6C02C59C2}" presName="thickLine" presStyleLbl="alignNode1" presStyleIdx="2" presStyleCnt="3"/>
      <dgm:spPr/>
    </dgm:pt>
    <dgm:pt modelId="{C07B39B2-A4A4-41E9-98F3-9B608B8E94A4}" type="pres">
      <dgm:prSet presAssocID="{FAB24E63-0B3C-45AC-8C48-33B6C02C59C2}" presName="horz1" presStyleCnt="0"/>
      <dgm:spPr/>
    </dgm:pt>
    <dgm:pt modelId="{FB499391-7937-4C2F-B76B-DE18B0CBC0BA}" type="pres">
      <dgm:prSet presAssocID="{FAB24E63-0B3C-45AC-8C48-33B6C02C59C2}" presName="tx1" presStyleLbl="revTx" presStyleIdx="2" presStyleCnt="3"/>
      <dgm:spPr/>
    </dgm:pt>
    <dgm:pt modelId="{30649D87-5674-4C35-BDBC-3DBAE2BF4710}" type="pres">
      <dgm:prSet presAssocID="{FAB24E63-0B3C-45AC-8C48-33B6C02C59C2}" presName="vert1" presStyleCnt="0"/>
      <dgm:spPr/>
    </dgm:pt>
  </dgm:ptLst>
  <dgm:cxnLst>
    <dgm:cxn modelId="{C0FAC709-AF5F-4D5D-95FB-CB4706737268}" srcId="{5FEC7764-C2EA-4362-8B8B-3E588249D400}" destId="{D696221F-85C0-4F6B-95D0-94E2F0268483}" srcOrd="1" destOrd="0" parTransId="{28EE6327-04BE-4710-9809-438BF84CA558}" sibTransId="{2176EA8C-BA80-44B0-B52E-413A7FEB95D8}"/>
    <dgm:cxn modelId="{061BA21B-32D8-4841-A940-09937FFA8989}" srcId="{5FEC7764-C2EA-4362-8B8B-3E588249D400}" destId="{FAB24E63-0B3C-45AC-8C48-33B6C02C59C2}" srcOrd="2" destOrd="0" parTransId="{F27C671C-040A-42AE-A162-D0280498931A}" sibTransId="{4DE22CAF-8C40-4F42-A651-CF42D7261C02}"/>
    <dgm:cxn modelId="{9E348D5F-0A9E-42D0-92BC-83B9CB9CE62D}" type="presOf" srcId="{5FEC7764-C2EA-4362-8B8B-3E588249D400}" destId="{1313FA36-CF7C-408E-BA79-98F797FD29FE}" srcOrd="0" destOrd="0" presId="urn:microsoft.com/office/officeart/2008/layout/LinedList"/>
    <dgm:cxn modelId="{DA594B4C-063C-4E44-85E4-FC3F9BFC6483}" type="presOf" srcId="{B67F872C-E2F4-46FC-95A0-706DF58882F3}" destId="{4B32310A-3F8C-4DA7-9D19-18785E0CD861}" srcOrd="0" destOrd="0" presId="urn:microsoft.com/office/officeart/2008/layout/LinedList"/>
    <dgm:cxn modelId="{4606509D-1BAC-4659-85ED-D379DF44124E}" srcId="{5FEC7764-C2EA-4362-8B8B-3E588249D400}" destId="{B67F872C-E2F4-46FC-95A0-706DF58882F3}" srcOrd="0" destOrd="0" parTransId="{5D9625B5-4F84-4B9E-96B0-19801B3B7D12}" sibTransId="{4509E424-6815-47B8-9F90-C01E2DBD322A}"/>
    <dgm:cxn modelId="{915F9CBA-4CF3-4063-9E36-64B71FB1B7F3}" type="presOf" srcId="{FAB24E63-0B3C-45AC-8C48-33B6C02C59C2}" destId="{FB499391-7937-4C2F-B76B-DE18B0CBC0BA}" srcOrd="0" destOrd="0" presId="urn:microsoft.com/office/officeart/2008/layout/LinedList"/>
    <dgm:cxn modelId="{FE8A41C2-B141-47E4-B9C7-997E45CAA24F}" type="presOf" srcId="{D696221F-85C0-4F6B-95D0-94E2F0268483}" destId="{82F806C4-BC50-40B5-9FFB-15ECB8AF67AA}" srcOrd="0" destOrd="0" presId="urn:microsoft.com/office/officeart/2008/layout/LinedList"/>
    <dgm:cxn modelId="{63CD7DC9-DDDE-411C-B76D-52F6CDA44A83}" type="presParOf" srcId="{1313FA36-CF7C-408E-BA79-98F797FD29FE}" destId="{27C8CB85-7169-4A7D-91A6-728D9F3A310D}" srcOrd="0" destOrd="0" presId="urn:microsoft.com/office/officeart/2008/layout/LinedList"/>
    <dgm:cxn modelId="{B5970DB2-D513-4515-825A-A328BA3885E7}" type="presParOf" srcId="{1313FA36-CF7C-408E-BA79-98F797FD29FE}" destId="{E87B322F-A242-40FA-BB75-7EF0AE0AB0F9}" srcOrd="1" destOrd="0" presId="urn:microsoft.com/office/officeart/2008/layout/LinedList"/>
    <dgm:cxn modelId="{F8E07D98-88DD-423D-A075-1FC69A8CA230}" type="presParOf" srcId="{E87B322F-A242-40FA-BB75-7EF0AE0AB0F9}" destId="{4B32310A-3F8C-4DA7-9D19-18785E0CD861}" srcOrd="0" destOrd="0" presId="urn:microsoft.com/office/officeart/2008/layout/LinedList"/>
    <dgm:cxn modelId="{48BF9DE9-D7A6-45F8-AFB3-33A2B22A5381}" type="presParOf" srcId="{E87B322F-A242-40FA-BB75-7EF0AE0AB0F9}" destId="{8BC95039-BB4C-4297-A616-0AE41DB58081}" srcOrd="1" destOrd="0" presId="urn:microsoft.com/office/officeart/2008/layout/LinedList"/>
    <dgm:cxn modelId="{D429E1C9-BD8C-42BB-8ABA-910A8F41E9EF}" type="presParOf" srcId="{1313FA36-CF7C-408E-BA79-98F797FD29FE}" destId="{628E35E7-1906-4A03-826A-75F4F889B8B0}" srcOrd="2" destOrd="0" presId="urn:microsoft.com/office/officeart/2008/layout/LinedList"/>
    <dgm:cxn modelId="{EFEDD573-9C98-4D33-8FED-AEDAB4FC9E0B}" type="presParOf" srcId="{1313FA36-CF7C-408E-BA79-98F797FD29FE}" destId="{05AA5BEB-BA45-40DB-AF5E-8C921425C86F}" srcOrd="3" destOrd="0" presId="urn:microsoft.com/office/officeart/2008/layout/LinedList"/>
    <dgm:cxn modelId="{F098A1C1-73C2-493D-90BC-3A7138DE86FE}" type="presParOf" srcId="{05AA5BEB-BA45-40DB-AF5E-8C921425C86F}" destId="{82F806C4-BC50-40B5-9FFB-15ECB8AF67AA}" srcOrd="0" destOrd="0" presId="urn:microsoft.com/office/officeart/2008/layout/LinedList"/>
    <dgm:cxn modelId="{25B97264-9F17-4140-BEE1-2B7DB1BC728C}" type="presParOf" srcId="{05AA5BEB-BA45-40DB-AF5E-8C921425C86F}" destId="{62D7942A-38B0-41FD-8B5F-C0B73880D7AA}" srcOrd="1" destOrd="0" presId="urn:microsoft.com/office/officeart/2008/layout/LinedList"/>
    <dgm:cxn modelId="{BDE0464E-FE17-4E83-8355-DC1E239F1FDE}" type="presParOf" srcId="{1313FA36-CF7C-408E-BA79-98F797FD29FE}" destId="{3101E4A4-85D3-42A0-9ED5-789B47A447B4}" srcOrd="4" destOrd="0" presId="urn:microsoft.com/office/officeart/2008/layout/LinedList"/>
    <dgm:cxn modelId="{DEE7DD0A-5899-4C8D-BF09-6C909B553688}" type="presParOf" srcId="{1313FA36-CF7C-408E-BA79-98F797FD29FE}" destId="{C07B39B2-A4A4-41E9-98F3-9B608B8E94A4}" srcOrd="5" destOrd="0" presId="urn:microsoft.com/office/officeart/2008/layout/LinedList"/>
    <dgm:cxn modelId="{D0EA5E66-ED48-49B0-B07A-BB27B12F848F}" type="presParOf" srcId="{C07B39B2-A4A4-41E9-98F3-9B608B8E94A4}" destId="{FB499391-7937-4C2F-B76B-DE18B0CBC0BA}" srcOrd="0" destOrd="0" presId="urn:microsoft.com/office/officeart/2008/layout/LinedList"/>
    <dgm:cxn modelId="{C437ED09-AB17-49F4-9043-183FC8DB33C2}" type="presParOf" srcId="{C07B39B2-A4A4-41E9-98F3-9B608B8E94A4}" destId="{30649D87-5674-4C35-BDBC-3DBAE2BF471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EF569D-74CC-4F2B-947E-C9D58118FE32}" type="doc">
      <dgm:prSet loTypeId="urn:microsoft.com/office/officeart/2008/layout/LinedLis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FEA90B7E-C7F1-4F4C-BE26-DB28DF92F4E2}">
      <dgm:prSet phldrT="[Text]"/>
      <dgm:spPr/>
      <dgm:t>
        <a:bodyPr/>
        <a:lstStyle/>
        <a:p>
          <a:r>
            <a:rPr lang="en-US" dirty="0"/>
            <a:t>a structure without a name</a:t>
          </a:r>
          <a:endParaRPr lang="en-IN" dirty="0"/>
        </a:p>
      </dgm:t>
    </dgm:pt>
    <dgm:pt modelId="{B03DC5D8-C5E6-4188-975C-AB6C97272A11}" type="parTrans" cxnId="{7F0E60C4-6857-42BF-8C12-8A5F013F5888}">
      <dgm:prSet/>
      <dgm:spPr/>
      <dgm:t>
        <a:bodyPr/>
        <a:lstStyle/>
        <a:p>
          <a:endParaRPr lang="en-IN"/>
        </a:p>
      </dgm:t>
    </dgm:pt>
    <dgm:pt modelId="{0D354B46-240E-44EF-AE85-3DC6064AC3DC}" type="sibTrans" cxnId="{7F0E60C4-6857-42BF-8C12-8A5F013F5888}">
      <dgm:prSet/>
      <dgm:spPr/>
      <dgm:t>
        <a:bodyPr/>
        <a:lstStyle/>
        <a:p>
          <a:endParaRPr lang="en-IN"/>
        </a:p>
      </dgm:t>
    </dgm:pt>
    <dgm:pt modelId="{62F55D0E-1E2F-43D7-935C-E58364866F2C}">
      <dgm:prSet phldrT="[Text]"/>
      <dgm:spPr/>
      <dgm:t>
        <a:bodyPr/>
        <a:lstStyle/>
        <a:p>
          <a:r>
            <a:rPr lang="en-US" dirty="0"/>
            <a:t>struct variable should be created at the time of structure definition</a:t>
          </a:r>
        </a:p>
      </dgm:t>
    </dgm:pt>
    <dgm:pt modelId="{D0F16769-BA36-4B7B-929A-1A2E19E4D77A}" type="parTrans" cxnId="{3B761572-0DC8-4068-810A-E21EEB515102}">
      <dgm:prSet/>
      <dgm:spPr/>
      <dgm:t>
        <a:bodyPr/>
        <a:lstStyle/>
        <a:p>
          <a:endParaRPr lang="en-IN"/>
        </a:p>
      </dgm:t>
    </dgm:pt>
    <dgm:pt modelId="{501B8FC0-28B8-40B9-9D79-6E2055B9AD1F}" type="sibTrans" cxnId="{3B761572-0DC8-4068-810A-E21EEB515102}">
      <dgm:prSet/>
      <dgm:spPr/>
      <dgm:t>
        <a:bodyPr/>
        <a:lstStyle/>
        <a:p>
          <a:endParaRPr lang="en-IN"/>
        </a:p>
      </dgm:t>
    </dgm:pt>
    <dgm:pt modelId="{70776AB5-59EA-467B-A75F-48E08451D5F2}">
      <dgm:prSet phldrT="[Text]"/>
      <dgm:spPr/>
      <dgm:t>
        <a:bodyPr/>
        <a:lstStyle/>
        <a:p>
          <a:r>
            <a:rPr lang="en-US" dirty="0"/>
            <a:t>usually used along with typedef</a:t>
          </a:r>
        </a:p>
      </dgm:t>
    </dgm:pt>
    <dgm:pt modelId="{20E95054-2644-434D-94E0-9CF3E98D68DC}" type="parTrans" cxnId="{846F83D0-2151-41FD-A262-108DDE060671}">
      <dgm:prSet/>
      <dgm:spPr/>
      <dgm:t>
        <a:bodyPr/>
        <a:lstStyle/>
        <a:p>
          <a:endParaRPr lang="en-IN"/>
        </a:p>
      </dgm:t>
    </dgm:pt>
    <dgm:pt modelId="{BD862D44-6C87-404D-9D7D-4EB1CFBAD291}" type="sibTrans" cxnId="{846F83D0-2151-41FD-A262-108DDE060671}">
      <dgm:prSet/>
      <dgm:spPr/>
      <dgm:t>
        <a:bodyPr/>
        <a:lstStyle/>
        <a:p>
          <a:endParaRPr lang="en-IN"/>
        </a:p>
      </dgm:t>
    </dgm:pt>
    <dgm:pt modelId="{0EBBB4A5-2462-4588-BA85-0EC91FC62118}" type="pres">
      <dgm:prSet presAssocID="{89EF569D-74CC-4F2B-947E-C9D58118FE32}" presName="vert0" presStyleCnt="0">
        <dgm:presLayoutVars>
          <dgm:dir/>
          <dgm:animOne val="branch"/>
          <dgm:animLvl val="lvl"/>
        </dgm:presLayoutVars>
      </dgm:prSet>
      <dgm:spPr/>
    </dgm:pt>
    <dgm:pt modelId="{E38A69B7-7ABC-4CDD-A0A3-368C560F9279}" type="pres">
      <dgm:prSet presAssocID="{FEA90B7E-C7F1-4F4C-BE26-DB28DF92F4E2}" presName="thickLine" presStyleLbl="alignNode1" presStyleIdx="0" presStyleCnt="3"/>
      <dgm:spPr/>
    </dgm:pt>
    <dgm:pt modelId="{7A46CBEF-FF40-4CE2-A468-4E55F6BB79EC}" type="pres">
      <dgm:prSet presAssocID="{FEA90B7E-C7F1-4F4C-BE26-DB28DF92F4E2}" presName="horz1" presStyleCnt="0"/>
      <dgm:spPr/>
    </dgm:pt>
    <dgm:pt modelId="{A3F34B88-0DE4-484C-8036-055CCCFC97CE}" type="pres">
      <dgm:prSet presAssocID="{FEA90B7E-C7F1-4F4C-BE26-DB28DF92F4E2}" presName="tx1" presStyleLbl="revTx" presStyleIdx="0" presStyleCnt="3"/>
      <dgm:spPr/>
    </dgm:pt>
    <dgm:pt modelId="{93AE7690-3059-4FE1-B00B-550157FC6F33}" type="pres">
      <dgm:prSet presAssocID="{FEA90B7E-C7F1-4F4C-BE26-DB28DF92F4E2}" presName="vert1" presStyleCnt="0"/>
      <dgm:spPr/>
    </dgm:pt>
    <dgm:pt modelId="{BEC83E6D-30A1-42BA-BC1B-4446EE85045A}" type="pres">
      <dgm:prSet presAssocID="{62F55D0E-1E2F-43D7-935C-E58364866F2C}" presName="thickLine" presStyleLbl="alignNode1" presStyleIdx="1" presStyleCnt="3"/>
      <dgm:spPr/>
    </dgm:pt>
    <dgm:pt modelId="{3C33EAA3-95DA-4617-A00A-77F6118A0D6C}" type="pres">
      <dgm:prSet presAssocID="{62F55D0E-1E2F-43D7-935C-E58364866F2C}" presName="horz1" presStyleCnt="0"/>
      <dgm:spPr/>
    </dgm:pt>
    <dgm:pt modelId="{CF6F46AA-CA44-42AD-B6BA-B712497F81FA}" type="pres">
      <dgm:prSet presAssocID="{62F55D0E-1E2F-43D7-935C-E58364866F2C}" presName="tx1" presStyleLbl="revTx" presStyleIdx="1" presStyleCnt="3"/>
      <dgm:spPr/>
    </dgm:pt>
    <dgm:pt modelId="{99A8794E-F565-4C39-B355-54A935FCEA02}" type="pres">
      <dgm:prSet presAssocID="{62F55D0E-1E2F-43D7-935C-E58364866F2C}" presName="vert1" presStyleCnt="0"/>
      <dgm:spPr/>
    </dgm:pt>
    <dgm:pt modelId="{7DA7835B-9598-464F-8746-D12FBBE15C17}" type="pres">
      <dgm:prSet presAssocID="{70776AB5-59EA-467B-A75F-48E08451D5F2}" presName="thickLine" presStyleLbl="alignNode1" presStyleIdx="2" presStyleCnt="3"/>
      <dgm:spPr/>
    </dgm:pt>
    <dgm:pt modelId="{D7C8F8EE-D91D-4297-9FCC-58D7B4CB6BB7}" type="pres">
      <dgm:prSet presAssocID="{70776AB5-59EA-467B-A75F-48E08451D5F2}" presName="horz1" presStyleCnt="0"/>
      <dgm:spPr/>
    </dgm:pt>
    <dgm:pt modelId="{BF25CE52-C673-4443-B714-5499D837A9DF}" type="pres">
      <dgm:prSet presAssocID="{70776AB5-59EA-467B-A75F-48E08451D5F2}" presName="tx1" presStyleLbl="revTx" presStyleIdx="2" presStyleCnt="3"/>
      <dgm:spPr/>
    </dgm:pt>
    <dgm:pt modelId="{8826DB88-D5EA-4477-AD3A-5A4F9D31CBD5}" type="pres">
      <dgm:prSet presAssocID="{70776AB5-59EA-467B-A75F-48E08451D5F2}" presName="vert1" presStyleCnt="0"/>
      <dgm:spPr/>
    </dgm:pt>
  </dgm:ptLst>
  <dgm:cxnLst>
    <dgm:cxn modelId="{A41ACB3B-1195-47D7-BB67-C78F2C7FB170}" type="presOf" srcId="{89EF569D-74CC-4F2B-947E-C9D58118FE32}" destId="{0EBBB4A5-2462-4588-BA85-0EC91FC62118}" srcOrd="0" destOrd="0" presId="urn:microsoft.com/office/officeart/2008/layout/LinedList"/>
    <dgm:cxn modelId="{3B761572-0DC8-4068-810A-E21EEB515102}" srcId="{89EF569D-74CC-4F2B-947E-C9D58118FE32}" destId="{62F55D0E-1E2F-43D7-935C-E58364866F2C}" srcOrd="1" destOrd="0" parTransId="{D0F16769-BA36-4B7B-929A-1A2E19E4D77A}" sibTransId="{501B8FC0-28B8-40B9-9D79-6E2055B9AD1F}"/>
    <dgm:cxn modelId="{7792F858-26C7-421E-B8BD-95F899608303}" type="presOf" srcId="{62F55D0E-1E2F-43D7-935C-E58364866F2C}" destId="{CF6F46AA-CA44-42AD-B6BA-B712497F81FA}" srcOrd="0" destOrd="0" presId="urn:microsoft.com/office/officeart/2008/layout/LinedList"/>
    <dgm:cxn modelId="{96A5B8B0-D50B-4AD3-BD64-0CF800A445C8}" type="presOf" srcId="{FEA90B7E-C7F1-4F4C-BE26-DB28DF92F4E2}" destId="{A3F34B88-0DE4-484C-8036-055CCCFC97CE}" srcOrd="0" destOrd="0" presId="urn:microsoft.com/office/officeart/2008/layout/LinedList"/>
    <dgm:cxn modelId="{A9C921B3-0AF4-4FC2-9FE5-C47321DD045D}" type="presOf" srcId="{70776AB5-59EA-467B-A75F-48E08451D5F2}" destId="{BF25CE52-C673-4443-B714-5499D837A9DF}" srcOrd="0" destOrd="0" presId="urn:microsoft.com/office/officeart/2008/layout/LinedList"/>
    <dgm:cxn modelId="{7F0E60C4-6857-42BF-8C12-8A5F013F5888}" srcId="{89EF569D-74CC-4F2B-947E-C9D58118FE32}" destId="{FEA90B7E-C7F1-4F4C-BE26-DB28DF92F4E2}" srcOrd="0" destOrd="0" parTransId="{B03DC5D8-C5E6-4188-975C-AB6C97272A11}" sibTransId="{0D354B46-240E-44EF-AE85-3DC6064AC3DC}"/>
    <dgm:cxn modelId="{846F83D0-2151-41FD-A262-108DDE060671}" srcId="{89EF569D-74CC-4F2B-947E-C9D58118FE32}" destId="{70776AB5-59EA-467B-A75F-48E08451D5F2}" srcOrd="2" destOrd="0" parTransId="{20E95054-2644-434D-94E0-9CF3E98D68DC}" sibTransId="{BD862D44-6C87-404D-9D7D-4EB1CFBAD291}"/>
    <dgm:cxn modelId="{F26D0E66-C4CC-4A55-815D-5FCD6F12DC3E}" type="presParOf" srcId="{0EBBB4A5-2462-4588-BA85-0EC91FC62118}" destId="{E38A69B7-7ABC-4CDD-A0A3-368C560F9279}" srcOrd="0" destOrd="0" presId="urn:microsoft.com/office/officeart/2008/layout/LinedList"/>
    <dgm:cxn modelId="{3BE41CAB-1937-4428-85FE-8CC9E22C085C}" type="presParOf" srcId="{0EBBB4A5-2462-4588-BA85-0EC91FC62118}" destId="{7A46CBEF-FF40-4CE2-A468-4E55F6BB79EC}" srcOrd="1" destOrd="0" presId="urn:microsoft.com/office/officeart/2008/layout/LinedList"/>
    <dgm:cxn modelId="{D52FC4A9-244C-46F7-834F-54AB08AAF2E1}" type="presParOf" srcId="{7A46CBEF-FF40-4CE2-A468-4E55F6BB79EC}" destId="{A3F34B88-0DE4-484C-8036-055CCCFC97CE}" srcOrd="0" destOrd="0" presId="urn:microsoft.com/office/officeart/2008/layout/LinedList"/>
    <dgm:cxn modelId="{000B2E6D-A43A-4FDA-A305-70EEA2B2A812}" type="presParOf" srcId="{7A46CBEF-FF40-4CE2-A468-4E55F6BB79EC}" destId="{93AE7690-3059-4FE1-B00B-550157FC6F33}" srcOrd="1" destOrd="0" presId="urn:microsoft.com/office/officeart/2008/layout/LinedList"/>
    <dgm:cxn modelId="{6EE24C31-A39A-4DBE-A7E8-4F7AAAE1815E}" type="presParOf" srcId="{0EBBB4A5-2462-4588-BA85-0EC91FC62118}" destId="{BEC83E6D-30A1-42BA-BC1B-4446EE85045A}" srcOrd="2" destOrd="0" presId="urn:microsoft.com/office/officeart/2008/layout/LinedList"/>
    <dgm:cxn modelId="{BE72491C-1460-4333-BA7D-A58B99761D95}" type="presParOf" srcId="{0EBBB4A5-2462-4588-BA85-0EC91FC62118}" destId="{3C33EAA3-95DA-4617-A00A-77F6118A0D6C}" srcOrd="3" destOrd="0" presId="urn:microsoft.com/office/officeart/2008/layout/LinedList"/>
    <dgm:cxn modelId="{56158814-5F63-466B-9D11-81D25E8193A6}" type="presParOf" srcId="{3C33EAA3-95DA-4617-A00A-77F6118A0D6C}" destId="{CF6F46AA-CA44-42AD-B6BA-B712497F81FA}" srcOrd="0" destOrd="0" presId="urn:microsoft.com/office/officeart/2008/layout/LinedList"/>
    <dgm:cxn modelId="{DAFB44EF-F872-4A14-9802-7DC4BB08C4B2}" type="presParOf" srcId="{3C33EAA3-95DA-4617-A00A-77F6118A0D6C}" destId="{99A8794E-F565-4C39-B355-54A935FCEA02}" srcOrd="1" destOrd="0" presId="urn:microsoft.com/office/officeart/2008/layout/LinedList"/>
    <dgm:cxn modelId="{860CFD12-7C0C-47CF-9BC5-07205164F0EA}" type="presParOf" srcId="{0EBBB4A5-2462-4588-BA85-0EC91FC62118}" destId="{7DA7835B-9598-464F-8746-D12FBBE15C17}" srcOrd="4" destOrd="0" presId="urn:microsoft.com/office/officeart/2008/layout/LinedList"/>
    <dgm:cxn modelId="{0E31EC52-AFC8-4E19-9F86-C58574D929AF}" type="presParOf" srcId="{0EBBB4A5-2462-4588-BA85-0EC91FC62118}" destId="{D7C8F8EE-D91D-4297-9FCC-58D7B4CB6BB7}" srcOrd="5" destOrd="0" presId="urn:microsoft.com/office/officeart/2008/layout/LinedList"/>
    <dgm:cxn modelId="{4E4F2CB4-558A-41C7-AF93-81A58C6418DF}" type="presParOf" srcId="{D7C8F8EE-D91D-4297-9FCC-58D7B4CB6BB7}" destId="{BF25CE52-C673-4443-B714-5499D837A9DF}" srcOrd="0" destOrd="0" presId="urn:microsoft.com/office/officeart/2008/layout/LinedList"/>
    <dgm:cxn modelId="{ADD45289-3315-444E-AF2B-4987EEB32408}" type="presParOf" srcId="{D7C8F8EE-D91D-4297-9FCC-58D7B4CB6BB7}" destId="{8826DB88-D5EA-4477-AD3A-5A4F9D31CBD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EF569D-74CC-4F2B-947E-C9D58118FE32}" type="doc">
      <dgm:prSet loTypeId="urn:microsoft.com/office/officeart/2008/layout/LinedList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FEA90B7E-C7F1-4F4C-BE26-DB28DF92F4E2}">
      <dgm:prSet phldrT="[Text]"/>
      <dgm:spPr/>
      <dgm:t>
        <a:bodyPr/>
        <a:lstStyle/>
        <a:p>
          <a:r>
            <a:rPr lang="en-US"/>
            <a:t>a structure that includes a pointer to itself</a:t>
          </a:r>
          <a:endParaRPr lang="en-IN" dirty="0"/>
        </a:p>
      </dgm:t>
    </dgm:pt>
    <dgm:pt modelId="{B03DC5D8-C5E6-4188-975C-AB6C97272A11}" type="parTrans" cxnId="{7F0E60C4-6857-42BF-8C12-8A5F013F5888}">
      <dgm:prSet/>
      <dgm:spPr/>
      <dgm:t>
        <a:bodyPr/>
        <a:lstStyle/>
        <a:p>
          <a:endParaRPr lang="en-IN"/>
        </a:p>
      </dgm:t>
    </dgm:pt>
    <dgm:pt modelId="{0D354B46-240E-44EF-AE85-3DC6064AC3DC}" type="sibTrans" cxnId="{7F0E60C4-6857-42BF-8C12-8A5F013F5888}">
      <dgm:prSet/>
      <dgm:spPr/>
      <dgm:t>
        <a:bodyPr/>
        <a:lstStyle/>
        <a:p>
          <a:endParaRPr lang="en-IN"/>
        </a:p>
      </dgm:t>
    </dgm:pt>
    <dgm:pt modelId="{62F55D0E-1E2F-43D7-935C-E58364866F2C}">
      <dgm:prSet phldrT="[Text]"/>
      <dgm:spPr/>
      <dgm:t>
        <a:bodyPr/>
        <a:lstStyle/>
        <a:p>
          <a:r>
            <a:rPr lang="en-US" dirty="0"/>
            <a:t>essential for implementing dynamic data structures like linked lists, trees, and graphs.</a:t>
          </a:r>
        </a:p>
      </dgm:t>
    </dgm:pt>
    <dgm:pt modelId="{D0F16769-BA36-4B7B-929A-1A2E19E4D77A}" type="parTrans" cxnId="{3B761572-0DC8-4068-810A-E21EEB515102}">
      <dgm:prSet/>
      <dgm:spPr/>
      <dgm:t>
        <a:bodyPr/>
        <a:lstStyle/>
        <a:p>
          <a:endParaRPr lang="en-IN"/>
        </a:p>
      </dgm:t>
    </dgm:pt>
    <dgm:pt modelId="{501B8FC0-28B8-40B9-9D79-6E2055B9AD1F}" type="sibTrans" cxnId="{3B761572-0DC8-4068-810A-E21EEB515102}">
      <dgm:prSet/>
      <dgm:spPr/>
      <dgm:t>
        <a:bodyPr/>
        <a:lstStyle/>
        <a:p>
          <a:endParaRPr lang="en-IN"/>
        </a:p>
      </dgm:t>
    </dgm:pt>
    <dgm:pt modelId="{70776AB5-59EA-467B-A75F-48E08451D5F2}">
      <dgm:prSet phldrT="[Text]"/>
      <dgm:spPr/>
      <dgm:t>
        <a:bodyPr/>
        <a:lstStyle/>
        <a:p>
          <a:r>
            <a:rPr lang="en-US" dirty="0"/>
            <a:t>Contains at least one member that is a pointer to the same type of structure.</a:t>
          </a:r>
        </a:p>
      </dgm:t>
    </dgm:pt>
    <dgm:pt modelId="{20E95054-2644-434D-94E0-9CF3E98D68DC}" type="parTrans" cxnId="{846F83D0-2151-41FD-A262-108DDE060671}">
      <dgm:prSet/>
      <dgm:spPr/>
      <dgm:t>
        <a:bodyPr/>
        <a:lstStyle/>
        <a:p>
          <a:endParaRPr lang="en-IN"/>
        </a:p>
      </dgm:t>
    </dgm:pt>
    <dgm:pt modelId="{BD862D44-6C87-404D-9D7D-4EB1CFBAD291}" type="sibTrans" cxnId="{846F83D0-2151-41FD-A262-108DDE060671}">
      <dgm:prSet/>
      <dgm:spPr/>
      <dgm:t>
        <a:bodyPr/>
        <a:lstStyle/>
        <a:p>
          <a:endParaRPr lang="en-IN"/>
        </a:p>
      </dgm:t>
    </dgm:pt>
    <dgm:pt modelId="{0EBBB4A5-2462-4588-BA85-0EC91FC62118}" type="pres">
      <dgm:prSet presAssocID="{89EF569D-74CC-4F2B-947E-C9D58118FE32}" presName="vert0" presStyleCnt="0">
        <dgm:presLayoutVars>
          <dgm:dir/>
          <dgm:animOne val="branch"/>
          <dgm:animLvl val="lvl"/>
        </dgm:presLayoutVars>
      </dgm:prSet>
      <dgm:spPr/>
    </dgm:pt>
    <dgm:pt modelId="{E38A69B7-7ABC-4CDD-A0A3-368C560F9279}" type="pres">
      <dgm:prSet presAssocID="{FEA90B7E-C7F1-4F4C-BE26-DB28DF92F4E2}" presName="thickLine" presStyleLbl="alignNode1" presStyleIdx="0" presStyleCnt="3"/>
      <dgm:spPr/>
    </dgm:pt>
    <dgm:pt modelId="{7A46CBEF-FF40-4CE2-A468-4E55F6BB79EC}" type="pres">
      <dgm:prSet presAssocID="{FEA90B7E-C7F1-4F4C-BE26-DB28DF92F4E2}" presName="horz1" presStyleCnt="0"/>
      <dgm:spPr/>
    </dgm:pt>
    <dgm:pt modelId="{A3F34B88-0DE4-484C-8036-055CCCFC97CE}" type="pres">
      <dgm:prSet presAssocID="{FEA90B7E-C7F1-4F4C-BE26-DB28DF92F4E2}" presName="tx1" presStyleLbl="revTx" presStyleIdx="0" presStyleCnt="3"/>
      <dgm:spPr/>
    </dgm:pt>
    <dgm:pt modelId="{93AE7690-3059-4FE1-B00B-550157FC6F33}" type="pres">
      <dgm:prSet presAssocID="{FEA90B7E-C7F1-4F4C-BE26-DB28DF92F4E2}" presName="vert1" presStyleCnt="0"/>
      <dgm:spPr/>
    </dgm:pt>
    <dgm:pt modelId="{BEC83E6D-30A1-42BA-BC1B-4446EE85045A}" type="pres">
      <dgm:prSet presAssocID="{62F55D0E-1E2F-43D7-935C-E58364866F2C}" presName="thickLine" presStyleLbl="alignNode1" presStyleIdx="1" presStyleCnt="3"/>
      <dgm:spPr/>
    </dgm:pt>
    <dgm:pt modelId="{3C33EAA3-95DA-4617-A00A-77F6118A0D6C}" type="pres">
      <dgm:prSet presAssocID="{62F55D0E-1E2F-43D7-935C-E58364866F2C}" presName="horz1" presStyleCnt="0"/>
      <dgm:spPr/>
    </dgm:pt>
    <dgm:pt modelId="{CF6F46AA-CA44-42AD-B6BA-B712497F81FA}" type="pres">
      <dgm:prSet presAssocID="{62F55D0E-1E2F-43D7-935C-E58364866F2C}" presName="tx1" presStyleLbl="revTx" presStyleIdx="1" presStyleCnt="3"/>
      <dgm:spPr/>
    </dgm:pt>
    <dgm:pt modelId="{99A8794E-F565-4C39-B355-54A935FCEA02}" type="pres">
      <dgm:prSet presAssocID="{62F55D0E-1E2F-43D7-935C-E58364866F2C}" presName="vert1" presStyleCnt="0"/>
      <dgm:spPr/>
    </dgm:pt>
    <dgm:pt modelId="{7DA7835B-9598-464F-8746-D12FBBE15C17}" type="pres">
      <dgm:prSet presAssocID="{70776AB5-59EA-467B-A75F-48E08451D5F2}" presName="thickLine" presStyleLbl="alignNode1" presStyleIdx="2" presStyleCnt="3"/>
      <dgm:spPr/>
    </dgm:pt>
    <dgm:pt modelId="{D7C8F8EE-D91D-4297-9FCC-58D7B4CB6BB7}" type="pres">
      <dgm:prSet presAssocID="{70776AB5-59EA-467B-A75F-48E08451D5F2}" presName="horz1" presStyleCnt="0"/>
      <dgm:spPr/>
    </dgm:pt>
    <dgm:pt modelId="{BF25CE52-C673-4443-B714-5499D837A9DF}" type="pres">
      <dgm:prSet presAssocID="{70776AB5-59EA-467B-A75F-48E08451D5F2}" presName="tx1" presStyleLbl="revTx" presStyleIdx="2" presStyleCnt="3"/>
      <dgm:spPr/>
    </dgm:pt>
    <dgm:pt modelId="{8826DB88-D5EA-4477-AD3A-5A4F9D31CBD5}" type="pres">
      <dgm:prSet presAssocID="{70776AB5-59EA-467B-A75F-48E08451D5F2}" presName="vert1" presStyleCnt="0"/>
      <dgm:spPr/>
    </dgm:pt>
  </dgm:ptLst>
  <dgm:cxnLst>
    <dgm:cxn modelId="{A41ACB3B-1195-47D7-BB67-C78F2C7FB170}" type="presOf" srcId="{89EF569D-74CC-4F2B-947E-C9D58118FE32}" destId="{0EBBB4A5-2462-4588-BA85-0EC91FC62118}" srcOrd="0" destOrd="0" presId="urn:microsoft.com/office/officeart/2008/layout/LinedList"/>
    <dgm:cxn modelId="{3B761572-0DC8-4068-810A-E21EEB515102}" srcId="{89EF569D-74CC-4F2B-947E-C9D58118FE32}" destId="{62F55D0E-1E2F-43D7-935C-E58364866F2C}" srcOrd="1" destOrd="0" parTransId="{D0F16769-BA36-4B7B-929A-1A2E19E4D77A}" sibTransId="{501B8FC0-28B8-40B9-9D79-6E2055B9AD1F}"/>
    <dgm:cxn modelId="{7792F858-26C7-421E-B8BD-95F899608303}" type="presOf" srcId="{62F55D0E-1E2F-43D7-935C-E58364866F2C}" destId="{CF6F46AA-CA44-42AD-B6BA-B712497F81FA}" srcOrd="0" destOrd="0" presId="urn:microsoft.com/office/officeart/2008/layout/LinedList"/>
    <dgm:cxn modelId="{96A5B8B0-D50B-4AD3-BD64-0CF800A445C8}" type="presOf" srcId="{FEA90B7E-C7F1-4F4C-BE26-DB28DF92F4E2}" destId="{A3F34B88-0DE4-484C-8036-055CCCFC97CE}" srcOrd="0" destOrd="0" presId="urn:microsoft.com/office/officeart/2008/layout/LinedList"/>
    <dgm:cxn modelId="{A9C921B3-0AF4-4FC2-9FE5-C47321DD045D}" type="presOf" srcId="{70776AB5-59EA-467B-A75F-48E08451D5F2}" destId="{BF25CE52-C673-4443-B714-5499D837A9DF}" srcOrd="0" destOrd="0" presId="urn:microsoft.com/office/officeart/2008/layout/LinedList"/>
    <dgm:cxn modelId="{7F0E60C4-6857-42BF-8C12-8A5F013F5888}" srcId="{89EF569D-74CC-4F2B-947E-C9D58118FE32}" destId="{FEA90B7E-C7F1-4F4C-BE26-DB28DF92F4E2}" srcOrd="0" destOrd="0" parTransId="{B03DC5D8-C5E6-4188-975C-AB6C97272A11}" sibTransId="{0D354B46-240E-44EF-AE85-3DC6064AC3DC}"/>
    <dgm:cxn modelId="{846F83D0-2151-41FD-A262-108DDE060671}" srcId="{89EF569D-74CC-4F2B-947E-C9D58118FE32}" destId="{70776AB5-59EA-467B-A75F-48E08451D5F2}" srcOrd="2" destOrd="0" parTransId="{20E95054-2644-434D-94E0-9CF3E98D68DC}" sibTransId="{BD862D44-6C87-404D-9D7D-4EB1CFBAD291}"/>
    <dgm:cxn modelId="{F26D0E66-C4CC-4A55-815D-5FCD6F12DC3E}" type="presParOf" srcId="{0EBBB4A5-2462-4588-BA85-0EC91FC62118}" destId="{E38A69B7-7ABC-4CDD-A0A3-368C560F9279}" srcOrd="0" destOrd="0" presId="urn:microsoft.com/office/officeart/2008/layout/LinedList"/>
    <dgm:cxn modelId="{3BE41CAB-1937-4428-85FE-8CC9E22C085C}" type="presParOf" srcId="{0EBBB4A5-2462-4588-BA85-0EC91FC62118}" destId="{7A46CBEF-FF40-4CE2-A468-4E55F6BB79EC}" srcOrd="1" destOrd="0" presId="urn:microsoft.com/office/officeart/2008/layout/LinedList"/>
    <dgm:cxn modelId="{D52FC4A9-244C-46F7-834F-54AB08AAF2E1}" type="presParOf" srcId="{7A46CBEF-FF40-4CE2-A468-4E55F6BB79EC}" destId="{A3F34B88-0DE4-484C-8036-055CCCFC97CE}" srcOrd="0" destOrd="0" presId="urn:microsoft.com/office/officeart/2008/layout/LinedList"/>
    <dgm:cxn modelId="{000B2E6D-A43A-4FDA-A305-70EEA2B2A812}" type="presParOf" srcId="{7A46CBEF-FF40-4CE2-A468-4E55F6BB79EC}" destId="{93AE7690-3059-4FE1-B00B-550157FC6F33}" srcOrd="1" destOrd="0" presId="urn:microsoft.com/office/officeart/2008/layout/LinedList"/>
    <dgm:cxn modelId="{6EE24C31-A39A-4DBE-A7E8-4F7AAAE1815E}" type="presParOf" srcId="{0EBBB4A5-2462-4588-BA85-0EC91FC62118}" destId="{BEC83E6D-30A1-42BA-BC1B-4446EE85045A}" srcOrd="2" destOrd="0" presId="urn:microsoft.com/office/officeart/2008/layout/LinedList"/>
    <dgm:cxn modelId="{BE72491C-1460-4333-BA7D-A58B99761D95}" type="presParOf" srcId="{0EBBB4A5-2462-4588-BA85-0EC91FC62118}" destId="{3C33EAA3-95DA-4617-A00A-77F6118A0D6C}" srcOrd="3" destOrd="0" presId="urn:microsoft.com/office/officeart/2008/layout/LinedList"/>
    <dgm:cxn modelId="{56158814-5F63-466B-9D11-81D25E8193A6}" type="presParOf" srcId="{3C33EAA3-95DA-4617-A00A-77F6118A0D6C}" destId="{CF6F46AA-CA44-42AD-B6BA-B712497F81FA}" srcOrd="0" destOrd="0" presId="urn:microsoft.com/office/officeart/2008/layout/LinedList"/>
    <dgm:cxn modelId="{DAFB44EF-F872-4A14-9802-7DC4BB08C4B2}" type="presParOf" srcId="{3C33EAA3-95DA-4617-A00A-77F6118A0D6C}" destId="{99A8794E-F565-4C39-B355-54A935FCEA02}" srcOrd="1" destOrd="0" presId="urn:microsoft.com/office/officeart/2008/layout/LinedList"/>
    <dgm:cxn modelId="{860CFD12-7C0C-47CF-9BC5-07205164F0EA}" type="presParOf" srcId="{0EBBB4A5-2462-4588-BA85-0EC91FC62118}" destId="{7DA7835B-9598-464F-8746-D12FBBE15C17}" srcOrd="4" destOrd="0" presId="urn:microsoft.com/office/officeart/2008/layout/LinedList"/>
    <dgm:cxn modelId="{0E31EC52-AFC8-4E19-9F86-C58574D929AF}" type="presParOf" srcId="{0EBBB4A5-2462-4588-BA85-0EC91FC62118}" destId="{D7C8F8EE-D91D-4297-9FCC-58D7B4CB6BB7}" srcOrd="5" destOrd="0" presId="urn:microsoft.com/office/officeart/2008/layout/LinedList"/>
    <dgm:cxn modelId="{4E4F2CB4-558A-41C7-AF93-81A58C6418DF}" type="presParOf" srcId="{D7C8F8EE-D91D-4297-9FCC-58D7B4CB6BB7}" destId="{BF25CE52-C673-4443-B714-5499D837A9DF}" srcOrd="0" destOrd="0" presId="urn:microsoft.com/office/officeart/2008/layout/LinedList"/>
    <dgm:cxn modelId="{ADD45289-3315-444E-AF2B-4987EEB32408}" type="presParOf" srcId="{D7C8F8EE-D91D-4297-9FCC-58D7B4CB6BB7}" destId="{8826DB88-D5EA-4477-AD3A-5A4F9D31CBD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76C3F-7BFE-4680-99C3-9FA38EA52FC4}">
      <dsp:nvSpPr>
        <dsp:cNvPr id="0" name=""/>
        <dsp:cNvSpPr/>
      </dsp:nvSpPr>
      <dsp:spPr>
        <a:xfrm>
          <a:off x="3429107" y="0"/>
          <a:ext cx="1441729" cy="657023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n=1</a:t>
          </a:r>
        </a:p>
      </dsp:txBody>
      <dsp:txXfrm>
        <a:off x="3429107" y="0"/>
        <a:ext cx="1441729" cy="1971069"/>
      </dsp:txXfrm>
    </dsp:sp>
    <dsp:sp modelId="{7D984A81-82BB-478A-9CFA-3AA920FFFC7D}">
      <dsp:nvSpPr>
        <dsp:cNvPr id="0" name=""/>
        <dsp:cNvSpPr/>
      </dsp:nvSpPr>
      <dsp:spPr>
        <a:xfrm>
          <a:off x="1747089" y="0"/>
          <a:ext cx="1441729" cy="657023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n=2</a:t>
          </a:r>
        </a:p>
      </dsp:txBody>
      <dsp:txXfrm>
        <a:off x="1747089" y="0"/>
        <a:ext cx="1441729" cy="1971069"/>
      </dsp:txXfrm>
    </dsp:sp>
    <dsp:sp modelId="{9C3F7A4F-A036-41E3-9D4E-B13CE87A2891}">
      <dsp:nvSpPr>
        <dsp:cNvPr id="0" name=""/>
        <dsp:cNvSpPr/>
      </dsp:nvSpPr>
      <dsp:spPr>
        <a:xfrm>
          <a:off x="65072" y="0"/>
          <a:ext cx="1441729" cy="657023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98704" tIns="298704" rIns="298704" bIns="298704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kern="1200" dirty="0"/>
            <a:t>n=3</a:t>
          </a:r>
        </a:p>
      </dsp:txBody>
      <dsp:txXfrm>
        <a:off x="65072" y="0"/>
        <a:ext cx="1441729" cy="1971069"/>
      </dsp:txXfrm>
    </dsp:sp>
    <dsp:sp modelId="{92D6D36A-BE3A-4FFC-B02D-180BBFB4B25C}">
      <dsp:nvSpPr>
        <dsp:cNvPr id="0" name=""/>
        <dsp:cNvSpPr/>
      </dsp:nvSpPr>
      <dsp:spPr>
        <a:xfrm>
          <a:off x="185216" y="3838884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tower(3,A,B,C)</a:t>
          </a:r>
        </a:p>
      </dsp:txBody>
      <dsp:txXfrm>
        <a:off x="202810" y="3856478"/>
        <a:ext cx="1166252" cy="565532"/>
      </dsp:txXfrm>
    </dsp:sp>
    <dsp:sp modelId="{9D32BE6C-11BA-4F47-A71A-7D0E95F8997C}">
      <dsp:nvSpPr>
        <dsp:cNvPr id="0" name=""/>
        <dsp:cNvSpPr/>
      </dsp:nvSpPr>
      <dsp:spPr>
        <a:xfrm rot="17154128">
          <a:off x="676539" y="3190329"/>
          <a:ext cx="1956235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1956235" y="822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700" kern="1200"/>
        </a:p>
      </dsp:txBody>
      <dsp:txXfrm>
        <a:off x="1605751" y="3149652"/>
        <a:ext cx="97811" cy="97811"/>
      </dsp:txXfrm>
    </dsp:sp>
    <dsp:sp modelId="{F7A1EDBD-5750-450C-AB0F-21D90A929DB6}">
      <dsp:nvSpPr>
        <dsp:cNvPr id="0" name=""/>
        <dsp:cNvSpPr/>
      </dsp:nvSpPr>
      <dsp:spPr>
        <a:xfrm>
          <a:off x="1922656" y="1957512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tower(2,A,C,B)</a:t>
          </a:r>
        </a:p>
      </dsp:txBody>
      <dsp:txXfrm>
        <a:off x="1940250" y="1975106"/>
        <a:ext cx="1166252" cy="565532"/>
      </dsp:txXfrm>
    </dsp:sp>
    <dsp:sp modelId="{9970D992-A77C-4A43-B584-AB4BF504F4CA}">
      <dsp:nvSpPr>
        <dsp:cNvPr id="0" name=""/>
        <dsp:cNvSpPr/>
      </dsp:nvSpPr>
      <dsp:spPr>
        <a:xfrm rot="18959413">
          <a:off x="3041108" y="2044290"/>
          <a:ext cx="591130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591130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321896" y="2037740"/>
        <a:ext cx="29556" cy="29556"/>
      </dsp:txXfrm>
    </dsp:sp>
    <dsp:sp modelId="{65CD82AC-8597-4605-BBCC-69C5191862F1}">
      <dsp:nvSpPr>
        <dsp:cNvPr id="0" name=""/>
        <dsp:cNvSpPr/>
      </dsp:nvSpPr>
      <dsp:spPr>
        <a:xfrm>
          <a:off x="3549251" y="1546805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tower(1,A,B,C)</a:t>
          </a:r>
        </a:p>
      </dsp:txBody>
      <dsp:txXfrm>
        <a:off x="3566845" y="1564399"/>
        <a:ext cx="1166252" cy="565532"/>
      </dsp:txXfrm>
    </dsp:sp>
    <dsp:sp modelId="{62C1CBCB-A3F6-49D5-BA28-51D1861047A0}">
      <dsp:nvSpPr>
        <dsp:cNvPr id="0" name=""/>
        <dsp:cNvSpPr/>
      </dsp:nvSpPr>
      <dsp:spPr>
        <a:xfrm>
          <a:off x="4750692" y="1838937"/>
          <a:ext cx="522146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522146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998711" y="1834112"/>
        <a:ext cx="26107" cy="26107"/>
      </dsp:txXfrm>
    </dsp:sp>
    <dsp:sp modelId="{6D6C6926-15A4-4A58-9A4E-FC67883CBA2D}">
      <dsp:nvSpPr>
        <dsp:cNvPr id="0" name=""/>
        <dsp:cNvSpPr/>
      </dsp:nvSpPr>
      <dsp:spPr>
        <a:xfrm>
          <a:off x="5272838" y="1546805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 -&gt; B</a:t>
          </a:r>
        </a:p>
      </dsp:txBody>
      <dsp:txXfrm>
        <a:off x="5290432" y="1564399"/>
        <a:ext cx="1166252" cy="565532"/>
      </dsp:txXfrm>
    </dsp:sp>
    <dsp:sp modelId="{290851C4-379D-4B82-8969-191948815907}">
      <dsp:nvSpPr>
        <dsp:cNvPr id="0" name=""/>
        <dsp:cNvSpPr/>
      </dsp:nvSpPr>
      <dsp:spPr>
        <a:xfrm rot="2416425">
          <a:off x="3058054" y="2429754"/>
          <a:ext cx="557239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557239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322743" y="2424052"/>
        <a:ext cx="27861" cy="27861"/>
      </dsp:txXfrm>
    </dsp:sp>
    <dsp:sp modelId="{84AA73B2-B39F-4B5B-8FDB-B72C087765A7}">
      <dsp:nvSpPr>
        <dsp:cNvPr id="0" name=""/>
        <dsp:cNvSpPr/>
      </dsp:nvSpPr>
      <dsp:spPr>
        <a:xfrm>
          <a:off x="3549251" y="2317734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 -&gt; C</a:t>
          </a:r>
        </a:p>
      </dsp:txBody>
      <dsp:txXfrm>
        <a:off x="3566845" y="2335328"/>
        <a:ext cx="1166252" cy="565532"/>
      </dsp:txXfrm>
    </dsp:sp>
    <dsp:sp modelId="{336F3928-0960-41B0-BCD3-FD5B9642FDB1}">
      <dsp:nvSpPr>
        <dsp:cNvPr id="0" name=""/>
        <dsp:cNvSpPr/>
      </dsp:nvSpPr>
      <dsp:spPr>
        <a:xfrm rot="4022193">
          <a:off x="2748488" y="2816732"/>
          <a:ext cx="1231793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1231793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333590" y="2794166"/>
        <a:ext cx="61589" cy="61589"/>
      </dsp:txXfrm>
    </dsp:sp>
    <dsp:sp modelId="{AC1B4310-7B1D-4075-8623-993A8D16AF8F}">
      <dsp:nvSpPr>
        <dsp:cNvPr id="0" name=""/>
        <dsp:cNvSpPr/>
      </dsp:nvSpPr>
      <dsp:spPr>
        <a:xfrm>
          <a:off x="3604673" y="3091690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tower(1,B,C,A)</a:t>
          </a:r>
        </a:p>
      </dsp:txBody>
      <dsp:txXfrm>
        <a:off x="3622267" y="3109284"/>
        <a:ext cx="1166252" cy="565532"/>
      </dsp:txXfrm>
    </dsp:sp>
    <dsp:sp modelId="{F22F18F1-EB72-4194-906F-368E0CDC2380}">
      <dsp:nvSpPr>
        <dsp:cNvPr id="0" name=""/>
        <dsp:cNvSpPr/>
      </dsp:nvSpPr>
      <dsp:spPr>
        <a:xfrm rot="28178">
          <a:off x="4806106" y="3385774"/>
          <a:ext cx="476387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476387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5032390" y="3382093"/>
        <a:ext cx="23819" cy="23819"/>
      </dsp:txXfrm>
    </dsp:sp>
    <dsp:sp modelId="{D4EE63FD-3F29-4249-81FB-38F7DC54B7EC}">
      <dsp:nvSpPr>
        <dsp:cNvPr id="0" name=""/>
        <dsp:cNvSpPr/>
      </dsp:nvSpPr>
      <dsp:spPr>
        <a:xfrm>
          <a:off x="5282486" y="3095595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B -&gt; C</a:t>
          </a:r>
        </a:p>
      </dsp:txBody>
      <dsp:txXfrm>
        <a:off x="5300080" y="3113189"/>
        <a:ext cx="1166252" cy="565532"/>
      </dsp:txXfrm>
    </dsp:sp>
    <dsp:sp modelId="{D5316049-2381-47FD-81ED-8F2E0DCB3378}">
      <dsp:nvSpPr>
        <dsp:cNvPr id="0" name=""/>
        <dsp:cNvSpPr/>
      </dsp:nvSpPr>
      <dsp:spPr>
        <a:xfrm rot="19457599">
          <a:off x="1331029" y="3958308"/>
          <a:ext cx="591831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591831" y="822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612149" y="3951741"/>
        <a:ext cx="29591" cy="29591"/>
      </dsp:txXfrm>
    </dsp:sp>
    <dsp:sp modelId="{50AA7A28-C753-4754-A735-C35FEE81E385}">
      <dsp:nvSpPr>
        <dsp:cNvPr id="0" name=""/>
        <dsp:cNvSpPr/>
      </dsp:nvSpPr>
      <dsp:spPr>
        <a:xfrm>
          <a:off x="1867233" y="3493470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 -&gt; B</a:t>
          </a:r>
        </a:p>
      </dsp:txBody>
      <dsp:txXfrm>
        <a:off x="1884827" y="3511064"/>
        <a:ext cx="1166252" cy="565532"/>
      </dsp:txXfrm>
    </dsp:sp>
    <dsp:sp modelId="{F8ECF134-89B5-4741-A43C-CB1117843DB4}">
      <dsp:nvSpPr>
        <dsp:cNvPr id="0" name=""/>
        <dsp:cNvSpPr/>
      </dsp:nvSpPr>
      <dsp:spPr>
        <a:xfrm rot="3907178">
          <a:off x="1055816" y="4649137"/>
          <a:ext cx="1142257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1142257" y="8228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1598389" y="4628809"/>
        <a:ext cx="57112" cy="57112"/>
      </dsp:txXfrm>
    </dsp:sp>
    <dsp:sp modelId="{4B7ADBCC-1A87-45E8-81D7-37413822D160}">
      <dsp:nvSpPr>
        <dsp:cNvPr id="0" name=""/>
        <dsp:cNvSpPr/>
      </dsp:nvSpPr>
      <dsp:spPr>
        <a:xfrm>
          <a:off x="1867233" y="4875127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tower(2,C,B,A)</a:t>
          </a:r>
        </a:p>
      </dsp:txBody>
      <dsp:txXfrm>
        <a:off x="1884827" y="4892721"/>
        <a:ext cx="1166252" cy="565532"/>
      </dsp:txXfrm>
    </dsp:sp>
    <dsp:sp modelId="{E74C8327-69CD-4C54-94A5-2BF2D1400AF1}">
      <dsp:nvSpPr>
        <dsp:cNvPr id="0" name=""/>
        <dsp:cNvSpPr/>
      </dsp:nvSpPr>
      <dsp:spPr>
        <a:xfrm rot="18289469">
          <a:off x="2888190" y="4821844"/>
          <a:ext cx="841544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841544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87924" y="4809034"/>
        <a:ext cx="42077" cy="42077"/>
      </dsp:txXfrm>
    </dsp:sp>
    <dsp:sp modelId="{5031074F-7FF0-42AB-898D-4BB76958AB22}">
      <dsp:nvSpPr>
        <dsp:cNvPr id="0" name=""/>
        <dsp:cNvSpPr/>
      </dsp:nvSpPr>
      <dsp:spPr>
        <a:xfrm>
          <a:off x="3549251" y="4184298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tower(1,C,A,B)</a:t>
          </a:r>
        </a:p>
      </dsp:txBody>
      <dsp:txXfrm>
        <a:off x="3566845" y="4201892"/>
        <a:ext cx="1166252" cy="565532"/>
      </dsp:txXfrm>
    </dsp:sp>
    <dsp:sp modelId="{D2A0F004-149B-4A15-8772-F8EB21E0F947}">
      <dsp:nvSpPr>
        <dsp:cNvPr id="0" name=""/>
        <dsp:cNvSpPr/>
      </dsp:nvSpPr>
      <dsp:spPr>
        <a:xfrm>
          <a:off x="4750692" y="4476430"/>
          <a:ext cx="480576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480576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978966" y="4472644"/>
        <a:ext cx="24028" cy="24028"/>
      </dsp:txXfrm>
    </dsp:sp>
    <dsp:sp modelId="{EEFDD2BD-3380-4212-8E5E-FFC4E779B110}">
      <dsp:nvSpPr>
        <dsp:cNvPr id="0" name=""/>
        <dsp:cNvSpPr/>
      </dsp:nvSpPr>
      <dsp:spPr>
        <a:xfrm>
          <a:off x="5231268" y="4184298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 -&gt; A</a:t>
          </a:r>
        </a:p>
      </dsp:txBody>
      <dsp:txXfrm>
        <a:off x="5248862" y="4201892"/>
        <a:ext cx="1166252" cy="565532"/>
      </dsp:txXfrm>
    </dsp:sp>
    <dsp:sp modelId="{69D50EF7-12D0-4D9B-AF19-7F0019244CA0}">
      <dsp:nvSpPr>
        <dsp:cNvPr id="0" name=""/>
        <dsp:cNvSpPr/>
      </dsp:nvSpPr>
      <dsp:spPr>
        <a:xfrm>
          <a:off x="3068674" y="5167258"/>
          <a:ext cx="480576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480576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96948" y="5163473"/>
        <a:ext cx="24028" cy="24028"/>
      </dsp:txXfrm>
    </dsp:sp>
    <dsp:sp modelId="{1388CF50-9DB9-4E14-9F68-EDF7DA30A73B}">
      <dsp:nvSpPr>
        <dsp:cNvPr id="0" name=""/>
        <dsp:cNvSpPr/>
      </dsp:nvSpPr>
      <dsp:spPr>
        <a:xfrm>
          <a:off x="3549251" y="4875127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C -&gt; B</a:t>
          </a:r>
        </a:p>
      </dsp:txBody>
      <dsp:txXfrm>
        <a:off x="3566845" y="4892721"/>
        <a:ext cx="1166252" cy="565532"/>
      </dsp:txXfrm>
    </dsp:sp>
    <dsp:sp modelId="{0C89FCF3-DFE8-4EF7-87BF-B0D4F11EE157}">
      <dsp:nvSpPr>
        <dsp:cNvPr id="0" name=""/>
        <dsp:cNvSpPr/>
      </dsp:nvSpPr>
      <dsp:spPr>
        <a:xfrm rot="3310531">
          <a:off x="2888190" y="5512673"/>
          <a:ext cx="841544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841544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3287924" y="5499863"/>
        <a:ext cx="42077" cy="42077"/>
      </dsp:txXfrm>
    </dsp:sp>
    <dsp:sp modelId="{39F8DE53-6F2C-4416-A530-E3CEE594E4BA}">
      <dsp:nvSpPr>
        <dsp:cNvPr id="0" name=""/>
        <dsp:cNvSpPr/>
      </dsp:nvSpPr>
      <dsp:spPr>
        <a:xfrm>
          <a:off x="3549251" y="5565956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tower(1,A,B,C)</a:t>
          </a:r>
        </a:p>
      </dsp:txBody>
      <dsp:txXfrm>
        <a:off x="3566845" y="5583550"/>
        <a:ext cx="1166252" cy="565532"/>
      </dsp:txXfrm>
    </dsp:sp>
    <dsp:sp modelId="{172ACB96-7D1F-46E9-BF1E-09F4EC4AD96F}">
      <dsp:nvSpPr>
        <dsp:cNvPr id="0" name=""/>
        <dsp:cNvSpPr/>
      </dsp:nvSpPr>
      <dsp:spPr>
        <a:xfrm>
          <a:off x="4750692" y="5858087"/>
          <a:ext cx="480576" cy="16457"/>
        </a:xfrm>
        <a:custGeom>
          <a:avLst/>
          <a:gdLst/>
          <a:ahLst/>
          <a:cxnLst/>
          <a:rect l="0" t="0" r="0" b="0"/>
          <a:pathLst>
            <a:path>
              <a:moveTo>
                <a:pt x="0" y="8228"/>
              </a:moveTo>
              <a:lnTo>
                <a:pt x="480576" y="8228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4978966" y="5854301"/>
        <a:ext cx="24028" cy="24028"/>
      </dsp:txXfrm>
    </dsp:sp>
    <dsp:sp modelId="{6540F4C4-C551-4C71-8266-7EC17BAE3A1F}">
      <dsp:nvSpPr>
        <dsp:cNvPr id="0" name=""/>
        <dsp:cNvSpPr/>
      </dsp:nvSpPr>
      <dsp:spPr>
        <a:xfrm>
          <a:off x="5231268" y="5565956"/>
          <a:ext cx="1201440" cy="6007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 dirty="0"/>
            <a:t>A -&gt; B</a:t>
          </a:r>
        </a:p>
      </dsp:txBody>
      <dsp:txXfrm>
        <a:off x="5248862" y="5583550"/>
        <a:ext cx="1166252" cy="5655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506367-2414-47CB-A392-A0F2E83D98B1}">
      <dsp:nvSpPr>
        <dsp:cNvPr id="0" name=""/>
        <dsp:cNvSpPr/>
      </dsp:nvSpPr>
      <dsp:spPr>
        <a:xfrm>
          <a:off x="1748064" y="2975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user-defined data type</a:t>
          </a:r>
        </a:p>
      </dsp:txBody>
      <dsp:txXfrm>
        <a:off x="1748064" y="2975"/>
        <a:ext cx="3342605" cy="2005563"/>
      </dsp:txXfrm>
    </dsp:sp>
    <dsp:sp modelId="{571376C0-ED49-4D66-860D-D75C4CE3C240}">
      <dsp:nvSpPr>
        <dsp:cNvPr id="0" name=""/>
        <dsp:cNvSpPr/>
      </dsp:nvSpPr>
      <dsp:spPr>
        <a:xfrm>
          <a:off x="5424930" y="2975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Groups Related Data Efficiently</a:t>
          </a:r>
        </a:p>
      </dsp:txBody>
      <dsp:txXfrm>
        <a:off x="5424930" y="2975"/>
        <a:ext cx="3342605" cy="2005563"/>
      </dsp:txXfrm>
    </dsp:sp>
    <dsp:sp modelId="{233E3729-68CF-44AD-9E06-B26B876F76EA}">
      <dsp:nvSpPr>
        <dsp:cNvPr id="0" name=""/>
        <dsp:cNvSpPr/>
      </dsp:nvSpPr>
      <dsp:spPr>
        <a:xfrm>
          <a:off x="1748064" y="2342799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3000" kern="1200" dirty="0"/>
            <a:t>Improve code readability</a:t>
          </a:r>
        </a:p>
      </dsp:txBody>
      <dsp:txXfrm>
        <a:off x="1748064" y="2342799"/>
        <a:ext cx="3342605" cy="2005563"/>
      </dsp:txXfrm>
    </dsp:sp>
    <dsp:sp modelId="{546EED57-E6BA-44F6-8810-E2F85150D546}">
      <dsp:nvSpPr>
        <dsp:cNvPr id="0" name=""/>
        <dsp:cNvSpPr/>
      </dsp:nvSpPr>
      <dsp:spPr>
        <a:xfrm>
          <a:off x="5424930" y="2342799"/>
          <a:ext cx="3342605" cy="2005563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Useful for modeling real-world entities (e.g., Student, Employee)</a:t>
          </a:r>
          <a:endParaRPr lang="en-IN" sz="3000" kern="1200" dirty="0"/>
        </a:p>
      </dsp:txBody>
      <dsp:txXfrm>
        <a:off x="5424930" y="2342799"/>
        <a:ext cx="3342605" cy="20055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8CB85-7169-4A7D-91A6-728D9F3A310D}">
      <dsp:nvSpPr>
        <dsp:cNvPr id="0" name=""/>
        <dsp:cNvSpPr/>
      </dsp:nvSpPr>
      <dsp:spPr>
        <a:xfrm>
          <a:off x="0" y="2124"/>
          <a:ext cx="10350731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B32310A-3F8C-4DA7-9D19-18785E0CD861}">
      <dsp:nvSpPr>
        <dsp:cNvPr id="0" name=""/>
        <dsp:cNvSpPr/>
      </dsp:nvSpPr>
      <dsp:spPr>
        <a:xfrm>
          <a:off x="0" y="2124"/>
          <a:ext cx="10350731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structure variable / structure pointer is created</a:t>
          </a:r>
          <a:endParaRPr lang="en-IN" sz="4100" kern="1200" dirty="0"/>
        </a:p>
      </dsp:txBody>
      <dsp:txXfrm>
        <a:off x="0" y="2124"/>
        <a:ext cx="10350731" cy="1449029"/>
      </dsp:txXfrm>
    </dsp:sp>
    <dsp:sp modelId="{628E35E7-1906-4A03-826A-75F4F889B8B0}">
      <dsp:nvSpPr>
        <dsp:cNvPr id="0" name=""/>
        <dsp:cNvSpPr/>
      </dsp:nvSpPr>
      <dsp:spPr>
        <a:xfrm>
          <a:off x="0" y="1451154"/>
          <a:ext cx="10350731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2F806C4-BC50-40B5-9FFB-15ECB8AF67AA}">
      <dsp:nvSpPr>
        <dsp:cNvPr id="0" name=""/>
        <dsp:cNvSpPr/>
      </dsp:nvSpPr>
      <dsp:spPr>
        <a:xfrm>
          <a:off x="0" y="1451154"/>
          <a:ext cx="10350731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using ‘.’ operator with structure variable</a:t>
          </a:r>
          <a:endParaRPr lang="en-IN" sz="4100" kern="1200" dirty="0"/>
        </a:p>
      </dsp:txBody>
      <dsp:txXfrm>
        <a:off x="0" y="1451154"/>
        <a:ext cx="10350731" cy="1449029"/>
      </dsp:txXfrm>
    </dsp:sp>
    <dsp:sp modelId="{3101E4A4-85D3-42A0-9ED5-789B47A447B4}">
      <dsp:nvSpPr>
        <dsp:cNvPr id="0" name=""/>
        <dsp:cNvSpPr/>
      </dsp:nvSpPr>
      <dsp:spPr>
        <a:xfrm>
          <a:off x="0" y="2900183"/>
          <a:ext cx="10350731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B499391-7937-4C2F-B76B-DE18B0CBC0BA}">
      <dsp:nvSpPr>
        <dsp:cNvPr id="0" name=""/>
        <dsp:cNvSpPr/>
      </dsp:nvSpPr>
      <dsp:spPr>
        <a:xfrm>
          <a:off x="0" y="2900183"/>
          <a:ext cx="10350731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/>
            <a:t>using ‘-&gt;’ operator with structure pointer</a:t>
          </a:r>
          <a:endParaRPr lang="en-IN" sz="4100" kern="1200" dirty="0"/>
        </a:p>
      </dsp:txBody>
      <dsp:txXfrm>
        <a:off x="0" y="2900183"/>
        <a:ext cx="10350731" cy="144902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A69B7-7ABC-4CDD-A0A3-368C560F9279}">
      <dsp:nvSpPr>
        <dsp:cNvPr id="0" name=""/>
        <dsp:cNvSpPr/>
      </dsp:nvSpPr>
      <dsp:spPr>
        <a:xfrm>
          <a:off x="0" y="1744"/>
          <a:ext cx="4515196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3F34B88-0DE4-484C-8036-055CCCFC97CE}">
      <dsp:nvSpPr>
        <dsp:cNvPr id="0" name=""/>
        <dsp:cNvSpPr/>
      </dsp:nvSpPr>
      <dsp:spPr>
        <a:xfrm>
          <a:off x="0" y="1744"/>
          <a:ext cx="4515196" cy="1189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 structure without a name</a:t>
          </a:r>
          <a:endParaRPr lang="en-IN" sz="2500" kern="1200" dirty="0"/>
        </a:p>
      </dsp:txBody>
      <dsp:txXfrm>
        <a:off x="0" y="1744"/>
        <a:ext cx="4515196" cy="1189419"/>
      </dsp:txXfrm>
    </dsp:sp>
    <dsp:sp modelId="{BEC83E6D-30A1-42BA-BC1B-4446EE85045A}">
      <dsp:nvSpPr>
        <dsp:cNvPr id="0" name=""/>
        <dsp:cNvSpPr/>
      </dsp:nvSpPr>
      <dsp:spPr>
        <a:xfrm>
          <a:off x="0" y="1191163"/>
          <a:ext cx="4515196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6F46AA-CA44-42AD-B6BA-B712497F81FA}">
      <dsp:nvSpPr>
        <dsp:cNvPr id="0" name=""/>
        <dsp:cNvSpPr/>
      </dsp:nvSpPr>
      <dsp:spPr>
        <a:xfrm>
          <a:off x="0" y="1191163"/>
          <a:ext cx="4515196" cy="1189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struct variable should be created at the time of structure definition</a:t>
          </a:r>
        </a:p>
      </dsp:txBody>
      <dsp:txXfrm>
        <a:off x="0" y="1191163"/>
        <a:ext cx="4515196" cy="1189419"/>
      </dsp:txXfrm>
    </dsp:sp>
    <dsp:sp modelId="{7DA7835B-9598-464F-8746-D12FBBE15C17}">
      <dsp:nvSpPr>
        <dsp:cNvPr id="0" name=""/>
        <dsp:cNvSpPr/>
      </dsp:nvSpPr>
      <dsp:spPr>
        <a:xfrm>
          <a:off x="0" y="2380583"/>
          <a:ext cx="4515196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25CE52-C673-4443-B714-5499D837A9DF}">
      <dsp:nvSpPr>
        <dsp:cNvPr id="0" name=""/>
        <dsp:cNvSpPr/>
      </dsp:nvSpPr>
      <dsp:spPr>
        <a:xfrm>
          <a:off x="0" y="2380583"/>
          <a:ext cx="4515196" cy="1189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usually used along with typedef</a:t>
          </a:r>
        </a:p>
      </dsp:txBody>
      <dsp:txXfrm>
        <a:off x="0" y="2380583"/>
        <a:ext cx="4515196" cy="11894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8A69B7-7ABC-4CDD-A0A3-368C560F9279}">
      <dsp:nvSpPr>
        <dsp:cNvPr id="0" name=""/>
        <dsp:cNvSpPr/>
      </dsp:nvSpPr>
      <dsp:spPr>
        <a:xfrm>
          <a:off x="0" y="1744"/>
          <a:ext cx="4515196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3F34B88-0DE4-484C-8036-055CCCFC97CE}">
      <dsp:nvSpPr>
        <dsp:cNvPr id="0" name=""/>
        <dsp:cNvSpPr/>
      </dsp:nvSpPr>
      <dsp:spPr>
        <a:xfrm>
          <a:off x="0" y="1744"/>
          <a:ext cx="4515196" cy="1189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 structure that includes a pointer to itself</a:t>
          </a:r>
          <a:endParaRPr lang="en-IN" sz="2400" kern="1200" dirty="0"/>
        </a:p>
      </dsp:txBody>
      <dsp:txXfrm>
        <a:off x="0" y="1744"/>
        <a:ext cx="4515196" cy="1189419"/>
      </dsp:txXfrm>
    </dsp:sp>
    <dsp:sp modelId="{BEC83E6D-30A1-42BA-BC1B-4446EE85045A}">
      <dsp:nvSpPr>
        <dsp:cNvPr id="0" name=""/>
        <dsp:cNvSpPr/>
      </dsp:nvSpPr>
      <dsp:spPr>
        <a:xfrm>
          <a:off x="0" y="1191163"/>
          <a:ext cx="4515196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F6F46AA-CA44-42AD-B6BA-B712497F81FA}">
      <dsp:nvSpPr>
        <dsp:cNvPr id="0" name=""/>
        <dsp:cNvSpPr/>
      </dsp:nvSpPr>
      <dsp:spPr>
        <a:xfrm>
          <a:off x="0" y="1191163"/>
          <a:ext cx="4515196" cy="1189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essential for implementing dynamic data structures like linked lists, trees, and graphs.</a:t>
          </a:r>
        </a:p>
      </dsp:txBody>
      <dsp:txXfrm>
        <a:off x="0" y="1191163"/>
        <a:ext cx="4515196" cy="1189419"/>
      </dsp:txXfrm>
    </dsp:sp>
    <dsp:sp modelId="{7DA7835B-9598-464F-8746-D12FBBE15C17}">
      <dsp:nvSpPr>
        <dsp:cNvPr id="0" name=""/>
        <dsp:cNvSpPr/>
      </dsp:nvSpPr>
      <dsp:spPr>
        <a:xfrm>
          <a:off x="0" y="2380583"/>
          <a:ext cx="4515196" cy="0"/>
        </a:xfrm>
        <a:prstGeom prst="lin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F25CE52-C673-4443-B714-5499D837A9DF}">
      <dsp:nvSpPr>
        <dsp:cNvPr id="0" name=""/>
        <dsp:cNvSpPr/>
      </dsp:nvSpPr>
      <dsp:spPr>
        <a:xfrm>
          <a:off x="0" y="2380583"/>
          <a:ext cx="4515196" cy="11894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Contains at least one member that is a pointer to the same type of structure.</a:t>
          </a:r>
        </a:p>
      </dsp:txBody>
      <dsp:txXfrm>
        <a:off x="0" y="2380583"/>
        <a:ext cx="4515196" cy="11894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9E3336-A505-459E-8E03-DC2286A57B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637A4-BF03-41BA-929A-34BAD09B93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2DE5C-7B03-4659-89AA-40A9BF92DB08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E878-384C-4024-B5AD-5B363ACC29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2D2C9-19F7-4861-A339-4E98377C7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9C74B-7FCA-4BDB-B64E-964971893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7396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7FF29-2EE4-4F41-A5BA-854A50675B30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5EDDB-747F-4FD7-9E4F-29873C185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27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4C3A67-9F0B-42D2-9429-B440532A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E7FE8F-6623-4C67-B4B2-F8E79ABFE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F7A65B-4F60-416C-BABE-DEE295E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413B-541C-46EC-B7C7-D7D2EFE0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D169-BA10-4F97-8CF0-8C8038AA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33DDBA-62C7-4E06-81A3-8330C9B1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DB05-A086-4599-9718-2BE5A85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030A-373A-4D61-8E96-81AEEEE7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C54B75-5929-46E5-81D4-9D38C76A4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E42B-FDDE-4FB6-81D1-803E075F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F01F-CFA9-4698-84FA-2196FC681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DCB14-59C4-4FC4-B05F-E68D8A01F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149D-D234-4152-9A3F-9607324E1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5645F36-4829-4E4D-B978-DB2EB081F561}"/>
              </a:ext>
            </a:extLst>
          </p:cNvPr>
          <p:cNvSpPr txBox="1">
            <a:spLocks/>
          </p:cNvSpPr>
          <p:nvPr userDrawn="1"/>
        </p:nvSpPr>
        <p:spPr>
          <a:xfrm>
            <a:off x="9289473" y="67287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0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6462-1D3E-48CC-AA9E-7231921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5E76-3DA7-44D3-91A9-270F1704E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C927A-49EC-4428-8707-F2577951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3779D-2B47-46E1-9133-4EEA6F06C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F048B-28DE-4BA8-8BE6-523A7A581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8E6367-51F3-4F84-BAE9-54D89385F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CEA3-0CAB-4622-A168-D5165DB8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713C18-3C63-4F9B-B4D3-D64159F0F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F25AE4-F0CF-4AAC-AAC1-E906C3917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D92-EF4D-4E69-952F-BD510571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F646-3090-4B2F-BB27-D26490B3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D3FE6-B636-41C0-909E-8A178D4F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F003-8F43-4583-B02A-A2A8130D0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309A-703A-4966-B9B6-28290269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63B9-D48D-437C-9B01-69C9F8FA2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F2BD4-D7C5-4A57-AB55-71EE4B1F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5A60E-6F2E-465F-86F1-B23B34014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4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CED6-100C-4D69-8887-7E5202C3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EADFA-F74C-4964-8024-7AB29728F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7C846D-89CD-4A77-BCCC-0FC4081A1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4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78C7F-C988-417B-BD0E-5BD9B5303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11752-9051-4514-819C-1C1329393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53B367-E15F-454E-B63E-48F7698A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9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61068-615C-4652-9466-5E82A71D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10515600" cy="115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C32A-A76D-4CC4-AF53-1609D976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E34F3C-BC6A-48EC-B4DC-C8A13F68D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04026" y="42936"/>
            <a:ext cx="600889" cy="4270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AF5A7C-CAC5-4698-B700-63ECF741EC9B}"/>
              </a:ext>
            </a:extLst>
          </p:cNvPr>
          <p:cNvCxnSpPr>
            <a:cxnSpLocks/>
          </p:cNvCxnSpPr>
          <p:nvPr userDrawn="1"/>
        </p:nvCxnSpPr>
        <p:spPr>
          <a:xfrm>
            <a:off x="191007" y="281693"/>
            <a:ext cx="11335778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7B5CFC-076B-4B96-A036-69C797C98B9D}"/>
              </a:ext>
            </a:extLst>
          </p:cNvPr>
          <p:cNvCxnSpPr>
            <a:cxnSpLocks/>
          </p:cNvCxnSpPr>
          <p:nvPr userDrawn="1"/>
        </p:nvCxnSpPr>
        <p:spPr>
          <a:xfrm>
            <a:off x="191007" y="6601560"/>
            <a:ext cx="11818113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D0074A-D602-4190-91FB-6A146F2CD90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747865" y="590440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C6BAF-0171-4CAF-B9A2-41EA866ED5B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804471" y="6204854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9C4DEF-AE83-44BD-ACF7-FB217F67228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78963" y="20419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A3BC15-7E19-4093-A978-B720615129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2161" y="204198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F11D-79F1-4ECD-AED7-6C4C12C7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CFA5F-A5A6-4E8D-868D-48E97050F192}"/>
              </a:ext>
            </a:extLst>
          </p:cNvPr>
          <p:cNvSpPr txBox="1"/>
          <p:nvPr userDrawn="1"/>
        </p:nvSpPr>
        <p:spPr>
          <a:xfrm>
            <a:off x="311727" y="6572100"/>
            <a:ext cx="1666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© C-DAC Bangalore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3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8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9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5EFC91-FA16-4584-9345-5DA4DE2D5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0910"/>
            <a:ext cx="9144000" cy="58807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Post Graduate Diploma in Advanced Computing (PG-DAC)</a:t>
            </a:r>
          </a:p>
          <a:p>
            <a:r>
              <a:rPr lang="en-IN" dirty="0"/>
              <a:t>ACTS, C-DAC Bangalore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086A-2E5C-42A0-BA16-C4A70A56A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33CAF-AE04-4404-A053-CA6B8263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10515600" cy="2637917"/>
          </a:xfrm>
        </p:spPr>
        <p:txBody>
          <a:bodyPr/>
          <a:lstStyle/>
          <a:p>
            <a:pPr algn="ctr"/>
            <a:r>
              <a:rPr lang="en-US" dirty="0"/>
              <a:t>C++ Programming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213A7-E6AF-4581-8DC3-DFCEBE3EC309}"/>
              </a:ext>
            </a:extLst>
          </p:cNvPr>
          <p:cNvSpPr txBox="1">
            <a:spLocks/>
          </p:cNvSpPr>
          <p:nvPr/>
        </p:nvSpPr>
        <p:spPr>
          <a:xfrm>
            <a:off x="735624" y="3990530"/>
            <a:ext cx="1532792" cy="282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dirty="0"/>
              <a:t>Topics Covered:</a:t>
            </a:r>
            <a:endParaRPr lang="en-IN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CF182E-8484-41BA-B88C-B70F4394ECE3}"/>
              </a:ext>
            </a:extLst>
          </p:cNvPr>
          <p:cNvSpPr txBox="1">
            <a:spLocks/>
          </p:cNvSpPr>
          <p:nvPr/>
        </p:nvSpPr>
        <p:spPr>
          <a:xfrm>
            <a:off x="735624" y="4448848"/>
            <a:ext cx="8760068" cy="2048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Arrays &amp; Functions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Recursive Functions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Factorial using recursion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000" dirty="0"/>
              <a:t>Tower of Hanoi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Typedef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Structures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Unions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614202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B8D1F32-0783-43F5-8514-F0D6E439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&amp; Functions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5B8343-1736-42E8-80A4-753BF412D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33C24-74D3-4895-86AF-14C220AB3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730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294A1-BAD1-4183-878C-20E4CF496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Passing Array To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8E572-8576-4956-935C-E7359DF63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Array name is passed as argument</a:t>
            </a:r>
          </a:p>
          <a:p>
            <a:r>
              <a:rPr lang="en-IN" dirty="0"/>
              <a:t>Passed as the pointer to array</a:t>
            </a:r>
          </a:p>
          <a:p>
            <a:r>
              <a:rPr lang="en-IN" dirty="0"/>
              <a:t>Passing array is always call by reference</a:t>
            </a:r>
          </a:p>
          <a:p>
            <a:r>
              <a:rPr lang="en-IN" dirty="0"/>
              <a:t>The formal argument will also behave as a pointer to the array passed as actual argument</a:t>
            </a:r>
          </a:p>
        </p:txBody>
      </p:sp>
    </p:spTree>
    <p:extLst>
      <p:ext uri="{BB962C8B-B14F-4D97-AF65-F5344CB8AC3E}">
        <p14:creationId xmlns:p14="http://schemas.microsoft.com/office/powerpoint/2010/main" val="2752843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B00F7C-DB2A-4A7D-9726-9CFB4B9300B9}"/>
              </a:ext>
            </a:extLst>
          </p:cNvPr>
          <p:cNvCxnSpPr>
            <a:cxnSpLocks/>
          </p:cNvCxnSpPr>
          <p:nvPr/>
        </p:nvCxnSpPr>
        <p:spPr>
          <a:xfrm flipV="1">
            <a:off x="8222672" y="3504311"/>
            <a:ext cx="0" cy="157550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97AE732-7C67-4C4E-B9FD-71004BB5D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56" y="-56878"/>
            <a:ext cx="10515600" cy="1325563"/>
          </a:xfrm>
        </p:spPr>
        <p:txBody>
          <a:bodyPr/>
          <a:lstStyle/>
          <a:p>
            <a:r>
              <a:rPr lang="en-IN" dirty="0"/>
              <a:t>Illustration of Passing Array to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226E0E-A7E2-4D20-8F56-21A4A052556A}"/>
              </a:ext>
            </a:extLst>
          </p:cNvPr>
          <p:cNvSpPr/>
          <p:nvPr/>
        </p:nvSpPr>
        <p:spPr>
          <a:xfrm>
            <a:off x="838201" y="889936"/>
            <a:ext cx="626918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arrSum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ap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808080"/>
                </a:solidFill>
                <a:latin typeface="Consolas" panose="020B0609020204030204" pitchFamily="49" charset="0"/>
              </a:rPr>
              <a:t>nEle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[5] = { 1,2,3,4,5 };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sum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arrSum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5);</a:t>
            </a:r>
          </a:p>
          <a:p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printf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"\n Sum of elements of array = %d"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, sum);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arrSum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ap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[], 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808080"/>
                </a:solidFill>
                <a:latin typeface="Consolas" panose="020B0609020204030204" pitchFamily="49" charset="0"/>
              </a:rPr>
              <a:t>nEle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, sum = 0;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 0;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IN" dirty="0" err="1">
                <a:solidFill>
                  <a:srgbClr val="808080"/>
                </a:solidFill>
                <a:latin typeface="Consolas" panose="020B0609020204030204" pitchFamily="49" charset="0"/>
              </a:rPr>
              <a:t>nEle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sum = sum +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ap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C864E98-52F2-4955-9DD3-F2BCB5CCC9E2}"/>
              </a:ext>
            </a:extLst>
          </p:cNvPr>
          <p:cNvGrpSpPr/>
          <p:nvPr/>
        </p:nvGrpSpPr>
        <p:grpSpPr>
          <a:xfrm>
            <a:off x="7557653" y="2563973"/>
            <a:ext cx="4281058" cy="1730054"/>
            <a:chOff x="526472" y="4147246"/>
            <a:chExt cx="4281058" cy="173005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922051-4FEA-4EB6-B3C9-ED8990879DCF}"/>
                </a:ext>
              </a:extLst>
            </p:cNvPr>
            <p:cNvSpPr/>
            <p:nvPr/>
          </p:nvSpPr>
          <p:spPr>
            <a:xfrm>
              <a:off x="1163782" y="4461159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31BC22-8D24-49A9-A9FF-1DC9B1706B16}"/>
                </a:ext>
              </a:extLst>
            </p:cNvPr>
            <p:cNvSpPr/>
            <p:nvPr/>
          </p:nvSpPr>
          <p:spPr>
            <a:xfrm>
              <a:off x="1773383" y="4461159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C0CF824-4ED0-41CE-9766-6E1C5B9AB45A}"/>
                </a:ext>
              </a:extLst>
            </p:cNvPr>
            <p:cNvSpPr/>
            <p:nvPr/>
          </p:nvSpPr>
          <p:spPr>
            <a:xfrm>
              <a:off x="2382984" y="4461159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3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D49EF86-66EC-40A1-B5EC-3BBADF9DBD0D}"/>
                </a:ext>
              </a:extLst>
            </p:cNvPr>
            <p:cNvSpPr/>
            <p:nvPr/>
          </p:nvSpPr>
          <p:spPr>
            <a:xfrm>
              <a:off x="2992584" y="4461159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4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FD032-A35F-459C-B547-190A6F72E94D}"/>
                </a:ext>
              </a:extLst>
            </p:cNvPr>
            <p:cNvSpPr/>
            <p:nvPr/>
          </p:nvSpPr>
          <p:spPr>
            <a:xfrm>
              <a:off x="3602184" y="4461159"/>
              <a:ext cx="609600" cy="5541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5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7CD140-0651-4A82-9122-2E48018AAA1E}"/>
                </a:ext>
              </a:extLst>
            </p:cNvPr>
            <p:cNvSpPr txBox="1"/>
            <p:nvPr/>
          </p:nvSpPr>
          <p:spPr>
            <a:xfrm>
              <a:off x="1191491" y="5015342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2000</a:t>
              </a:r>
              <a:endParaRPr lang="en-IN" b="1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99FC578-9843-44D7-A010-201F023FD03A}"/>
                </a:ext>
              </a:extLst>
            </p:cNvPr>
            <p:cNvSpPr txBox="1"/>
            <p:nvPr/>
          </p:nvSpPr>
          <p:spPr>
            <a:xfrm>
              <a:off x="1773382" y="5015342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2002</a:t>
              </a:r>
              <a:endParaRPr lang="en-IN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31D73F-A622-467F-8AFB-BC9E9070452D}"/>
                </a:ext>
              </a:extLst>
            </p:cNvPr>
            <p:cNvSpPr txBox="1"/>
            <p:nvPr/>
          </p:nvSpPr>
          <p:spPr>
            <a:xfrm>
              <a:off x="526472" y="5015341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>
                  <a:solidFill>
                    <a:schemeClr val="bg2">
                      <a:lumMod val="75000"/>
                    </a:schemeClr>
                  </a:solidFill>
                </a:rPr>
                <a:t>1998</a:t>
              </a:r>
              <a:endParaRPr lang="en-IN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4C09BA2-FB5E-4D05-9B5E-41FCB16A9647}"/>
                </a:ext>
              </a:extLst>
            </p:cNvPr>
            <p:cNvSpPr txBox="1"/>
            <p:nvPr/>
          </p:nvSpPr>
          <p:spPr>
            <a:xfrm>
              <a:off x="2369128" y="5015340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2004</a:t>
              </a:r>
              <a:endParaRPr lang="en-IN" b="1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C189131-199B-44B5-BC5B-8CB6C364ED7E}"/>
                </a:ext>
              </a:extLst>
            </p:cNvPr>
            <p:cNvSpPr txBox="1"/>
            <p:nvPr/>
          </p:nvSpPr>
          <p:spPr>
            <a:xfrm>
              <a:off x="2992583" y="5016823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2006</a:t>
              </a:r>
              <a:endParaRPr lang="en-IN" b="1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DC85995-FF6A-40DE-A45B-E717CC2E2035}"/>
                </a:ext>
              </a:extLst>
            </p:cNvPr>
            <p:cNvSpPr txBox="1"/>
            <p:nvPr/>
          </p:nvSpPr>
          <p:spPr>
            <a:xfrm>
              <a:off x="3602183" y="5016823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2008</a:t>
              </a:r>
              <a:endParaRPr lang="en-IN" b="1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8EDB38-6A25-48A3-9A6C-6E2E7DDE8114}"/>
                </a:ext>
              </a:extLst>
            </p:cNvPr>
            <p:cNvSpPr txBox="1"/>
            <p:nvPr/>
          </p:nvSpPr>
          <p:spPr>
            <a:xfrm>
              <a:off x="4225638" y="5015340"/>
              <a:ext cx="5818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>
                  <a:solidFill>
                    <a:schemeClr val="bg1">
                      <a:lumMod val="75000"/>
                    </a:schemeClr>
                  </a:solidFill>
                </a:rPr>
                <a:t>2010</a:t>
              </a:r>
              <a:endParaRPr lang="en-IN" b="1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907AEA-A959-4585-BE6D-4E65DB5D8113}"/>
                </a:ext>
              </a:extLst>
            </p:cNvPr>
            <p:cNvSpPr txBox="1"/>
            <p:nvPr/>
          </p:nvSpPr>
          <p:spPr>
            <a:xfrm>
              <a:off x="1205346" y="4147247"/>
              <a:ext cx="568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err="1"/>
                <a:t>ar</a:t>
              </a:r>
              <a:r>
                <a:rPr lang="en-IN" sz="1400" b="1" dirty="0"/>
                <a:t>[0]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A307E60-DAA5-4C5D-9D28-1FA8E0F8FA54}"/>
                </a:ext>
              </a:extLst>
            </p:cNvPr>
            <p:cNvSpPr txBox="1"/>
            <p:nvPr/>
          </p:nvSpPr>
          <p:spPr>
            <a:xfrm>
              <a:off x="1773382" y="4147247"/>
              <a:ext cx="568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err="1"/>
                <a:t>ar</a:t>
              </a:r>
              <a:r>
                <a:rPr lang="en-IN" sz="1400" b="1" dirty="0"/>
                <a:t>[1]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1DF7EE9-82F2-40D0-9B03-2F45521A71EE}"/>
                </a:ext>
              </a:extLst>
            </p:cNvPr>
            <p:cNvSpPr txBox="1"/>
            <p:nvPr/>
          </p:nvSpPr>
          <p:spPr>
            <a:xfrm>
              <a:off x="2452256" y="4147246"/>
              <a:ext cx="568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err="1"/>
                <a:t>ar</a:t>
              </a:r>
              <a:r>
                <a:rPr lang="en-IN" sz="1400" b="1" dirty="0"/>
                <a:t>[2]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A43DF9C-1509-4A49-B19B-036FF900FFD1}"/>
                </a:ext>
              </a:extLst>
            </p:cNvPr>
            <p:cNvSpPr txBox="1"/>
            <p:nvPr/>
          </p:nvSpPr>
          <p:spPr>
            <a:xfrm>
              <a:off x="3020292" y="4154965"/>
              <a:ext cx="568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err="1"/>
                <a:t>ar</a:t>
              </a:r>
              <a:r>
                <a:rPr lang="en-IN" sz="1400" b="1" dirty="0"/>
                <a:t>[3]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44ED584-B01E-4D55-A775-5C009A1EC2C3}"/>
                </a:ext>
              </a:extLst>
            </p:cNvPr>
            <p:cNvSpPr txBox="1"/>
            <p:nvPr/>
          </p:nvSpPr>
          <p:spPr>
            <a:xfrm>
              <a:off x="3602184" y="4150499"/>
              <a:ext cx="5680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 err="1"/>
                <a:t>ar</a:t>
              </a:r>
              <a:r>
                <a:rPr lang="en-IN" sz="1400" b="1" dirty="0"/>
                <a:t>[4]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F68273D-57A5-4B9E-B10C-A7D182D9FA1F}"/>
                </a:ext>
              </a:extLst>
            </p:cNvPr>
            <p:cNvSpPr txBox="1"/>
            <p:nvPr/>
          </p:nvSpPr>
          <p:spPr>
            <a:xfrm>
              <a:off x="1098361" y="5507968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b="1" dirty="0" err="1"/>
                <a:t>ar</a:t>
              </a:r>
              <a:endParaRPr lang="en-IN" b="1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88084B8-E4F9-41FE-ADEA-AB9FA6CED6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3057" y="5032164"/>
              <a:ext cx="1" cy="5434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839D905-AA73-47F9-BBE7-2F60FE6F9259}"/>
                </a:ext>
              </a:extLst>
            </p:cNvPr>
            <p:cNvSpPr/>
            <p:nvPr/>
          </p:nvSpPr>
          <p:spPr>
            <a:xfrm>
              <a:off x="623455" y="4462742"/>
              <a:ext cx="526472" cy="55418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351B30F-C982-403B-82C7-81E76294C394}"/>
                </a:ext>
              </a:extLst>
            </p:cNvPr>
            <p:cNvSpPr/>
            <p:nvPr/>
          </p:nvSpPr>
          <p:spPr>
            <a:xfrm>
              <a:off x="4225637" y="4458276"/>
              <a:ext cx="526475" cy="5509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/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9C8B3C3-32B6-429A-A5ED-4B78F3B3D4B9}"/>
              </a:ext>
            </a:extLst>
          </p:cNvPr>
          <p:cNvSpPr txBox="1"/>
          <p:nvPr/>
        </p:nvSpPr>
        <p:spPr>
          <a:xfrm>
            <a:off x="7987146" y="5079634"/>
            <a:ext cx="6788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2000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C7A603E-B703-4C02-81B3-79BEA8DAF5EB}"/>
              </a:ext>
            </a:extLst>
          </p:cNvPr>
          <p:cNvSpPr/>
          <p:nvPr/>
        </p:nvSpPr>
        <p:spPr>
          <a:xfrm>
            <a:off x="6899564" y="5079634"/>
            <a:ext cx="6670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01E4C85-2B28-4C3C-B87A-39E7E269E978}"/>
              </a:ext>
            </a:extLst>
          </p:cNvPr>
          <p:cNvSpPr txBox="1"/>
          <p:nvPr/>
        </p:nvSpPr>
        <p:spPr>
          <a:xfrm>
            <a:off x="6899564" y="5448966"/>
            <a:ext cx="678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5000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612290-FDDF-46EA-B930-C42AD4E720FA}"/>
              </a:ext>
            </a:extLst>
          </p:cNvPr>
          <p:cNvSpPr txBox="1"/>
          <p:nvPr/>
        </p:nvSpPr>
        <p:spPr>
          <a:xfrm>
            <a:off x="6878782" y="4785097"/>
            <a:ext cx="7204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 err="1"/>
              <a:t>nEle</a:t>
            </a:r>
            <a:endParaRPr lang="en-IN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A42ECC-C4BA-47EA-ACBB-41B89E27C027}"/>
              </a:ext>
            </a:extLst>
          </p:cNvPr>
          <p:cNvSpPr txBox="1"/>
          <p:nvPr/>
        </p:nvSpPr>
        <p:spPr>
          <a:xfrm>
            <a:off x="7947596" y="544896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/>
              <a:t>6000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2B4FD3-BB64-4FEC-B109-8E601320355F}"/>
              </a:ext>
            </a:extLst>
          </p:cNvPr>
          <p:cNvSpPr txBox="1"/>
          <p:nvPr/>
        </p:nvSpPr>
        <p:spPr>
          <a:xfrm>
            <a:off x="8205353" y="4790324"/>
            <a:ext cx="7204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ap</a:t>
            </a:r>
            <a:endParaRPr lang="en-IN" b="1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A182E373-8965-47BB-BB5F-16782D39BB83}"/>
              </a:ext>
            </a:extLst>
          </p:cNvPr>
          <p:cNvSpPr/>
          <p:nvPr/>
        </p:nvSpPr>
        <p:spPr>
          <a:xfrm rot="10800000">
            <a:off x="4262032" y="2571690"/>
            <a:ext cx="1193370" cy="30005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C2582820-C9D5-46E3-AB68-6758E8E39122}"/>
              </a:ext>
            </a:extLst>
          </p:cNvPr>
          <p:cNvSpPr/>
          <p:nvPr/>
        </p:nvSpPr>
        <p:spPr>
          <a:xfrm rot="10800000">
            <a:off x="2643188" y="2850408"/>
            <a:ext cx="1193370" cy="30005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C01F0D52-B346-405A-BD18-964902AB921A}"/>
              </a:ext>
            </a:extLst>
          </p:cNvPr>
          <p:cNvSpPr/>
          <p:nvPr/>
        </p:nvSpPr>
        <p:spPr>
          <a:xfrm rot="10800000">
            <a:off x="3780201" y="3142584"/>
            <a:ext cx="1193370" cy="30005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84DE3A91-03ED-4239-A1CD-57221B47E42E}"/>
              </a:ext>
            </a:extLst>
          </p:cNvPr>
          <p:cNvSpPr/>
          <p:nvPr/>
        </p:nvSpPr>
        <p:spPr>
          <a:xfrm rot="10800000">
            <a:off x="4858717" y="4242353"/>
            <a:ext cx="1193370" cy="30005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B3DE1BC3-8150-4EDD-8ABB-19F3971576B8}"/>
              </a:ext>
            </a:extLst>
          </p:cNvPr>
          <p:cNvSpPr/>
          <p:nvPr/>
        </p:nvSpPr>
        <p:spPr>
          <a:xfrm rot="10800000">
            <a:off x="3278615" y="4767656"/>
            <a:ext cx="1193370" cy="30005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8ECF5134-B358-427E-85E3-F0507D8DBDE8}"/>
              </a:ext>
            </a:extLst>
          </p:cNvPr>
          <p:cNvSpPr/>
          <p:nvPr/>
        </p:nvSpPr>
        <p:spPr>
          <a:xfrm rot="10800000">
            <a:off x="2705174" y="5658614"/>
            <a:ext cx="1193370" cy="300059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2B4AB98-09DC-4F5E-AB96-751986BA091D}"/>
              </a:ext>
            </a:extLst>
          </p:cNvPr>
          <p:cNvGrpSpPr/>
          <p:nvPr/>
        </p:nvGrpSpPr>
        <p:grpSpPr>
          <a:xfrm>
            <a:off x="10546469" y="3888208"/>
            <a:ext cx="1525522" cy="700512"/>
            <a:chOff x="10605656" y="4307333"/>
            <a:chExt cx="1525522" cy="70051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43CCD4D-EB4D-43F7-87D6-77EADACAAB6F}"/>
                </a:ext>
              </a:extLst>
            </p:cNvPr>
            <p:cNvSpPr txBox="1"/>
            <p:nvPr/>
          </p:nvSpPr>
          <p:spPr>
            <a:xfrm>
              <a:off x="10605656" y="4307333"/>
              <a:ext cx="7204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sum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09A7B95-8F9E-4F37-AD85-21A6B6AABED9}"/>
                </a:ext>
              </a:extLst>
            </p:cNvPr>
            <p:cNvSpPr txBox="1"/>
            <p:nvPr/>
          </p:nvSpPr>
          <p:spPr>
            <a:xfrm>
              <a:off x="11155681" y="4356990"/>
              <a:ext cx="84070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/>
                <a:t>-4323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01BFFCD-3273-4C6F-B017-FCD9C748E1B5}"/>
                </a:ext>
              </a:extLst>
            </p:cNvPr>
            <p:cNvSpPr txBox="1"/>
            <p:nvPr/>
          </p:nvSpPr>
          <p:spPr>
            <a:xfrm>
              <a:off x="11256818" y="4700068"/>
              <a:ext cx="874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400" b="1" dirty="0"/>
                <a:t>2050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4805D1-55E4-4840-812A-E5B5A247D767}"/>
              </a:ext>
            </a:extLst>
          </p:cNvPr>
          <p:cNvGrpSpPr/>
          <p:nvPr/>
        </p:nvGrpSpPr>
        <p:grpSpPr>
          <a:xfrm>
            <a:off x="10600242" y="5030498"/>
            <a:ext cx="1358124" cy="696531"/>
            <a:chOff x="10029051" y="5058005"/>
            <a:chExt cx="1358124" cy="696531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7FF2E76-AFD1-45CC-BA8B-192CF9FBCA19}"/>
                </a:ext>
              </a:extLst>
            </p:cNvPr>
            <p:cNvSpPr txBox="1"/>
            <p:nvPr/>
          </p:nvSpPr>
          <p:spPr>
            <a:xfrm>
              <a:off x="10029051" y="5058005"/>
              <a:ext cx="6043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sum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84242FF-671B-4336-BF72-BCC88E8E1CAB}"/>
                </a:ext>
              </a:extLst>
            </p:cNvPr>
            <p:cNvSpPr txBox="1"/>
            <p:nvPr/>
          </p:nvSpPr>
          <p:spPr>
            <a:xfrm>
              <a:off x="10546469" y="5067716"/>
              <a:ext cx="840706" cy="3693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IN" dirty="0"/>
                <a:t>0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683DDA5-85CB-4EF0-BBE6-D9BFFAE00466}"/>
                </a:ext>
              </a:extLst>
            </p:cNvPr>
            <p:cNvSpPr txBox="1"/>
            <p:nvPr/>
          </p:nvSpPr>
          <p:spPr>
            <a:xfrm>
              <a:off x="10620714" y="5446759"/>
              <a:ext cx="5501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400" b="1" dirty="0"/>
                <a:t>6050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88F87E52-421D-4BB9-A48E-66CED5CBD112}"/>
              </a:ext>
            </a:extLst>
          </p:cNvPr>
          <p:cNvSpPr txBox="1"/>
          <p:nvPr/>
        </p:nvSpPr>
        <p:spPr>
          <a:xfrm>
            <a:off x="11117660" y="5034422"/>
            <a:ext cx="87436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15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E14EBC-0265-4A6C-AE2D-3CF674E1EA1E}"/>
              </a:ext>
            </a:extLst>
          </p:cNvPr>
          <p:cNvSpPr txBox="1"/>
          <p:nvPr/>
        </p:nvSpPr>
        <p:spPr>
          <a:xfrm>
            <a:off x="11084006" y="3932078"/>
            <a:ext cx="908014" cy="369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09840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4" grpId="0" animBg="1"/>
      <p:bldP spid="35" grpId="0"/>
      <p:bldP spid="36" grpId="0"/>
      <p:bldP spid="37" grpId="0"/>
      <p:bldP spid="38" grpId="0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7" grpId="2" animBg="1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62" grpId="0" animBg="1"/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9CB9E-4290-4FB1-8C70-F83BB987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Retuning Array From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21A98-D17F-42F9-A6EA-52E79D2C5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Direct return of array is not possible</a:t>
            </a:r>
          </a:p>
          <a:p>
            <a:r>
              <a:rPr lang="en-IN" dirty="0"/>
              <a:t>Return of Array can be achieved indirectly by passing the array that has to be initialized to the function and then returning a void.</a:t>
            </a:r>
          </a:p>
        </p:txBody>
      </p:sp>
    </p:spTree>
    <p:extLst>
      <p:ext uri="{BB962C8B-B14F-4D97-AF65-F5344CB8AC3E}">
        <p14:creationId xmlns:p14="http://schemas.microsoft.com/office/powerpoint/2010/main" val="366812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E1FD8-FA47-4BD0-A68D-F1BCD9AA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Functions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0195C-DBD5-47D5-AF61-4009E7173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440A7-5570-4A83-86F9-AB4566E42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01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68FF4-6BA6-4DA2-8AFF-3ED6840F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Recursive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27FCE-1AB1-4A0F-A62E-EC86F2BF5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recursive function is a function that calls itself during its execution. This enables the function to repeat itself several times, outputting the result and the end of each iteration.</a:t>
            </a:r>
          </a:p>
          <a:p>
            <a:r>
              <a:rPr lang="en-US" dirty="0"/>
              <a:t>every recursive program can be written using iterative methods</a:t>
            </a:r>
          </a:p>
          <a:p>
            <a:r>
              <a:rPr lang="en-IN" dirty="0"/>
              <a:t>recursive calls makes some of the complex programming of iterative methods being solved easily and cleanly.</a:t>
            </a:r>
          </a:p>
        </p:txBody>
      </p:sp>
    </p:spTree>
    <p:extLst>
      <p:ext uri="{BB962C8B-B14F-4D97-AF65-F5344CB8AC3E}">
        <p14:creationId xmlns:p14="http://schemas.microsoft.com/office/powerpoint/2010/main" val="4129285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A7C5D-F146-4D3D-B11E-2127F02F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Recursive Function - Necessary Conditions</a:t>
            </a:r>
            <a:br>
              <a:rPr lang="en-IN" dirty="0"/>
            </a:br>
            <a:r>
              <a:rPr lang="en-IN" dirty="0"/>
              <a:t>Law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32965-A0FA-4D8B-84E2-0B607149D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recursive function must call itself.</a:t>
            </a:r>
          </a:p>
          <a:p>
            <a:r>
              <a:rPr lang="en-IN" dirty="0"/>
              <a:t>All recursive functions should have a base condition, i.e. a condition where the function stops calling itself</a:t>
            </a:r>
          </a:p>
          <a:p>
            <a:r>
              <a:rPr lang="en-IN" dirty="0"/>
              <a:t>At each recursive call, the function call should be moving towards the base condition.</a:t>
            </a:r>
          </a:p>
        </p:txBody>
      </p:sp>
    </p:spTree>
    <p:extLst>
      <p:ext uri="{BB962C8B-B14F-4D97-AF65-F5344CB8AC3E}">
        <p14:creationId xmlns:p14="http://schemas.microsoft.com/office/powerpoint/2010/main" val="3230170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7E13A-A025-4023-980E-12A6AE7DA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Recursion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37438-DEF2-40C4-9560-298C7E4F5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Direct Recursion</a:t>
            </a:r>
          </a:p>
          <a:p>
            <a:pPr lvl="1"/>
            <a:r>
              <a:rPr lang="en-IN" dirty="0"/>
              <a:t>the function directly calls itself</a:t>
            </a:r>
          </a:p>
          <a:p>
            <a:pPr lvl="1"/>
            <a:r>
              <a:rPr lang="en-IN" dirty="0" err="1"/>
              <a:t>Eg</a:t>
            </a:r>
            <a:r>
              <a:rPr lang="en-IN" dirty="0"/>
              <a:t>: a function A directly has in its definition another statement A with different parameter values</a:t>
            </a:r>
          </a:p>
          <a:p>
            <a:pPr lvl="1"/>
            <a:endParaRPr lang="en-IN" dirty="0"/>
          </a:p>
          <a:p>
            <a:r>
              <a:rPr lang="en-IN" dirty="0"/>
              <a:t>Indirect Recursion </a:t>
            </a:r>
          </a:p>
          <a:p>
            <a:pPr lvl="1"/>
            <a:r>
              <a:rPr lang="en-IN" dirty="0"/>
              <a:t>the function A calls another function B which in turn may call back A</a:t>
            </a:r>
          </a:p>
        </p:txBody>
      </p:sp>
    </p:spTree>
    <p:extLst>
      <p:ext uri="{BB962C8B-B14F-4D97-AF65-F5344CB8AC3E}">
        <p14:creationId xmlns:p14="http://schemas.microsoft.com/office/powerpoint/2010/main" val="3080482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3C919-1741-42D0-A797-1C25E7F5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841" y="-77615"/>
            <a:ext cx="10515600" cy="1325563"/>
          </a:xfrm>
        </p:spPr>
        <p:txBody>
          <a:bodyPr/>
          <a:lstStyle/>
          <a:p>
            <a:r>
              <a:rPr lang="en-IN" dirty="0"/>
              <a:t>Illustration of Recursion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0A356B-AE8C-402E-A32A-19352B567F9A}"/>
              </a:ext>
            </a:extLst>
          </p:cNvPr>
          <p:cNvSpPr/>
          <p:nvPr/>
        </p:nvSpPr>
        <p:spPr>
          <a:xfrm>
            <a:off x="727792" y="832651"/>
            <a:ext cx="7470183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#include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&lt;</a:t>
            </a:r>
            <a:r>
              <a:rPr lang="en-IN" dirty="0" err="1">
                <a:solidFill>
                  <a:srgbClr val="A31515"/>
                </a:solidFill>
                <a:latin typeface="Consolas" panose="020B0609020204030204" pitchFamily="49" charset="0"/>
              </a:rPr>
              <a:t>stdio.h</a:t>
            </a:r>
            <a:r>
              <a:rPr lang="en-IN" dirty="0">
                <a:solidFill>
                  <a:srgbClr val="A31515"/>
                </a:solidFill>
                <a:latin typeface="Consolas" panose="020B0609020204030204" pitchFamily="49" charset="0"/>
              </a:rPr>
              <a:t>&gt;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sumRec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sum=0;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== 0)</a:t>
            </a:r>
          </a:p>
          <a:p>
            <a:pPr lvl="2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0;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sum = 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sumRec(</a:t>
            </a:r>
            <a:r>
              <a:rPr lang="pt-B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- 1);</a:t>
            </a:r>
          </a:p>
          <a:p>
            <a:pPr lvl="2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sum;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main()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n = 5, sum;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sum = </a:t>
            </a: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sumRec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(n);</a:t>
            </a:r>
          </a:p>
          <a:p>
            <a:pPr lvl="1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nSum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of first "</a:t>
            </a:r>
            <a:r>
              <a:rPr lang="en-US" dirty="0">
                <a:latin typeface="Consolas" panose="020B0609020204030204" pitchFamily="49" charset="0"/>
              </a:rPr>
              <a:t>&lt;&lt;n&lt;&lt;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numbers is : “&lt;&lt;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sum;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1916AB-BF7F-4A69-9114-B6CB884D7458}"/>
              </a:ext>
            </a:extLst>
          </p:cNvPr>
          <p:cNvSpPr/>
          <p:nvPr/>
        </p:nvSpPr>
        <p:spPr>
          <a:xfrm>
            <a:off x="9102436" y="32719"/>
            <a:ext cx="2770909" cy="679758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13041-7D92-4B23-BF3C-07555A5421BA}"/>
              </a:ext>
            </a:extLst>
          </p:cNvPr>
          <p:cNvSpPr txBox="1"/>
          <p:nvPr/>
        </p:nvSpPr>
        <p:spPr>
          <a:xfrm>
            <a:off x="7303928" y="2245228"/>
            <a:ext cx="200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MEMORY STACK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C658BAE-817A-4B07-B68D-E0F0D64F7243}"/>
              </a:ext>
            </a:extLst>
          </p:cNvPr>
          <p:cNvGrpSpPr/>
          <p:nvPr/>
        </p:nvGrpSpPr>
        <p:grpSpPr>
          <a:xfrm>
            <a:off x="9102436" y="5624948"/>
            <a:ext cx="2770909" cy="1200328"/>
            <a:chOff x="9102436" y="5347855"/>
            <a:chExt cx="2770909" cy="90515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959921-0D61-45EA-A534-13338E84C66A}"/>
                </a:ext>
              </a:extLst>
            </p:cNvPr>
            <p:cNvSpPr txBox="1"/>
            <p:nvPr/>
          </p:nvSpPr>
          <p:spPr>
            <a:xfrm>
              <a:off x="9102436" y="5347855"/>
              <a:ext cx="2770909" cy="905155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r>
                <a:rPr lang="en-IN" dirty="0"/>
                <a:t>sum=-234</a:t>
              </a:r>
            </a:p>
            <a:p>
              <a:pPr algn="ctr"/>
              <a:r>
                <a:rPr lang="en-IN" dirty="0"/>
                <a:t>n=5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6BA5343-D956-44CB-82F3-0ABB24105A4F}"/>
                </a:ext>
              </a:extLst>
            </p:cNvPr>
            <p:cNvSpPr/>
            <p:nvPr/>
          </p:nvSpPr>
          <p:spPr>
            <a:xfrm>
              <a:off x="9379527" y="548735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main()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394A26A-B8B5-454B-9F18-DC26ED989E37}"/>
              </a:ext>
            </a:extLst>
          </p:cNvPr>
          <p:cNvGrpSpPr/>
          <p:nvPr/>
        </p:nvGrpSpPr>
        <p:grpSpPr>
          <a:xfrm>
            <a:off x="9102429" y="4696595"/>
            <a:ext cx="2770909" cy="923330"/>
            <a:chOff x="9102436" y="4156365"/>
            <a:chExt cx="2770909" cy="9233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651D7A7-9E71-4394-A95F-7169010D91EB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0</a:t>
              </a:r>
            </a:p>
            <a:p>
              <a:pPr algn="ctr"/>
              <a:r>
                <a:rPr lang="en-IN" dirty="0"/>
                <a:t>n = 5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9DB008-172C-47E4-B4EA-3590D694C749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(5)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1B59AF5-0CDB-4549-B19F-2B6D6229A074}"/>
              </a:ext>
            </a:extLst>
          </p:cNvPr>
          <p:cNvGrpSpPr/>
          <p:nvPr/>
        </p:nvGrpSpPr>
        <p:grpSpPr>
          <a:xfrm>
            <a:off x="9102434" y="3793941"/>
            <a:ext cx="2770909" cy="923330"/>
            <a:chOff x="9102436" y="4156365"/>
            <a:chExt cx="2770909" cy="923330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88023CA-37AF-44EA-9D7C-1D951A800126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0</a:t>
              </a:r>
            </a:p>
            <a:p>
              <a:pPr algn="ctr"/>
              <a:r>
                <a:rPr lang="en-IN" dirty="0"/>
                <a:t>n = 4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3273EC1-25ED-46A3-BEFF-920CC5596307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(4)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F879279-4935-47C9-9806-77F4FD60D6C4}"/>
              </a:ext>
            </a:extLst>
          </p:cNvPr>
          <p:cNvGrpSpPr/>
          <p:nvPr/>
        </p:nvGrpSpPr>
        <p:grpSpPr>
          <a:xfrm>
            <a:off x="9102433" y="2853785"/>
            <a:ext cx="2770909" cy="923330"/>
            <a:chOff x="9102436" y="4156365"/>
            <a:chExt cx="2770909" cy="923330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64E3168-A374-4DFC-BCE7-601E0E4305D4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0</a:t>
              </a:r>
            </a:p>
            <a:p>
              <a:pPr algn="ctr"/>
              <a:r>
                <a:rPr lang="en-IN" dirty="0"/>
                <a:t>n = 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C0224C2-F17A-4219-B11A-1430C29C0505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(3)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C6485C5-4870-49FB-9CB0-B8B36018462A}"/>
              </a:ext>
            </a:extLst>
          </p:cNvPr>
          <p:cNvGrpSpPr/>
          <p:nvPr/>
        </p:nvGrpSpPr>
        <p:grpSpPr>
          <a:xfrm>
            <a:off x="9102430" y="1940787"/>
            <a:ext cx="2770909" cy="923330"/>
            <a:chOff x="9102436" y="4156365"/>
            <a:chExt cx="2770909" cy="923330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6D9D9D7-FC70-42F3-9213-BE083FF292E7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0</a:t>
              </a:r>
            </a:p>
            <a:p>
              <a:pPr algn="ctr"/>
              <a:r>
                <a:rPr lang="en-IN" dirty="0"/>
                <a:t>n = 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1FA503E-4CAE-4977-88BB-D8B41598CCD6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(2)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6AEC8B3-2CB4-4303-90C5-688E05762879}"/>
              </a:ext>
            </a:extLst>
          </p:cNvPr>
          <p:cNvGrpSpPr/>
          <p:nvPr/>
        </p:nvGrpSpPr>
        <p:grpSpPr>
          <a:xfrm>
            <a:off x="9097233" y="1010411"/>
            <a:ext cx="2770909" cy="923330"/>
            <a:chOff x="9102436" y="4156365"/>
            <a:chExt cx="2770909" cy="92333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F58E6A-0935-4D21-9D4C-870ECEBF9456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0</a:t>
              </a:r>
            </a:p>
            <a:p>
              <a:pPr algn="ctr"/>
              <a:r>
                <a:rPr lang="en-IN" dirty="0"/>
                <a:t>n = 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98E3116-2BBA-4CDF-9273-4812D9A0BF2C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(1)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887122E-6167-4ACC-AB59-CD6BCD93617C}"/>
              </a:ext>
            </a:extLst>
          </p:cNvPr>
          <p:cNvGrpSpPr/>
          <p:nvPr/>
        </p:nvGrpSpPr>
        <p:grpSpPr>
          <a:xfrm>
            <a:off x="9102430" y="84535"/>
            <a:ext cx="2770909" cy="923330"/>
            <a:chOff x="9102436" y="4156365"/>
            <a:chExt cx="2770909" cy="92333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1E21990-CE52-4CA8-8608-D3006588610C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0</a:t>
              </a:r>
            </a:p>
            <a:p>
              <a:pPr algn="ctr"/>
              <a:r>
                <a:rPr lang="en-IN" dirty="0"/>
                <a:t>n = 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6B422F2C-5B09-429F-9E62-6943506D4466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(0)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293EF45-20ED-4340-87AC-31709C588B39}"/>
              </a:ext>
            </a:extLst>
          </p:cNvPr>
          <p:cNvGrpSpPr/>
          <p:nvPr/>
        </p:nvGrpSpPr>
        <p:grpSpPr>
          <a:xfrm>
            <a:off x="9092023" y="1007209"/>
            <a:ext cx="2770909" cy="923330"/>
            <a:chOff x="9102436" y="4156365"/>
            <a:chExt cx="2770909" cy="923330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F1C3C21-555E-4CD0-964E-D8FF17AB4676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1 + 0 = 1</a:t>
              </a:r>
            </a:p>
            <a:p>
              <a:pPr algn="ctr"/>
              <a:r>
                <a:rPr lang="en-IN" dirty="0"/>
                <a:t>n = 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4355899-B615-4F1D-91A8-392CD2DADD87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(1)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6D81BE6-D8CD-40F9-97DC-B101A801F179}"/>
              </a:ext>
            </a:extLst>
          </p:cNvPr>
          <p:cNvGrpSpPr/>
          <p:nvPr/>
        </p:nvGrpSpPr>
        <p:grpSpPr>
          <a:xfrm>
            <a:off x="9092024" y="1954237"/>
            <a:ext cx="2770909" cy="923330"/>
            <a:chOff x="9102436" y="4156365"/>
            <a:chExt cx="2770909" cy="92333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D6E8DB1-6763-485C-929F-C22DBC1F802D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2 + 1 = 3</a:t>
              </a:r>
            </a:p>
            <a:p>
              <a:pPr algn="ctr"/>
              <a:r>
                <a:rPr lang="en-IN" dirty="0"/>
                <a:t>n = 2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9C4E3FE-AE6A-4852-BC10-2C22BA37C38B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(2)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6166164-B9D7-42CE-91A2-98EEB1537551}"/>
              </a:ext>
            </a:extLst>
          </p:cNvPr>
          <p:cNvGrpSpPr/>
          <p:nvPr/>
        </p:nvGrpSpPr>
        <p:grpSpPr>
          <a:xfrm>
            <a:off x="9097230" y="2883210"/>
            <a:ext cx="2770909" cy="923330"/>
            <a:chOff x="9102436" y="4156365"/>
            <a:chExt cx="2770909" cy="923330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1FFDB66-2F66-4DD0-89C8-E46FA6ED6A81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3 + 3 = 6</a:t>
              </a:r>
            </a:p>
            <a:p>
              <a:pPr algn="ctr"/>
              <a:r>
                <a:rPr lang="en-IN" dirty="0"/>
                <a:t>n = 3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2081919-FBC9-42DD-B4F7-6209F566D377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(3)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7D9C41C-14F4-44D4-88CF-C3368EAE254C}"/>
              </a:ext>
            </a:extLst>
          </p:cNvPr>
          <p:cNvGrpSpPr/>
          <p:nvPr/>
        </p:nvGrpSpPr>
        <p:grpSpPr>
          <a:xfrm>
            <a:off x="9097231" y="3807520"/>
            <a:ext cx="2770909" cy="923330"/>
            <a:chOff x="9102436" y="4156365"/>
            <a:chExt cx="2770909" cy="923330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69E13CA-3162-4F7A-9EA6-36D7DBE5EFD8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4 + 6 = 10</a:t>
              </a:r>
            </a:p>
            <a:p>
              <a:pPr algn="ctr"/>
              <a:r>
                <a:rPr lang="en-IN" dirty="0"/>
                <a:t>n = 4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91998BD0-EF68-479E-A817-A37D7191B3F9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(4)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D925892-B72E-4BA4-BE12-4E121718889C}"/>
              </a:ext>
            </a:extLst>
          </p:cNvPr>
          <p:cNvGrpSpPr/>
          <p:nvPr/>
        </p:nvGrpSpPr>
        <p:grpSpPr>
          <a:xfrm>
            <a:off x="9102422" y="4723752"/>
            <a:ext cx="2770909" cy="923330"/>
            <a:chOff x="9102436" y="4156365"/>
            <a:chExt cx="2770909" cy="923330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B0E6B4E-11D2-4445-8E12-CC92930FD02F}"/>
                </a:ext>
              </a:extLst>
            </p:cNvPr>
            <p:cNvSpPr txBox="1"/>
            <p:nvPr/>
          </p:nvSpPr>
          <p:spPr>
            <a:xfrm>
              <a:off x="9102436" y="4156365"/>
              <a:ext cx="2770909" cy="923330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r>
                <a:rPr lang="en-IN" dirty="0"/>
                <a:t>sum = 5 + 10 = 15</a:t>
              </a:r>
            </a:p>
            <a:p>
              <a:pPr algn="ctr"/>
              <a:r>
                <a:rPr lang="en-IN" dirty="0"/>
                <a:t>n = 5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48DA3C5-9297-461F-A870-43F0E99663D0}"/>
                </a:ext>
              </a:extLst>
            </p:cNvPr>
            <p:cNvSpPr/>
            <p:nvPr/>
          </p:nvSpPr>
          <p:spPr>
            <a:xfrm>
              <a:off x="9379527" y="421273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 err="1"/>
                <a:t>sumRec</a:t>
              </a:r>
              <a:r>
                <a:rPr lang="en-IN" dirty="0"/>
                <a:t>(5)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3673159-C76D-4942-8AB3-C42800D9DC09}"/>
              </a:ext>
            </a:extLst>
          </p:cNvPr>
          <p:cNvGrpSpPr/>
          <p:nvPr/>
        </p:nvGrpSpPr>
        <p:grpSpPr>
          <a:xfrm>
            <a:off x="9097232" y="5619925"/>
            <a:ext cx="2770909" cy="1200328"/>
            <a:chOff x="9102436" y="5347855"/>
            <a:chExt cx="2770909" cy="905155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529663C-DD1F-499F-A5EB-070D7AAA77AA}"/>
                </a:ext>
              </a:extLst>
            </p:cNvPr>
            <p:cNvSpPr txBox="1"/>
            <p:nvPr/>
          </p:nvSpPr>
          <p:spPr>
            <a:xfrm>
              <a:off x="9102436" y="5347855"/>
              <a:ext cx="2770909" cy="905155"/>
            </a:xfrm>
            <a:prstGeom prst="rect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IN" dirty="0"/>
            </a:p>
            <a:p>
              <a:pPr algn="ctr"/>
              <a:endParaRPr lang="en-IN" dirty="0"/>
            </a:p>
            <a:p>
              <a:pPr algn="ctr"/>
              <a:r>
                <a:rPr lang="en-IN" dirty="0"/>
                <a:t>sum = 15</a:t>
              </a:r>
            </a:p>
            <a:p>
              <a:pPr algn="ctr"/>
              <a:r>
                <a:rPr lang="en-IN" dirty="0"/>
                <a:t>n = 5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E49C985-DF24-4273-9F37-73185CF1D823}"/>
                </a:ext>
              </a:extLst>
            </p:cNvPr>
            <p:cNvSpPr/>
            <p:nvPr/>
          </p:nvSpPr>
          <p:spPr>
            <a:xfrm>
              <a:off x="9379527" y="5487357"/>
              <a:ext cx="2234045" cy="263236"/>
            </a:xfrm>
            <a:prstGeom prst="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main()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697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B23F1-6A79-48B5-8AAE-C32499863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7416"/>
            <a:ext cx="10515600" cy="1325563"/>
          </a:xfrm>
        </p:spPr>
        <p:txBody>
          <a:bodyPr/>
          <a:lstStyle/>
          <a:p>
            <a:r>
              <a:rPr lang="en-IN" dirty="0"/>
              <a:t>Example Program : Factorial of a number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4FE6-CE9B-4A9C-B85F-6427DCF76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06983" cy="435133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to find the factorial of a number using recursion.</a:t>
            </a:r>
          </a:p>
          <a:p>
            <a:endParaRPr lang="en-IN" dirty="0"/>
          </a:p>
          <a:p>
            <a:r>
              <a:rPr lang="en-IN" dirty="0" err="1"/>
              <a:t>Eg</a:t>
            </a:r>
            <a:r>
              <a:rPr lang="en-IN" dirty="0"/>
              <a:t>:</a:t>
            </a:r>
          </a:p>
          <a:p>
            <a:pPr marL="457200" lvl="1" indent="0">
              <a:buNone/>
            </a:pPr>
            <a:r>
              <a:rPr lang="en-IN" dirty="0"/>
              <a:t>Computing 5! using function called fact with prototype: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sz="1900" b="1" dirty="0">
                <a:latin typeface="Consolas" panose="020B0609020204030204" pitchFamily="49" charset="0"/>
              </a:rPr>
              <a:t>int fact(int n)</a:t>
            </a:r>
            <a:endParaRPr lang="en-IN" b="1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en-IN" dirty="0"/>
              <a:t>where </a:t>
            </a:r>
          </a:p>
          <a:p>
            <a:pPr marL="914400" lvl="2" indent="0">
              <a:buNone/>
            </a:pPr>
            <a:r>
              <a:rPr lang="en-IN" dirty="0"/>
              <a:t>n is the number for which factorial is getting calculated </a:t>
            </a:r>
          </a:p>
          <a:p>
            <a:pPr marL="457200" lvl="1" indent="0">
              <a:buNone/>
            </a:pPr>
            <a:r>
              <a:rPr lang="en-IN" dirty="0"/>
              <a:t>and </a:t>
            </a:r>
          </a:p>
          <a:p>
            <a:pPr marL="914400" lvl="2" indent="0">
              <a:buNone/>
            </a:pPr>
            <a:r>
              <a:rPr lang="en-IN" dirty="0"/>
              <a:t>return value is factorial of that number</a:t>
            </a:r>
          </a:p>
          <a:p>
            <a:pPr marL="457200" lvl="1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C49D6-8130-4618-9A37-11AB8F312676}"/>
              </a:ext>
            </a:extLst>
          </p:cNvPr>
          <p:cNvSpPr txBox="1"/>
          <p:nvPr/>
        </p:nvSpPr>
        <p:spPr>
          <a:xfrm>
            <a:off x="6095990" y="1881045"/>
            <a:ext cx="900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5!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93D97C-66FF-405E-AE13-31B49254E515}"/>
              </a:ext>
            </a:extLst>
          </p:cNvPr>
          <p:cNvSpPr txBox="1"/>
          <p:nvPr/>
        </p:nvSpPr>
        <p:spPr>
          <a:xfrm>
            <a:off x="6996542" y="2688847"/>
            <a:ext cx="900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= 5 * 4!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08713-3776-4314-8AEF-0ECF941139AF}"/>
              </a:ext>
            </a:extLst>
          </p:cNvPr>
          <p:cNvSpPr txBox="1"/>
          <p:nvPr/>
        </p:nvSpPr>
        <p:spPr>
          <a:xfrm>
            <a:off x="7897094" y="3496649"/>
            <a:ext cx="900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= 4 * 3!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C91A55-A4D4-4273-8872-A564BBA69D61}"/>
              </a:ext>
            </a:extLst>
          </p:cNvPr>
          <p:cNvSpPr txBox="1"/>
          <p:nvPr/>
        </p:nvSpPr>
        <p:spPr>
          <a:xfrm>
            <a:off x="8797646" y="4304451"/>
            <a:ext cx="900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= 3 * 2!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1905E8-BF69-436C-B26A-1C2E5CA444B5}"/>
              </a:ext>
            </a:extLst>
          </p:cNvPr>
          <p:cNvSpPr txBox="1"/>
          <p:nvPr/>
        </p:nvSpPr>
        <p:spPr>
          <a:xfrm>
            <a:off x="9698198" y="5112253"/>
            <a:ext cx="900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= 2 * 1!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06028D-EAE7-4569-B8CB-99F184206609}"/>
              </a:ext>
            </a:extLst>
          </p:cNvPr>
          <p:cNvSpPr txBox="1"/>
          <p:nvPr/>
        </p:nvSpPr>
        <p:spPr>
          <a:xfrm>
            <a:off x="10598750" y="5920055"/>
            <a:ext cx="900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= 1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48214E9D-A04E-4DDD-BF27-FAC7AA515388}"/>
              </a:ext>
            </a:extLst>
          </p:cNvPr>
          <p:cNvCxnSpPr>
            <a:stCxn id="10" idx="0"/>
            <a:endCxn id="9" idx="3"/>
          </p:cNvCxnSpPr>
          <p:nvPr/>
        </p:nvCxnSpPr>
        <p:spPr>
          <a:xfrm rot="16200000" flipV="1">
            <a:off x="10512320" y="5383349"/>
            <a:ext cx="623136" cy="4502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DC22D3BB-94A7-455A-9478-135692038D92}"/>
              </a:ext>
            </a:extLst>
          </p:cNvPr>
          <p:cNvCxnSpPr>
            <a:stCxn id="9" idx="0"/>
            <a:endCxn id="8" idx="3"/>
          </p:cNvCxnSpPr>
          <p:nvPr/>
        </p:nvCxnSpPr>
        <p:spPr>
          <a:xfrm rot="16200000" flipV="1">
            <a:off x="9611768" y="4575547"/>
            <a:ext cx="623136" cy="4502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7DB6618B-6CF5-4AFB-B2DF-9D576C9014B0}"/>
              </a:ext>
            </a:extLst>
          </p:cNvPr>
          <p:cNvCxnSpPr>
            <a:stCxn id="8" idx="0"/>
            <a:endCxn id="7" idx="3"/>
          </p:cNvCxnSpPr>
          <p:nvPr/>
        </p:nvCxnSpPr>
        <p:spPr>
          <a:xfrm rot="16200000" flipV="1">
            <a:off x="8711216" y="3767745"/>
            <a:ext cx="623136" cy="4502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E150667-D3DF-4258-818C-61C11F4025D1}"/>
              </a:ext>
            </a:extLst>
          </p:cNvPr>
          <p:cNvCxnSpPr>
            <a:stCxn id="7" idx="0"/>
            <a:endCxn id="6" idx="3"/>
          </p:cNvCxnSpPr>
          <p:nvPr/>
        </p:nvCxnSpPr>
        <p:spPr>
          <a:xfrm rot="16200000" flipV="1">
            <a:off x="7810664" y="2959943"/>
            <a:ext cx="623136" cy="4502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9FA74738-B968-4FB7-B50C-511B90655C52}"/>
              </a:ext>
            </a:extLst>
          </p:cNvPr>
          <p:cNvCxnSpPr>
            <a:stCxn id="6" idx="0"/>
            <a:endCxn id="5" idx="3"/>
          </p:cNvCxnSpPr>
          <p:nvPr/>
        </p:nvCxnSpPr>
        <p:spPr>
          <a:xfrm rot="16200000" flipV="1">
            <a:off x="6910112" y="2152141"/>
            <a:ext cx="623136" cy="4502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8B36E56-2776-4B9B-84CA-4DC3ACA8B4AF}"/>
              </a:ext>
            </a:extLst>
          </p:cNvPr>
          <p:cNvSpPr txBox="1"/>
          <p:nvPr/>
        </p:nvSpPr>
        <p:spPr>
          <a:xfrm>
            <a:off x="11052114" y="50544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F465C3-D732-4633-A3D6-FED0A23042DE}"/>
              </a:ext>
            </a:extLst>
          </p:cNvPr>
          <p:cNvSpPr txBox="1"/>
          <p:nvPr/>
        </p:nvSpPr>
        <p:spPr>
          <a:xfrm>
            <a:off x="10148474" y="421211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FD4F9E-B4A4-4F19-949F-DBBA31462A02}"/>
              </a:ext>
            </a:extLst>
          </p:cNvPr>
          <p:cNvSpPr txBox="1"/>
          <p:nvPr/>
        </p:nvSpPr>
        <p:spPr>
          <a:xfrm>
            <a:off x="9247922" y="342207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F90252-5D54-413E-A6C7-D64AA9A79B87}"/>
              </a:ext>
            </a:extLst>
          </p:cNvPr>
          <p:cNvSpPr txBox="1"/>
          <p:nvPr/>
        </p:nvSpPr>
        <p:spPr>
          <a:xfrm>
            <a:off x="8347370" y="2596514"/>
            <a:ext cx="4502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0B835C-4BB4-4810-A93F-5AD21EFF8ED3}"/>
              </a:ext>
            </a:extLst>
          </p:cNvPr>
          <p:cNvSpPr txBox="1"/>
          <p:nvPr/>
        </p:nvSpPr>
        <p:spPr>
          <a:xfrm>
            <a:off x="7446818" y="1825625"/>
            <a:ext cx="658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120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AD876E78-16D8-414D-AC7A-ED9C398457ED}"/>
              </a:ext>
            </a:extLst>
          </p:cNvPr>
          <p:cNvCxnSpPr>
            <a:stCxn id="5" idx="2"/>
            <a:endCxn id="6" idx="1"/>
          </p:cNvCxnSpPr>
          <p:nvPr/>
        </p:nvCxnSpPr>
        <p:spPr>
          <a:xfrm rot="16200000" flipH="1">
            <a:off x="6459836" y="2336807"/>
            <a:ext cx="623136" cy="450276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D7E72C1-8DD2-48F3-9AC7-0464FF1B66C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415536" y="3199756"/>
            <a:ext cx="715467" cy="247649"/>
          </a:xfrm>
          <a:prstGeom prst="bentConnector3">
            <a:avLst>
              <a:gd name="adj1" fmla="val 98411"/>
            </a:avLst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27963C6-DEA7-4A4E-AA5D-A270A85E6872}"/>
              </a:ext>
            </a:extLst>
          </p:cNvPr>
          <p:cNvCxnSpPr>
            <a:cxnSpLocks/>
            <a:endCxn id="8" idx="1"/>
          </p:cNvCxnSpPr>
          <p:nvPr/>
        </p:nvCxnSpPr>
        <p:spPr>
          <a:xfrm rot="16200000" flipH="1">
            <a:off x="8338599" y="4030069"/>
            <a:ext cx="715469" cy="202625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9DC35A55-C284-4FA7-83EA-ED4E7427DEF4}"/>
              </a:ext>
            </a:extLst>
          </p:cNvPr>
          <p:cNvCxnSpPr>
            <a:cxnSpLocks/>
            <a:endCxn id="9" idx="1"/>
          </p:cNvCxnSpPr>
          <p:nvPr/>
        </p:nvCxnSpPr>
        <p:spPr>
          <a:xfrm rot="16200000" flipH="1">
            <a:off x="9229499" y="4828220"/>
            <a:ext cx="733226" cy="20417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EE7F729-EE37-4242-B5EE-0640B04C324C}"/>
              </a:ext>
            </a:extLst>
          </p:cNvPr>
          <p:cNvCxnSpPr>
            <a:cxnSpLocks/>
            <a:endCxn id="10" idx="1"/>
          </p:cNvCxnSpPr>
          <p:nvPr/>
        </p:nvCxnSpPr>
        <p:spPr>
          <a:xfrm rot="16200000" flipH="1">
            <a:off x="10165644" y="5671615"/>
            <a:ext cx="680900" cy="185312"/>
          </a:xfrm>
          <a:prstGeom prst="bentConnector2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FCE121F-24A0-487F-B273-62D2B11ECF4C}"/>
              </a:ext>
            </a:extLst>
          </p:cNvPr>
          <p:cNvSpPr txBox="1"/>
          <p:nvPr/>
        </p:nvSpPr>
        <p:spPr>
          <a:xfrm>
            <a:off x="6456328" y="2229696"/>
            <a:ext cx="900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fact(5)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E5EE7C-E420-427E-9C80-08240C676224}"/>
              </a:ext>
            </a:extLst>
          </p:cNvPr>
          <p:cNvSpPr txBox="1"/>
          <p:nvPr/>
        </p:nvSpPr>
        <p:spPr>
          <a:xfrm>
            <a:off x="7590414" y="3030391"/>
            <a:ext cx="8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fact(4)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A41CFE9-5E3D-4276-90A4-EA2AB18AE045}"/>
              </a:ext>
            </a:extLst>
          </p:cNvPr>
          <p:cNvSpPr txBox="1"/>
          <p:nvPr/>
        </p:nvSpPr>
        <p:spPr>
          <a:xfrm>
            <a:off x="8541512" y="3840710"/>
            <a:ext cx="8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fact(3)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BBAFD92-3C37-4A66-980D-037290EF25B5}"/>
              </a:ext>
            </a:extLst>
          </p:cNvPr>
          <p:cNvSpPr txBox="1"/>
          <p:nvPr/>
        </p:nvSpPr>
        <p:spPr>
          <a:xfrm>
            <a:off x="9414263" y="4650588"/>
            <a:ext cx="8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fact(2)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017158-2081-49D9-BBFC-BA0389E27354}"/>
              </a:ext>
            </a:extLst>
          </p:cNvPr>
          <p:cNvSpPr txBox="1"/>
          <p:nvPr/>
        </p:nvSpPr>
        <p:spPr>
          <a:xfrm>
            <a:off x="10324052" y="5426439"/>
            <a:ext cx="810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fact(1)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3C46A7-36D9-4C1D-BB85-E612EE29600F}"/>
              </a:ext>
            </a:extLst>
          </p:cNvPr>
          <p:cNvSpPr txBox="1"/>
          <p:nvPr/>
        </p:nvSpPr>
        <p:spPr>
          <a:xfrm flipH="1">
            <a:off x="6984853" y="2686267"/>
            <a:ext cx="9239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= 5 * 24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EED76D-BEE7-4BB4-AF9F-6E6374A423A1}"/>
              </a:ext>
            </a:extLst>
          </p:cNvPr>
          <p:cNvSpPr txBox="1"/>
          <p:nvPr/>
        </p:nvSpPr>
        <p:spPr>
          <a:xfrm flipH="1">
            <a:off x="7873716" y="3499229"/>
            <a:ext cx="9239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= 4 * 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2E2707F-79BF-4B35-9801-663274D6BE9D}"/>
              </a:ext>
            </a:extLst>
          </p:cNvPr>
          <p:cNvSpPr txBox="1"/>
          <p:nvPr/>
        </p:nvSpPr>
        <p:spPr>
          <a:xfrm flipH="1">
            <a:off x="8797914" y="4311673"/>
            <a:ext cx="9239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= 3 * 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29C7EA-F515-403F-80CC-2C6A3919BB57}"/>
              </a:ext>
            </a:extLst>
          </p:cNvPr>
          <p:cNvSpPr txBox="1"/>
          <p:nvPr/>
        </p:nvSpPr>
        <p:spPr>
          <a:xfrm flipH="1">
            <a:off x="9684965" y="5112253"/>
            <a:ext cx="923930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= 2 * 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5FF433-9F5B-4B6F-B134-BC17F687C5D7}"/>
              </a:ext>
            </a:extLst>
          </p:cNvPr>
          <p:cNvSpPr txBox="1"/>
          <p:nvPr/>
        </p:nvSpPr>
        <p:spPr>
          <a:xfrm>
            <a:off x="6093410" y="1878465"/>
            <a:ext cx="90055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/>
              <a:t>120</a:t>
            </a:r>
          </a:p>
        </p:txBody>
      </p:sp>
    </p:spTree>
    <p:extLst>
      <p:ext uri="{BB962C8B-B14F-4D97-AF65-F5344CB8AC3E}">
        <p14:creationId xmlns:p14="http://schemas.microsoft.com/office/powerpoint/2010/main" val="41810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25" grpId="0"/>
      <p:bldP spid="26" grpId="0"/>
      <p:bldP spid="27" grpId="0"/>
      <p:bldP spid="28" grpId="0"/>
      <p:bldP spid="29" grpId="0"/>
      <p:bldP spid="40" grpId="0"/>
      <p:bldP spid="41" grpId="0"/>
      <p:bldP spid="42" grpId="0"/>
      <p:bldP spid="43" grpId="0"/>
      <p:bldP spid="44" grpId="0"/>
      <p:bldP spid="55" grpId="0" animBg="1"/>
      <p:bldP spid="56" grpId="0" animBg="1"/>
      <p:bldP spid="57" grpId="0" animBg="1"/>
      <p:bldP spid="58" grpId="0" animBg="1"/>
      <p:bldP spid="7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9F02-2073-4D63-ACEC-C71CBC8F0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Program: Tower of Hanoi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FE4F2F-5D82-4D1E-A1E8-E1D1B8B4D1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411691" cy="4351338"/>
          </a:xfrm>
        </p:spPr>
        <p:txBody>
          <a:bodyPr>
            <a:normAutofit/>
          </a:bodyPr>
          <a:lstStyle/>
          <a:p>
            <a:r>
              <a:rPr lang="en-US" dirty="0"/>
              <a:t>a mathematical puzzle having three rods and n disks. </a:t>
            </a:r>
          </a:p>
          <a:p>
            <a:r>
              <a:rPr lang="en-US" dirty="0"/>
              <a:t>Objective: to move the entire stack to another rod, obeying the rules:</a:t>
            </a:r>
          </a:p>
          <a:p>
            <a:pPr lvl="1"/>
            <a:r>
              <a:rPr lang="en-US" dirty="0"/>
              <a:t>Only one disk can be moved at a time.</a:t>
            </a:r>
          </a:p>
          <a:p>
            <a:pPr lvl="1"/>
            <a:r>
              <a:rPr lang="en-US" dirty="0"/>
              <a:t>Each move consists of taking the upper disk from one of the stacks and placing it on top of another stack i.e. a disk can only be moved if it is the uppermost disk on a stack.</a:t>
            </a:r>
          </a:p>
          <a:p>
            <a:pPr lvl="1"/>
            <a:r>
              <a:rPr lang="en-US" dirty="0"/>
              <a:t>No disk may be placed on top of a smaller disk.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63228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5062-505C-4FE2-8B9F-79319E979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Program: Tower of Hanoi</a:t>
            </a:r>
          </a:p>
        </p:txBody>
      </p:sp>
      <p:pic>
        <p:nvPicPr>
          <p:cNvPr id="2050" name="Picture 2" descr="faq.disk3">
            <a:extLst>
              <a:ext uri="{FF2B5EF4-FFF2-40B4-BE49-F238E27FC236}">
                <a16:creationId xmlns:a16="http://schemas.microsoft.com/office/drawing/2014/main" id="{596CFB8B-A5C6-4215-8452-18BB10AB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606" y="1406237"/>
            <a:ext cx="8854787" cy="4971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6501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5D16C-2CEC-4475-912F-6412456F8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Program: Tower of Hanoi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D79AED-ACF0-4D9B-9BF6-E3621D6F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286" y="376525"/>
            <a:ext cx="3527714" cy="64814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C8D2CA9-875D-4C5A-BB7A-D9466F1ADA5B}"/>
              </a:ext>
            </a:extLst>
          </p:cNvPr>
          <p:cNvSpPr/>
          <p:nvPr/>
        </p:nvSpPr>
        <p:spPr>
          <a:xfrm>
            <a:off x="124690" y="2147888"/>
            <a:ext cx="888076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towerOfHanoi(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aux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==1)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nMoving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Disk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": From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To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towerOfHanoi(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- 1,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aux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nMoving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Disk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": From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To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towerOfHanoi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- 1,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aux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16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F9F8CE-7761-4850-9F8F-A2C31EDC9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 Program: </a:t>
            </a:r>
            <a:br>
              <a:rPr lang="en-IN" dirty="0"/>
            </a:br>
            <a:r>
              <a:rPr lang="en-IN" dirty="0"/>
              <a:t>Tower of Hanoi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D1B758-C7C0-43D4-AA36-86155A0D856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583382" y="143885"/>
          <a:ext cx="6497782" cy="6570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93855029-0301-41D7-A842-87D7764D48D9}"/>
              </a:ext>
            </a:extLst>
          </p:cNvPr>
          <p:cNvSpPr/>
          <p:nvPr/>
        </p:nvSpPr>
        <p:spPr>
          <a:xfrm>
            <a:off x="110836" y="1690688"/>
            <a:ext cx="5223165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towerOfHanoi(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aux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==1)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nMoving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Disk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": From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To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towerOfHanoi(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- 1,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aux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cout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"\</a:t>
            </a:r>
            <a:r>
              <a:rPr lang="en-US" dirty="0" err="1">
                <a:solidFill>
                  <a:srgbClr val="A31515"/>
                </a:solidFill>
                <a:latin typeface="Consolas" panose="020B0609020204030204" pitchFamily="49" charset="0"/>
              </a:rPr>
              <a:t>nMoving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 Disk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": From "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en-US" dirty="0">
                <a:latin typeface="Consolas" panose="020B0609020204030204" pitchFamily="49" charset="0"/>
              </a:rPr>
              <a:t>&lt;&lt;</a:t>
            </a:r>
            <a:r>
              <a:rPr lang="en-US" dirty="0">
                <a:solidFill>
                  <a:srgbClr val="A31515"/>
                </a:solidFill>
                <a:latin typeface="Consolas" panose="020B0609020204030204" pitchFamily="49" charset="0"/>
              </a:rPr>
              <a:t>" To 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&lt;&lt;</a:t>
            </a:r>
            <a:r>
              <a:rPr lang="en-US" dirty="0" err="1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2"/>
            <a:r>
              <a:rPr lang="fr-FR" dirty="0" err="1">
                <a:solidFill>
                  <a:srgbClr val="000000"/>
                </a:solidFill>
                <a:latin typeface="Consolas" panose="020B0609020204030204" pitchFamily="49" charset="0"/>
              </a:rPr>
              <a:t>towerOfHanoi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- 1,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aux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dest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r-FR" dirty="0">
                <a:solidFill>
                  <a:srgbClr val="808080"/>
                </a:solidFill>
                <a:latin typeface="Consolas" panose="020B0609020204030204" pitchFamily="49" charset="0"/>
              </a:rPr>
              <a:t>src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1489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67E3503-5A49-4400-BCDA-2A5AFFCD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Typedef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6FB31A-3C17-42EF-A6F5-37CD5524A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F23C4-DEA5-4CD4-8250-64D75D6E03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209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63253E-5B89-4904-89EB-5365E41CD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Typedef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EC9455-2CF1-4C48-84C2-680697CC1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name for a data type an be created using keyword typedef</a:t>
            </a:r>
          </a:p>
          <a:p>
            <a:endParaRPr lang="en-US" dirty="0"/>
          </a:p>
          <a:p>
            <a:r>
              <a:rPr lang="en-US" dirty="0"/>
              <a:t>helps in making code more readable.</a:t>
            </a:r>
          </a:p>
          <a:p>
            <a:endParaRPr lang="en-US" dirty="0"/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800080"/>
                </a:solidFill>
              </a:rPr>
              <a:t>typedef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existing_type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000" dirty="0" err="1"/>
              <a:t>new_name</a:t>
            </a:r>
            <a:r>
              <a:rPr lang="en-US" sz="2000" dirty="0"/>
              <a:t>;</a:t>
            </a:r>
          </a:p>
          <a:p>
            <a:r>
              <a:rPr lang="en-US" dirty="0"/>
              <a:t>Example:</a:t>
            </a:r>
            <a:endParaRPr lang="en-US" sz="2400" dirty="0"/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>
                <a:solidFill>
                  <a:srgbClr val="800080"/>
                </a:solidFill>
              </a:rPr>
              <a:t>typedef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unsigned int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uint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endParaRPr lang="en-US" sz="1600" dirty="0"/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F2F4C-DBAB-41FB-B421-9FF99C6A6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835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A73E0-7FEC-4A6C-A027-566D8922C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typedef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C617C-1DCF-4BF9-8583-0D5B5B956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18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500F9D2-DE2C-45EF-878E-C8EE226052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4807"/>
            <a:ext cx="9466385" cy="1697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Simplifies long or complex declarations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Improves code clarity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Useful for portability and abstraction</a:t>
            </a:r>
          </a:p>
        </p:txBody>
      </p:sp>
    </p:spTree>
    <p:extLst>
      <p:ext uri="{BB962C8B-B14F-4D97-AF65-F5344CB8AC3E}">
        <p14:creationId xmlns:p14="http://schemas.microsoft.com/office/powerpoint/2010/main" val="887685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FA13-A95C-4C85-8F86-85EC5D37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5008685" cy="5795856"/>
          </a:xfrm>
        </p:spPr>
        <p:txBody>
          <a:bodyPr>
            <a:normAutofit/>
          </a:bodyPr>
          <a:lstStyle/>
          <a:p>
            <a:r>
              <a:rPr lang="en-US" dirty="0"/>
              <a:t>Example: typedef with Structure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D557D-A516-49CE-9D09-5CB7E5E7F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19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4F54A-027F-4741-80D8-40C11EDC8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952" y="420604"/>
            <a:ext cx="4467849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35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588C9-5752-4ACA-A595-986BAE6CA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in C++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5988A-0B32-4ADD-BC9A-D322503773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FC915-F26D-4D87-BEF2-4D0D6D4A9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4986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EE677-1D47-4F2C-81C0-D8900E5A4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Structures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DC13D1-CB51-4BF3-BEB2-7AF808604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80603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E369B-23C8-40E3-91A5-826FCCD01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645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6386A-16B9-46BD-AB5D-66A03DA0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&amp; Example of Structure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254EE9-7163-43B0-A10E-195BE4C16E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Syntax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00BE64-E37B-4097-BD0F-A7A627A36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1BB46-6645-4F64-B285-6F717D72EC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43AF5C-7D1A-4105-8902-0B550E403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12" y="2824078"/>
            <a:ext cx="4490742" cy="27288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16FEE1-6902-46F9-818D-BA3ACEAEC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766544"/>
            <a:ext cx="4665409" cy="2728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07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F9AA007-3678-4983-BE4E-3949189E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Structure Members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30F8EBFF-AE9E-47E6-ACDD-DCC0DF43603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926627"/>
              </p:ext>
            </p:extLst>
          </p:nvPr>
        </p:nvGraphicFramePr>
        <p:xfrm>
          <a:off x="838199" y="1825625"/>
          <a:ext cx="10350731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5338D-A2C7-4E56-9156-EBC799B35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8505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B1D2-57D2-403C-B7BD-9B81385F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Anonymous Structure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E0EBB9-CA0C-4248-BB03-B8CD78A68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3211947"/>
              </p:ext>
            </p:extLst>
          </p:nvPr>
        </p:nvGraphicFramePr>
        <p:xfrm>
          <a:off x="838200" y="1825625"/>
          <a:ext cx="4515196" cy="3571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6D02D-3A26-423E-9B9E-59F8F36FD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24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F1797F-8AFA-4A80-BDE6-EB6E241A28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0395" y="978453"/>
            <a:ext cx="3828978" cy="490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334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0B1D2-57D2-403C-B7BD-9B81385F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 Referential Structure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8E0EBB9-CA0C-4248-BB03-B8CD78A68A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4818067"/>
              </p:ext>
            </p:extLst>
          </p:nvPr>
        </p:nvGraphicFramePr>
        <p:xfrm>
          <a:off x="838200" y="1825625"/>
          <a:ext cx="4515196" cy="35717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B6D02D-3A26-423E-9B9E-59F8F36FD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25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4C0ABF-E959-431C-9C16-B9D9328C4F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449" y="1825625"/>
            <a:ext cx="5108833" cy="258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908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A6A39-5C00-408B-820F-118D41A2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7BD43-53C6-4163-8BBA-56DD1355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A18B7-1D1C-4A41-9CD2-D63B06CD8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0293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F2E2-CCA5-4E63-BD79-96C9992AE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192"/>
            <a:ext cx="10515600" cy="1159616"/>
          </a:xfrm>
        </p:spPr>
        <p:txBody>
          <a:bodyPr/>
          <a:lstStyle/>
          <a:p>
            <a:r>
              <a:rPr lang="en-US" dirty="0"/>
              <a:t>Union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66BE2-B94F-468F-972E-3AC0809F7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365567" cy="463623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union is a user-defined data type similar to a struct.</a:t>
            </a:r>
          </a:p>
          <a:p>
            <a:r>
              <a:rPr lang="en-US" dirty="0"/>
              <a:t>Unlike structures, all members of a union share the same memory location.</a:t>
            </a:r>
          </a:p>
          <a:p>
            <a:r>
              <a:rPr lang="en-US" dirty="0"/>
              <a:t>Only one member can contain a value at any given time.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one member can be used at a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is allocated based on the size of the largest member.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462B2-22C3-4476-9E1D-B105B1D7C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27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95FE48-403F-41FB-B7EA-D60ED59F9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235" y="2738091"/>
            <a:ext cx="3010972" cy="21293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3AC2F5B-3456-4983-8FAD-873AAAA05785}"/>
              </a:ext>
            </a:extLst>
          </p:cNvPr>
          <p:cNvSpPr txBox="1"/>
          <p:nvPr/>
        </p:nvSpPr>
        <p:spPr>
          <a:xfrm>
            <a:off x="6090459" y="1690687"/>
            <a:ext cx="43655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Syntax: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436814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6302-DF97-429C-8BA7-B76FEF946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3792"/>
            <a:ext cx="10515600" cy="1159616"/>
          </a:xfrm>
        </p:spPr>
        <p:txBody>
          <a:bodyPr/>
          <a:lstStyle/>
          <a:p>
            <a:r>
              <a:rPr lang="en-US" dirty="0"/>
              <a:t>Structure Vs Union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11C60-6D0F-410B-A998-A95BE7653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28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B67AD0-FAE2-416F-ACF3-42FEE9ED7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81" y="2393658"/>
            <a:ext cx="10704238" cy="302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Template.pptx" id="{872A0908-B4BE-42E9-B974-411477CD13A2}" vid="{74DED970-FDA3-40BF-97D9-3BC76A00F4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LectureTemplate</Template>
  <TotalTime>296</TotalTime>
  <Words>1411</Words>
  <Application>Microsoft Office PowerPoint</Application>
  <PresentationFormat>Widescreen</PresentationFormat>
  <Paragraphs>306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Office Theme</vt:lpstr>
      <vt:lpstr>C++ Programming</vt:lpstr>
      <vt:lpstr>Arrays &amp; Functions</vt:lpstr>
      <vt:lpstr>Passing Array To Function</vt:lpstr>
      <vt:lpstr>Illustration of Passing Array to Function</vt:lpstr>
      <vt:lpstr>Retuning Array From Function</vt:lpstr>
      <vt:lpstr>Recursive Functions</vt:lpstr>
      <vt:lpstr>Recursive Functions</vt:lpstr>
      <vt:lpstr>Recursive Function - Necessary Conditions Law of Recursion</vt:lpstr>
      <vt:lpstr>Types of Recursion</vt:lpstr>
      <vt:lpstr>Illustration of Recursion</vt:lpstr>
      <vt:lpstr>Example Program : Factorial of a number</vt:lpstr>
      <vt:lpstr>Example Program: Tower of Hanoi</vt:lpstr>
      <vt:lpstr>Example Program: Tower of Hanoi</vt:lpstr>
      <vt:lpstr>Example Program: Tower of Hanoi</vt:lpstr>
      <vt:lpstr>Example Program:  Tower of Hanoi</vt:lpstr>
      <vt:lpstr>Typedef</vt:lpstr>
      <vt:lpstr>Typedef</vt:lpstr>
      <vt:lpstr>Why typedef</vt:lpstr>
      <vt:lpstr>Example: typedef with Structure</vt:lpstr>
      <vt:lpstr>Structure in C++</vt:lpstr>
      <vt:lpstr>What are Structures</vt:lpstr>
      <vt:lpstr>Syntax &amp; Example of Structure</vt:lpstr>
      <vt:lpstr>Accessing Structure Members</vt:lpstr>
      <vt:lpstr>Anonymous Structure</vt:lpstr>
      <vt:lpstr>Self Referential Structure</vt:lpstr>
      <vt:lpstr>Union</vt:lpstr>
      <vt:lpstr>Union Introduction</vt:lpstr>
      <vt:lpstr>Structure Vs Union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 (DAC-01)</dc:title>
  <dc:creator>Priyanka Sinha</dc:creator>
  <cp:lastModifiedBy>Priyanka Sinha</cp:lastModifiedBy>
  <cp:revision>14</cp:revision>
  <dcterms:created xsi:type="dcterms:W3CDTF">2025-05-22T10:43:38Z</dcterms:created>
  <dcterms:modified xsi:type="dcterms:W3CDTF">2025-05-23T10:30:35Z</dcterms:modified>
</cp:coreProperties>
</file>