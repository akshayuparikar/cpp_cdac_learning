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319" r:id="rId2"/>
    <p:sldId id="320" r:id="rId3"/>
    <p:sldId id="321" r:id="rId4"/>
    <p:sldId id="322" r:id="rId5"/>
    <p:sldId id="323" r:id="rId6"/>
    <p:sldId id="324" r:id="rId7"/>
    <p:sldId id="325" r:id="rId8"/>
    <p:sldId id="326" r:id="rId9"/>
    <p:sldId id="327" r:id="rId10"/>
    <p:sldId id="333" r:id="rId11"/>
    <p:sldId id="334" r:id="rId12"/>
    <p:sldId id="340" r:id="rId13"/>
    <p:sldId id="335" r:id="rId14"/>
    <p:sldId id="336" r:id="rId15"/>
    <p:sldId id="339" r:id="rId16"/>
    <p:sldId id="337" r:id="rId17"/>
    <p:sldId id="341" r:id="rId18"/>
    <p:sldId id="273" r:id="rId19"/>
    <p:sldId id="274" r:id="rId20"/>
    <p:sldId id="342" r:id="rId21"/>
    <p:sldId id="338" r:id="rId22"/>
    <p:sldId id="276" r:id="rId23"/>
    <p:sldId id="343" r:id="rId24"/>
    <p:sldId id="277" r:id="rId25"/>
    <p:sldId id="344" r:id="rId26"/>
    <p:sldId id="345" r:id="rId27"/>
    <p:sldId id="346" r:id="rId28"/>
    <p:sldId id="347" r:id="rId29"/>
    <p:sldId id="348" r:id="rId30"/>
    <p:sldId id="349" r:id="rId31"/>
    <p:sldId id="35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69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p:cViewPr varScale="1">
        <p:scale>
          <a:sx n="109" d="100"/>
          <a:sy n="109" d="100"/>
        </p:scale>
        <p:origin x="58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8F1EE6-3CAC-4416-BC24-D2B99096D970}" type="doc">
      <dgm:prSet loTypeId="urn:microsoft.com/office/officeart/2005/8/layout/venn3" loCatId="relationship" qsTypeId="urn:microsoft.com/office/officeart/2005/8/quickstyle/3d4" qsCatId="3D" csTypeId="urn:microsoft.com/office/officeart/2005/8/colors/accent0_2" csCatId="mainScheme" phldr="1"/>
      <dgm:spPr/>
      <dgm:t>
        <a:bodyPr/>
        <a:lstStyle/>
        <a:p>
          <a:endParaRPr lang="en-IN"/>
        </a:p>
      </dgm:t>
    </dgm:pt>
    <dgm:pt modelId="{66E73426-7BBE-48D1-A8AB-4D5E3BC1F3B9}">
      <dgm:prSet/>
      <dgm:spPr/>
      <dgm:t>
        <a:bodyPr/>
        <a:lstStyle/>
        <a:p>
          <a:pPr>
            <a:buNone/>
          </a:pPr>
          <a:r>
            <a:rPr lang="en-US" dirty="0"/>
            <a:t>🔄 </a:t>
          </a:r>
          <a:r>
            <a:rPr lang="en-US" b="1" dirty="0"/>
            <a:t>Promotes Reusability</a:t>
          </a:r>
          <a:br>
            <a:rPr lang="en-US" dirty="0"/>
          </a:br>
          <a:r>
            <a:rPr lang="en-US" dirty="0"/>
            <a:t>Reduces code duplication — speeds up development, simplifies maintenance, and allows easy extensions.</a:t>
          </a:r>
        </a:p>
      </dgm:t>
    </dgm:pt>
    <dgm:pt modelId="{C3565112-3214-48D9-B723-B89971848067}" type="parTrans" cxnId="{27856D61-6232-4410-90C1-FD8F9835C08A}">
      <dgm:prSet/>
      <dgm:spPr/>
      <dgm:t>
        <a:bodyPr/>
        <a:lstStyle/>
        <a:p>
          <a:endParaRPr lang="en-IN"/>
        </a:p>
      </dgm:t>
    </dgm:pt>
    <dgm:pt modelId="{A0525CEA-C8A9-4AD9-8492-3862A45EEB00}" type="sibTrans" cxnId="{27856D61-6232-4410-90C1-FD8F9835C08A}">
      <dgm:prSet/>
      <dgm:spPr/>
      <dgm:t>
        <a:bodyPr/>
        <a:lstStyle/>
        <a:p>
          <a:endParaRPr lang="en-IN"/>
        </a:p>
      </dgm:t>
    </dgm:pt>
    <dgm:pt modelId="{EFA4E9D7-DB3B-4FE0-9E06-581489220262}">
      <dgm:prSet/>
      <dgm:spPr/>
      <dgm:t>
        <a:bodyPr/>
        <a:lstStyle/>
        <a:p>
          <a:r>
            <a:rPr lang="en-US" dirty="0"/>
            <a:t>🔗 </a:t>
          </a:r>
          <a:r>
            <a:rPr lang="en-US" b="1" dirty="0"/>
            <a:t>Supports Transitivity</a:t>
          </a:r>
          <a:br>
            <a:rPr lang="en-US" dirty="0"/>
          </a:br>
          <a:r>
            <a:rPr lang="en-US" dirty="0"/>
            <a:t>Inherited properties can be passed from base class to derived class, and further to other subclasses.</a:t>
          </a:r>
        </a:p>
      </dgm:t>
    </dgm:pt>
    <dgm:pt modelId="{8A4D6CB2-5612-4168-BF7D-92D3CBF8773A}" type="parTrans" cxnId="{4A25C4EE-D0F1-402E-904E-1AA0A562E283}">
      <dgm:prSet/>
      <dgm:spPr/>
      <dgm:t>
        <a:bodyPr/>
        <a:lstStyle/>
        <a:p>
          <a:endParaRPr lang="en-IN"/>
        </a:p>
      </dgm:t>
    </dgm:pt>
    <dgm:pt modelId="{90BCC289-999E-4352-A3AF-756F55D4DAE2}" type="sibTrans" cxnId="{4A25C4EE-D0F1-402E-904E-1AA0A562E283}">
      <dgm:prSet/>
      <dgm:spPr/>
      <dgm:t>
        <a:bodyPr/>
        <a:lstStyle/>
        <a:p>
          <a:endParaRPr lang="en-IN"/>
        </a:p>
      </dgm:t>
    </dgm:pt>
    <dgm:pt modelId="{446D299F-0A3F-498E-A8EC-15FF89C80F8B}">
      <dgm:prSet phldrT="[Text]"/>
      <dgm:spPr/>
      <dgm:t>
        <a:bodyPr/>
        <a:lstStyle/>
        <a:p>
          <a:pPr>
            <a:buNone/>
          </a:pPr>
          <a:r>
            <a:rPr lang="en-US" dirty="0"/>
            <a:t>🔁 </a:t>
          </a:r>
          <a:r>
            <a:rPr lang="en-US" b="1" dirty="0"/>
            <a:t>Express Real-World Relationships</a:t>
          </a:r>
          <a:br>
            <a:rPr lang="en-US" dirty="0"/>
          </a:br>
          <a:r>
            <a:rPr lang="en-US" dirty="0"/>
            <a:t>Models natural hierarchies like “is-a” relationships (e.g., Dog </a:t>
          </a:r>
          <a:r>
            <a:rPr lang="en-US" i="1" dirty="0"/>
            <a:t>is a</a:t>
          </a:r>
          <a:r>
            <a:rPr lang="en-US" dirty="0"/>
            <a:t> Animal).</a:t>
          </a:r>
          <a:endParaRPr lang="en-IN" dirty="0"/>
        </a:p>
      </dgm:t>
    </dgm:pt>
    <dgm:pt modelId="{CA4876BE-DFA1-4480-9E0D-182D95DD71CD}" type="parTrans" cxnId="{9B41E0D0-E1CD-414B-BE13-278C17050FF9}">
      <dgm:prSet/>
      <dgm:spPr/>
      <dgm:t>
        <a:bodyPr/>
        <a:lstStyle/>
        <a:p>
          <a:endParaRPr lang="en-IN"/>
        </a:p>
      </dgm:t>
    </dgm:pt>
    <dgm:pt modelId="{58CD9E0D-DEF1-435F-9950-6BDB70C5A697}" type="sibTrans" cxnId="{9B41E0D0-E1CD-414B-BE13-278C17050FF9}">
      <dgm:prSet/>
      <dgm:spPr/>
      <dgm:t>
        <a:bodyPr/>
        <a:lstStyle/>
        <a:p>
          <a:endParaRPr lang="en-IN"/>
        </a:p>
      </dgm:t>
    </dgm:pt>
    <dgm:pt modelId="{640BC579-743F-4826-99D8-1F3423F1B8DD}" type="pres">
      <dgm:prSet presAssocID="{548F1EE6-3CAC-4416-BC24-D2B99096D970}" presName="Name0" presStyleCnt="0">
        <dgm:presLayoutVars>
          <dgm:dir/>
          <dgm:resizeHandles val="exact"/>
        </dgm:presLayoutVars>
      </dgm:prSet>
      <dgm:spPr/>
    </dgm:pt>
    <dgm:pt modelId="{787BDBDE-FB60-4404-A779-FB1978F5B20E}" type="pres">
      <dgm:prSet presAssocID="{446D299F-0A3F-498E-A8EC-15FF89C80F8B}" presName="Name5" presStyleLbl="vennNode1" presStyleIdx="0" presStyleCnt="3">
        <dgm:presLayoutVars>
          <dgm:bulletEnabled val="1"/>
        </dgm:presLayoutVars>
      </dgm:prSet>
      <dgm:spPr/>
    </dgm:pt>
    <dgm:pt modelId="{739F83D2-9F4D-4C93-8E1B-A87881BBABDC}" type="pres">
      <dgm:prSet presAssocID="{58CD9E0D-DEF1-435F-9950-6BDB70C5A697}" presName="space" presStyleCnt="0"/>
      <dgm:spPr/>
    </dgm:pt>
    <dgm:pt modelId="{3C1AC853-A02D-4B39-ABB1-8F759F7CEEDC}" type="pres">
      <dgm:prSet presAssocID="{66E73426-7BBE-48D1-A8AB-4D5E3BC1F3B9}" presName="Name5" presStyleLbl="vennNode1" presStyleIdx="1" presStyleCnt="3">
        <dgm:presLayoutVars>
          <dgm:bulletEnabled val="1"/>
        </dgm:presLayoutVars>
      </dgm:prSet>
      <dgm:spPr/>
    </dgm:pt>
    <dgm:pt modelId="{A6E27817-3061-484B-983F-0BE8AB1FA065}" type="pres">
      <dgm:prSet presAssocID="{A0525CEA-C8A9-4AD9-8492-3862A45EEB00}" presName="space" presStyleCnt="0"/>
      <dgm:spPr/>
    </dgm:pt>
    <dgm:pt modelId="{107F2226-B76F-4659-BB88-E02D1CEFACE1}" type="pres">
      <dgm:prSet presAssocID="{EFA4E9D7-DB3B-4FE0-9E06-581489220262}" presName="Name5" presStyleLbl="vennNode1" presStyleIdx="2" presStyleCnt="3">
        <dgm:presLayoutVars>
          <dgm:bulletEnabled val="1"/>
        </dgm:presLayoutVars>
      </dgm:prSet>
      <dgm:spPr/>
    </dgm:pt>
  </dgm:ptLst>
  <dgm:cxnLst>
    <dgm:cxn modelId="{86E8C105-F4CC-460D-A771-2897FB0E2653}" type="presOf" srcId="{EFA4E9D7-DB3B-4FE0-9E06-581489220262}" destId="{107F2226-B76F-4659-BB88-E02D1CEFACE1}" srcOrd="0" destOrd="0" presId="urn:microsoft.com/office/officeart/2005/8/layout/venn3"/>
    <dgm:cxn modelId="{27856D61-6232-4410-90C1-FD8F9835C08A}" srcId="{548F1EE6-3CAC-4416-BC24-D2B99096D970}" destId="{66E73426-7BBE-48D1-A8AB-4D5E3BC1F3B9}" srcOrd="1" destOrd="0" parTransId="{C3565112-3214-48D9-B723-B89971848067}" sibTransId="{A0525CEA-C8A9-4AD9-8492-3862A45EEB00}"/>
    <dgm:cxn modelId="{AB895494-0B82-4E8B-A9B7-F623FA19BFCE}" type="presOf" srcId="{446D299F-0A3F-498E-A8EC-15FF89C80F8B}" destId="{787BDBDE-FB60-4404-A779-FB1978F5B20E}" srcOrd="0" destOrd="0" presId="urn:microsoft.com/office/officeart/2005/8/layout/venn3"/>
    <dgm:cxn modelId="{9B41E0D0-E1CD-414B-BE13-278C17050FF9}" srcId="{548F1EE6-3CAC-4416-BC24-D2B99096D970}" destId="{446D299F-0A3F-498E-A8EC-15FF89C80F8B}" srcOrd="0" destOrd="0" parTransId="{CA4876BE-DFA1-4480-9E0D-182D95DD71CD}" sibTransId="{58CD9E0D-DEF1-435F-9950-6BDB70C5A697}"/>
    <dgm:cxn modelId="{5B7836EC-C4FD-4660-BA6B-4A57A7E7D1F0}" type="presOf" srcId="{548F1EE6-3CAC-4416-BC24-D2B99096D970}" destId="{640BC579-743F-4826-99D8-1F3423F1B8DD}" srcOrd="0" destOrd="0" presId="urn:microsoft.com/office/officeart/2005/8/layout/venn3"/>
    <dgm:cxn modelId="{9F80C3EE-DF04-4EC6-B335-890310913B04}" type="presOf" srcId="{66E73426-7BBE-48D1-A8AB-4D5E3BC1F3B9}" destId="{3C1AC853-A02D-4B39-ABB1-8F759F7CEEDC}" srcOrd="0" destOrd="0" presId="urn:microsoft.com/office/officeart/2005/8/layout/venn3"/>
    <dgm:cxn modelId="{4A25C4EE-D0F1-402E-904E-1AA0A562E283}" srcId="{548F1EE6-3CAC-4416-BC24-D2B99096D970}" destId="{EFA4E9D7-DB3B-4FE0-9E06-581489220262}" srcOrd="2" destOrd="0" parTransId="{8A4D6CB2-5612-4168-BF7D-92D3CBF8773A}" sibTransId="{90BCC289-999E-4352-A3AF-756F55D4DAE2}"/>
    <dgm:cxn modelId="{1664A61D-44D3-4390-965C-824D5BF46DCC}" type="presParOf" srcId="{640BC579-743F-4826-99D8-1F3423F1B8DD}" destId="{787BDBDE-FB60-4404-A779-FB1978F5B20E}" srcOrd="0" destOrd="0" presId="urn:microsoft.com/office/officeart/2005/8/layout/venn3"/>
    <dgm:cxn modelId="{408ECEFE-F730-447D-9B37-00E0F7507006}" type="presParOf" srcId="{640BC579-743F-4826-99D8-1F3423F1B8DD}" destId="{739F83D2-9F4D-4C93-8E1B-A87881BBABDC}" srcOrd="1" destOrd="0" presId="urn:microsoft.com/office/officeart/2005/8/layout/venn3"/>
    <dgm:cxn modelId="{DC4D844D-8806-4886-B758-3B2D02BE400E}" type="presParOf" srcId="{640BC579-743F-4826-99D8-1F3423F1B8DD}" destId="{3C1AC853-A02D-4B39-ABB1-8F759F7CEEDC}" srcOrd="2" destOrd="0" presId="urn:microsoft.com/office/officeart/2005/8/layout/venn3"/>
    <dgm:cxn modelId="{0445971E-022A-44B5-9708-F02324E4A848}" type="presParOf" srcId="{640BC579-743F-4826-99D8-1F3423F1B8DD}" destId="{A6E27817-3061-484B-983F-0BE8AB1FA065}" srcOrd="3" destOrd="0" presId="urn:microsoft.com/office/officeart/2005/8/layout/venn3"/>
    <dgm:cxn modelId="{61419A7D-3DD1-400B-982D-EDA8D3CE097E}" type="presParOf" srcId="{640BC579-743F-4826-99D8-1F3423F1B8DD}" destId="{107F2226-B76F-4659-BB88-E02D1CEFACE1}" srcOrd="4"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B36943-5085-4901-B41E-8A642C1F843E}" type="doc">
      <dgm:prSet loTypeId="urn:microsoft.com/office/officeart/2005/8/layout/radial4" loCatId="relationship" qsTypeId="urn:microsoft.com/office/officeart/2005/8/quickstyle/simple5" qsCatId="simple" csTypeId="urn:microsoft.com/office/officeart/2005/8/colors/accent0_2" csCatId="mainScheme" phldr="1"/>
      <dgm:spPr/>
      <dgm:t>
        <a:bodyPr/>
        <a:lstStyle/>
        <a:p>
          <a:endParaRPr lang="en-IN"/>
        </a:p>
      </dgm:t>
    </dgm:pt>
    <dgm:pt modelId="{B1B6902A-8486-4F3A-84C9-0A6138A9BE21}">
      <dgm:prSet phldrT="[Text]" custT="1"/>
      <dgm:spPr/>
      <dgm:t>
        <a:bodyPr/>
        <a:lstStyle/>
        <a:p>
          <a:r>
            <a:rPr lang="en-IN" sz="2400" dirty="0"/>
            <a:t>Single Inheritance</a:t>
          </a:r>
        </a:p>
      </dgm:t>
    </dgm:pt>
    <dgm:pt modelId="{140DC9E0-FB33-4813-831C-00D55C1E1FC5}" type="parTrans" cxnId="{B77728A0-CC3C-4C20-B1F3-EFDA1FDAD5F1}">
      <dgm:prSet/>
      <dgm:spPr/>
      <dgm:t>
        <a:bodyPr/>
        <a:lstStyle/>
        <a:p>
          <a:endParaRPr lang="en-IN"/>
        </a:p>
      </dgm:t>
    </dgm:pt>
    <dgm:pt modelId="{95621935-9A7F-4A1B-84EA-6EE07EF8593E}" type="sibTrans" cxnId="{B77728A0-CC3C-4C20-B1F3-EFDA1FDAD5F1}">
      <dgm:prSet/>
      <dgm:spPr/>
      <dgm:t>
        <a:bodyPr/>
        <a:lstStyle/>
        <a:p>
          <a:endParaRPr lang="en-IN"/>
        </a:p>
      </dgm:t>
    </dgm:pt>
    <dgm:pt modelId="{EBE8F718-7E54-4AD1-88BC-BC8AEC48CF1F}">
      <dgm:prSet phldrT="[Text]" custT="1"/>
      <dgm:spPr/>
      <dgm:t>
        <a:bodyPr/>
        <a:lstStyle/>
        <a:p>
          <a:r>
            <a:rPr lang="en-IN" sz="2400" dirty="0"/>
            <a:t>Multiple Inheritance</a:t>
          </a:r>
        </a:p>
      </dgm:t>
    </dgm:pt>
    <dgm:pt modelId="{1A324AC0-A3DC-4B5C-B26B-B849CD90E5D7}" type="parTrans" cxnId="{361DAC50-C214-4231-A0C3-8F643EF28767}">
      <dgm:prSet/>
      <dgm:spPr/>
      <dgm:t>
        <a:bodyPr/>
        <a:lstStyle/>
        <a:p>
          <a:endParaRPr lang="en-IN"/>
        </a:p>
      </dgm:t>
    </dgm:pt>
    <dgm:pt modelId="{988269D8-80D8-4BDE-BB71-4F022C2F9BD1}" type="sibTrans" cxnId="{361DAC50-C214-4231-A0C3-8F643EF28767}">
      <dgm:prSet/>
      <dgm:spPr/>
      <dgm:t>
        <a:bodyPr/>
        <a:lstStyle/>
        <a:p>
          <a:endParaRPr lang="en-IN"/>
        </a:p>
      </dgm:t>
    </dgm:pt>
    <dgm:pt modelId="{08C5EBF6-ED0B-41A3-A4FF-150A0D1B56E1}">
      <dgm:prSet phldrT="[Text]" custT="1"/>
      <dgm:spPr/>
      <dgm:t>
        <a:bodyPr/>
        <a:lstStyle/>
        <a:p>
          <a:r>
            <a:rPr lang="en-IN" sz="2400" dirty="0"/>
            <a:t>Multi-level Inheritance</a:t>
          </a:r>
        </a:p>
      </dgm:t>
    </dgm:pt>
    <dgm:pt modelId="{E66F13E1-757A-42D6-85B3-2273BA3ADA5A}" type="parTrans" cxnId="{16B98C6E-36A3-4A34-BD65-391660751AB8}">
      <dgm:prSet/>
      <dgm:spPr/>
      <dgm:t>
        <a:bodyPr/>
        <a:lstStyle/>
        <a:p>
          <a:endParaRPr lang="en-IN"/>
        </a:p>
      </dgm:t>
    </dgm:pt>
    <dgm:pt modelId="{0CE70C3C-6981-4658-B5C1-BD18FC17F484}" type="sibTrans" cxnId="{16B98C6E-36A3-4A34-BD65-391660751AB8}">
      <dgm:prSet/>
      <dgm:spPr/>
      <dgm:t>
        <a:bodyPr/>
        <a:lstStyle/>
        <a:p>
          <a:endParaRPr lang="en-IN"/>
        </a:p>
      </dgm:t>
    </dgm:pt>
    <dgm:pt modelId="{9CEB617E-295C-4626-8C64-503352C4F789}">
      <dgm:prSet phldrT="[Text]" custT="1"/>
      <dgm:spPr/>
      <dgm:t>
        <a:bodyPr/>
        <a:lstStyle/>
        <a:p>
          <a:r>
            <a:rPr lang="en-IN" sz="2400" dirty="0"/>
            <a:t>Hierarchical Inheritance</a:t>
          </a:r>
        </a:p>
      </dgm:t>
    </dgm:pt>
    <dgm:pt modelId="{B9F39553-059A-4FC4-B2E9-680F6BAC7DF0}" type="parTrans" cxnId="{F5793B32-0F5E-4E29-9156-DDEF1D0416F7}">
      <dgm:prSet/>
      <dgm:spPr/>
      <dgm:t>
        <a:bodyPr/>
        <a:lstStyle/>
        <a:p>
          <a:endParaRPr lang="en-IN"/>
        </a:p>
      </dgm:t>
    </dgm:pt>
    <dgm:pt modelId="{DC32F97E-2DBC-4B5C-84C4-4FDDD06B3A0F}" type="sibTrans" cxnId="{F5793B32-0F5E-4E29-9156-DDEF1D0416F7}">
      <dgm:prSet/>
      <dgm:spPr/>
      <dgm:t>
        <a:bodyPr/>
        <a:lstStyle/>
        <a:p>
          <a:endParaRPr lang="en-IN"/>
        </a:p>
      </dgm:t>
    </dgm:pt>
    <dgm:pt modelId="{AD756B08-456F-4006-A07B-EF7A131A20B9}">
      <dgm:prSet phldrT="[Text]" custT="1"/>
      <dgm:spPr/>
      <dgm:t>
        <a:bodyPr/>
        <a:lstStyle/>
        <a:p>
          <a:r>
            <a:rPr lang="en-IN" sz="2400" dirty="0"/>
            <a:t>Hybrid Inheritance</a:t>
          </a:r>
        </a:p>
      </dgm:t>
    </dgm:pt>
    <dgm:pt modelId="{0E54643F-ED52-45B7-B7C3-D3255C9776E8}" type="parTrans" cxnId="{311148D1-73E1-4F11-A635-2D61F5AEF21A}">
      <dgm:prSet/>
      <dgm:spPr/>
      <dgm:t>
        <a:bodyPr/>
        <a:lstStyle/>
        <a:p>
          <a:endParaRPr lang="en-IN"/>
        </a:p>
      </dgm:t>
    </dgm:pt>
    <dgm:pt modelId="{E03E4609-3184-4A71-A6FD-50B375D93798}" type="sibTrans" cxnId="{311148D1-73E1-4F11-A635-2D61F5AEF21A}">
      <dgm:prSet/>
      <dgm:spPr/>
      <dgm:t>
        <a:bodyPr/>
        <a:lstStyle/>
        <a:p>
          <a:endParaRPr lang="en-IN"/>
        </a:p>
      </dgm:t>
    </dgm:pt>
    <dgm:pt modelId="{A05B9B74-96F6-45DA-830E-2A71BA8577D0}">
      <dgm:prSet phldrT="[Text]" custT="1"/>
      <dgm:spPr/>
      <dgm:t>
        <a:bodyPr/>
        <a:lstStyle/>
        <a:p>
          <a:r>
            <a:rPr lang="en-IN" sz="2400" dirty="0"/>
            <a:t>Inheritance</a:t>
          </a:r>
        </a:p>
      </dgm:t>
    </dgm:pt>
    <dgm:pt modelId="{650AD8AC-4620-455A-AEFD-B488D66800F1}" type="parTrans" cxnId="{09CC5BE7-8DE9-48F5-A0E2-BF6471BB8924}">
      <dgm:prSet/>
      <dgm:spPr/>
      <dgm:t>
        <a:bodyPr/>
        <a:lstStyle/>
        <a:p>
          <a:endParaRPr lang="en-IN"/>
        </a:p>
      </dgm:t>
    </dgm:pt>
    <dgm:pt modelId="{32AF38BC-6A17-4263-A649-9D37C4428574}" type="sibTrans" cxnId="{09CC5BE7-8DE9-48F5-A0E2-BF6471BB8924}">
      <dgm:prSet/>
      <dgm:spPr/>
      <dgm:t>
        <a:bodyPr/>
        <a:lstStyle/>
        <a:p>
          <a:endParaRPr lang="en-IN"/>
        </a:p>
      </dgm:t>
    </dgm:pt>
    <dgm:pt modelId="{4366C5BA-22FA-4408-8EE4-B1C5C35C1241}" type="pres">
      <dgm:prSet presAssocID="{9BB36943-5085-4901-B41E-8A642C1F843E}" presName="cycle" presStyleCnt="0">
        <dgm:presLayoutVars>
          <dgm:chMax val="1"/>
          <dgm:dir/>
          <dgm:animLvl val="ctr"/>
          <dgm:resizeHandles val="exact"/>
        </dgm:presLayoutVars>
      </dgm:prSet>
      <dgm:spPr/>
    </dgm:pt>
    <dgm:pt modelId="{EB4E52F5-AC3A-4AE7-84BF-C9300D9B0E62}" type="pres">
      <dgm:prSet presAssocID="{A05B9B74-96F6-45DA-830E-2A71BA8577D0}" presName="centerShape" presStyleLbl="node0" presStyleIdx="0" presStyleCnt="1"/>
      <dgm:spPr/>
    </dgm:pt>
    <dgm:pt modelId="{727B0164-4EA0-4378-90F2-66C7BC505C7B}" type="pres">
      <dgm:prSet presAssocID="{140DC9E0-FB33-4813-831C-00D55C1E1FC5}" presName="parTrans" presStyleLbl="bgSibTrans2D1" presStyleIdx="0" presStyleCnt="5"/>
      <dgm:spPr/>
    </dgm:pt>
    <dgm:pt modelId="{8EB01BA1-3ABF-43C1-BB28-A1595EE66D23}" type="pres">
      <dgm:prSet presAssocID="{B1B6902A-8486-4F3A-84C9-0A6138A9BE21}" presName="node" presStyleLbl="node1" presStyleIdx="0" presStyleCnt="5">
        <dgm:presLayoutVars>
          <dgm:bulletEnabled val="1"/>
        </dgm:presLayoutVars>
      </dgm:prSet>
      <dgm:spPr/>
    </dgm:pt>
    <dgm:pt modelId="{5F0B9F6F-B5D4-4620-BED2-A3A3BACE1AF5}" type="pres">
      <dgm:prSet presAssocID="{E66F13E1-757A-42D6-85B3-2273BA3ADA5A}" presName="parTrans" presStyleLbl="bgSibTrans2D1" presStyleIdx="1" presStyleCnt="5"/>
      <dgm:spPr/>
    </dgm:pt>
    <dgm:pt modelId="{14D4A02A-1F6D-4B49-A65D-40AC895C7AA8}" type="pres">
      <dgm:prSet presAssocID="{08C5EBF6-ED0B-41A3-A4FF-150A0D1B56E1}" presName="node" presStyleLbl="node1" presStyleIdx="1" presStyleCnt="5">
        <dgm:presLayoutVars>
          <dgm:bulletEnabled val="1"/>
        </dgm:presLayoutVars>
      </dgm:prSet>
      <dgm:spPr/>
    </dgm:pt>
    <dgm:pt modelId="{6E3B485B-FB97-4944-B220-3767913D648B}" type="pres">
      <dgm:prSet presAssocID="{1A324AC0-A3DC-4B5C-B26B-B849CD90E5D7}" presName="parTrans" presStyleLbl="bgSibTrans2D1" presStyleIdx="2" presStyleCnt="5"/>
      <dgm:spPr/>
    </dgm:pt>
    <dgm:pt modelId="{D7C56385-7932-4462-BC3E-5EF44D4C054D}" type="pres">
      <dgm:prSet presAssocID="{EBE8F718-7E54-4AD1-88BC-BC8AEC48CF1F}" presName="node" presStyleLbl="node1" presStyleIdx="2" presStyleCnt="5">
        <dgm:presLayoutVars>
          <dgm:bulletEnabled val="1"/>
        </dgm:presLayoutVars>
      </dgm:prSet>
      <dgm:spPr/>
    </dgm:pt>
    <dgm:pt modelId="{10FEE93D-7C6A-4260-B7D8-D111AB52893F}" type="pres">
      <dgm:prSet presAssocID="{B9F39553-059A-4FC4-B2E9-680F6BAC7DF0}" presName="parTrans" presStyleLbl="bgSibTrans2D1" presStyleIdx="3" presStyleCnt="5"/>
      <dgm:spPr/>
    </dgm:pt>
    <dgm:pt modelId="{B19EB28D-2E1C-4132-92B2-86656EB2A875}" type="pres">
      <dgm:prSet presAssocID="{9CEB617E-295C-4626-8C64-503352C4F789}" presName="node" presStyleLbl="node1" presStyleIdx="3" presStyleCnt="5">
        <dgm:presLayoutVars>
          <dgm:bulletEnabled val="1"/>
        </dgm:presLayoutVars>
      </dgm:prSet>
      <dgm:spPr/>
    </dgm:pt>
    <dgm:pt modelId="{71F2ADB2-89DF-4D27-A0AC-A7536288B53F}" type="pres">
      <dgm:prSet presAssocID="{0E54643F-ED52-45B7-B7C3-D3255C9776E8}" presName="parTrans" presStyleLbl="bgSibTrans2D1" presStyleIdx="4" presStyleCnt="5"/>
      <dgm:spPr/>
    </dgm:pt>
    <dgm:pt modelId="{9E656B19-168F-4F6F-A397-33E0F8FB13C5}" type="pres">
      <dgm:prSet presAssocID="{AD756B08-456F-4006-A07B-EF7A131A20B9}" presName="node" presStyleLbl="node1" presStyleIdx="4" presStyleCnt="5">
        <dgm:presLayoutVars>
          <dgm:bulletEnabled val="1"/>
        </dgm:presLayoutVars>
      </dgm:prSet>
      <dgm:spPr/>
    </dgm:pt>
  </dgm:ptLst>
  <dgm:cxnLst>
    <dgm:cxn modelId="{511CCD0D-AA3D-4CC3-9412-91E0A41F8068}" type="presOf" srcId="{A05B9B74-96F6-45DA-830E-2A71BA8577D0}" destId="{EB4E52F5-AC3A-4AE7-84BF-C9300D9B0E62}" srcOrd="0" destOrd="0" presId="urn:microsoft.com/office/officeart/2005/8/layout/radial4"/>
    <dgm:cxn modelId="{F5793B32-0F5E-4E29-9156-DDEF1D0416F7}" srcId="{A05B9B74-96F6-45DA-830E-2A71BA8577D0}" destId="{9CEB617E-295C-4626-8C64-503352C4F789}" srcOrd="3" destOrd="0" parTransId="{B9F39553-059A-4FC4-B2E9-680F6BAC7DF0}" sibTransId="{DC32F97E-2DBC-4B5C-84C4-4FDDD06B3A0F}"/>
    <dgm:cxn modelId="{C3864837-A55D-4A7A-A6E9-8D6D4200AE57}" type="presOf" srcId="{9CEB617E-295C-4626-8C64-503352C4F789}" destId="{B19EB28D-2E1C-4132-92B2-86656EB2A875}" srcOrd="0" destOrd="0" presId="urn:microsoft.com/office/officeart/2005/8/layout/radial4"/>
    <dgm:cxn modelId="{984CB139-7173-4A3A-AECA-8BE7FB0BDAF7}" type="presOf" srcId="{E66F13E1-757A-42D6-85B3-2273BA3ADA5A}" destId="{5F0B9F6F-B5D4-4620-BED2-A3A3BACE1AF5}" srcOrd="0" destOrd="0" presId="urn:microsoft.com/office/officeart/2005/8/layout/radial4"/>
    <dgm:cxn modelId="{16B98C6E-36A3-4A34-BD65-391660751AB8}" srcId="{A05B9B74-96F6-45DA-830E-2A71BA8577D0}" destId="{08C5EBF6-ED0B-41A3-A4FF-150A0D1B56E1}" srcOrd="1" destOrd="0" parTransId="{E66F13E1-757A-42D6-85B3-2273BA3ADA5A}" sibTransId="{0CE70C3C-6981-4658-B5C1-BD18FC17F484}"/>
    <dgm:cxn modelId="{361DAC50-C214-4231-A0C3-8F643EF28767}" srcId="{A05B9B74-96F6-45DA-830E-2A71BA8577D0}" destId="{EBE8F718-7E54-4AD1-88BC-BC8AEC48CF1F}" srcOrd="2" destOrd="0" parTransId="{1A324AC0-A3DC-4B5C-B26B-B849CD90E5D7}" sibTransId="{988269D8-80D8-4BDE-BB71-4F022C2F9BD1}"/>
    <dgm:cxn modelId="{B77728A0-CC3C-4C20-B1F3-EFDA1FDAD5F1}" srcId="{A05B9B74-96F6-45DA-830E-2A71BA8577D0}" destId="{B1B6902A-8486-4F3A-84C9-0A6138A9BE21}" srcOrd="0" destOrd="0" parTransId="{140DC9E0-FB33-4813-831C-00D55C1E1FC5}" sibTransId="{95621935-9A7F-4A1B-84EA-6EE07EF8593E}"/>
    <dgm:cxn modelId="{430F2CA8-9D15-4F3D-B2A3-FA8A65E09F24}" type="presOf" srcId="{AD756B08-456F-4006-A07B-EF7A131A20B9}" destId="{9E656B19-168F-4F6F-A397-33E0F8FB13C5}" srcOrd="0" destOrd="0" presId="urn:microsoft.com/office/officeart/2005/8/layout/radial4"/>
    <dgm:cxn modelId="{C504F0AE-4C6C-46AE-A0B3-99B8F591A8E6}" type="presOf" srcId="{B1B6902A-8486-4F3A-84C9-0A6138A9BE21}" destId="{8EB01BA1-3ABF-43C1-BB28-A1595EE66D23}" srcOrd="0" destOrd="0" presId="urn:microsoft.com/office/officeart/2005/8/layout/radial4"/>
    <dgm:cxn modelId="{C672C9AF-C57C-45CC-B84F-835A07AF9461}" type="presOf" srcId="{B9F39553-059A-4FC4-B2E9-680F6BAC7DF0}" destId="{10FEE93D-7C6A-4260-B7D8-D111AB52893F}" srcOrd="0" destOrd="0" presId="urn:microsoft.com/office/officeart/2005/8/layout/radial4"/>
    <dgm:cxn modelId="{8C01C6B3-5D48-4C5F-9D39-DF70AC5C70EC}" type="presOf" srcId="{EBE8F718-7E54-4AD1-88BC-BC8AEC48CF1F}" destId="{D7C56385-7932-4462-BC3E-5EF44D4C054D}" srcOrd="0" destOrd="0" presId="urn:microsoft.com/office/officeart/2005/8/layout/radial4"/>
    <dgm:cxn modelId="{B346DFB3-C0B1-4208-AD5E-A7D530D89012}" type="presOf" srcId="{140DC9E0-FB33-4813-831C-00D55C1E1FC5}" destId="{727B0164-4EA0-4378-90F2-66C7BC505C7B}" srcOrd="0" destOrd="0" presId="urn:microsoft.com/office/officeart/2005/8/layout/radial4"/>
    <dgm:cxn modelId="{F56862B6-7953-4D08-954A-08F0D164191F}" type="presOf" srcId="{08C5EBF6-ED0B-41A3-A4FF-150A0D1B56E1}" destId="{14D4A02A-1F6D-4B49-A65D-40AC895C7AA8}" srcOrd="0" destOrd="0" presId="urn:microsoft.com/office/officeart/2005/8/layout/radial4"/>
    <dgm:cxn modelId="{4F7B6FCE-CBD6-4EB9-899A-07ACA477ACAC}" type="presOf" srcId="{0E54643F-ED52-45B7-B7C3-D3255C9776E8}" destId="{71F2ADB2-89DF-4D27-A0AC-A7536288B53F}" srcOrd="0" destOrd="0" presId="urn:microsoft.com/office/officeart/2005/8/layout/radial4"/>
    <dgm:cxn modelId="{311148D1-73E1-4F11-A635-2D61F5AEF21A}" srcId="{A05B9B74-96F6-45DA-830E-2A71BA8577D0}" destId="{AD756B08-456F-4006-A07B-EF7A131A20B9}" srcOrd="4" destOrd="0" parTransId="{0E54643F-ED52-45B7-B7C3-D3255C9776E8}" sibTransId="{E03E4609-3184-4A71-A6FD-50B375D93798}"/>
    <dgm:cxn modelId="{EE3AE0DA-7268-423E-BE15-2B9667400120}" type="presOf" srcId="{9BB36943-5085-4901-B41E-8A642C1F843E}" destId="{4366C5BA-22FA-4408-8EE4-B1C5C35C1241}" srcOrd="0" destOrd="0" presId="urn:microsoft.com/office/officeart/2005/8/layout/radial4"/>
    <dgm:cxn modelId="{09CC5BE7-8DE9-48F5-A0E2-BF6471BB8924}" srcId="{9BB36943-5085-4901-B41E-8A642C1F843E}" destId="{A05B9B74-96F6-45DA-830E-2A71BA8577D0}" srcOrd="0" destOrd="0" parTransId="{650AD8AC-4620-455A-AEFD-B488D66800F1}" sibTransId="{32AF38BC-6A17-4263-A649-9D37C4428574}"/>
    <dgm:cxn modelId="{B3D0AAF8-53C8-47CF-B530-8BC954F92337}" type="presOf" srcId="{1A324AC0-A3DC-4B5C-B26B-B849CD90E5D7}" destId="{6E3B485B-FB97-4944-B220-3767913D648B}" srcOrd="0" destOrd="0" presId="urn:microsoft.com/office/officeart/2005/8/layout/radial4"/>
    <dgm:cxn modelId="{97D59B95-A664-4C7B-96BD-304176FD0559}" type="presParOf" srcId="{4366C5BA-22FA-4408-8EE4-B1C5C35C1241}" destId="{EB4E52F5-AC3A-4AE7-84BF-C9300D9B0E62}" srcOrd="0" destOrd="0" presId="urn:microsoft.com/office/officeart/2005/8/layout/radial4"/>
    <dgm:cxn modelId="{55CF1397-35C4-4F55-AED7-7D3EC92E101B}" type="presParOf" srcId="{4366C5BA-22FA-4408-8EE4-B1C5C35C1241}" destId="{727B0164-4EA0-4378-90F2-66C7BC505C7B}" srcOrd="1" destOrd="0" presId="urn:microsoft.com/office/officeart/2005/8/layout/radial4"/>
    <dgm:cxn modelId="{01707D1C-BEFB-4079-84DC-8B39C6758CB4}" type="presParOf" srcId="{4366C5BA-22FA-4408-8EE4-B1C5C35C1241}" destId="{8EB01BA1-3ABF-43C1-BB28-A1595EE66D23}" srcOrd="2" destOrd="0" presId="urn:microsoft.com/office/officeart/2005/8/layout/radial4"/>
    <dgm:cxn modelId="{A5199B4A-CEE6-4EAF-98B5-AB79FCE1BBA4}" type="presParOf" srcId="{4366C5BA-22FA-4408-8EE4-B1C5C35C1241}" destId="{5F0B9F6F-B5D4-4620-BED2-A3A3BACE1AF5}" srcOrd="3" destOrd="0" presId="urn:microsoft.com/office/officeart/2005/8/layout/radial4"/>
    <dgm:cxn modelId="{1A4B37C3-CA5B-4C56-96A6-E5453C885D21}" type="presParOf" srcId="{4366C5BA-22FA-4408-8EE4-B1C5C35C1241}" destId="{14D4A02A-1F6D-4B49-A65D-40AC895C7AA8}" srcOrd="4" destOrd="0" presId="urn:microsoft.com/office/officeart/2005/8/layout/radial4"/>
    <dgm:cxn modelId="{61067190-C7B3-47F2-A79B-91D2C77D33D5}" type="presParOf" srcId="{4366C5BA-22FA-4408-8EE4-B1C5C35C1241}" destId="{6E3B485B-FB97-4944-B220-3767913D648B}" srcOrd="5" destOrd="0" presId="urn:microsoft.com/office/officeart/2005/8/layout/radial4"/>
    <dgm:cxn modelId="{140C51DA-3F3B-46E7-A899-2159A3BC72B3}" type="presParOf" srcId="{4366C5BA-22FA-4408-8EE4-B1C5C35C1241}" destId="{D7C56385-7932-4462-BC3E-5EF44D4C054D}" srcOrd="6" destOrd="0" presId="urn:microsoft.com/office/officeart/2005/8/layout/radial4"/>
    <dgm:cxn modelId="{E1DD5D2F-25D2-4259-8A98-D0055B918825}" type="presParOf" srcId="{4366C5BA-22FA-4408-8EE4-B1C5C35C1241}" destId="{10FEE93D-7C6A-4260-B7D8-D111AB52893F}" srcOrd="7" destOrd="0" presId="urn:microsoft.com/office/officeart/2005/8/layout/radial4"/>
    <dgm:cxn modelId="{9E94334D-749E-4631-9487-47D1954F7A18}" type="presParOf" srcId="{4366C5BA-22FA-4408-8EE4-B1C5C35C1241}" destId="{B19EB28D-2E1C-4132-92B2-86656EB2A875}" srcOrd="8" destOrd="0" presId="urn:microsoft.com/office/officeart/2005/8/layout/radial4"/>
    <dgm:cxn modelId="{9BDCC713-562E-483E-AB3C-3DE38F5D54DB}" type="presParOf" srcId="{4366C5BA-22FA-4408-8EE4-B1C5C35C1241}" destId="{71F2ADB2-89DF-4D27-A0AC-A7536288B53F}" srcOrd="9" destOrd="0" presId="urn:microsoft.com/office/officeart/2005/8/layout/radial4"/>
    <dgm:cxn modelId="{A6725EA6-6E0C-46A8-B90B-4024DE032412}" type="presParOf" srcId="{4366C5BA-22FA-4408-8EE4-B1C5C35C1241}" destId="{9E656B19-168F-4F6F-A397-33E0F8FB13C5}" srcOrd="10"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BDBDE-FB60-4404-A779-FB1978F5B20E}">
      <dsp:nvSpPr>
        <dsp:cNvPr id="0" name=""/>
        <dsp:cNvSpPr/>
      </dsp:nvSpPr>
      <dsp:spPr>
        <a:xfrm>
          <a:off x="4621" y="155215"/>
          <a:ext cx="4040906" cy="4040906"/>
        </a:xfrm>
        <a:prstGeom prst="ellipse">
          <a:avLst/>
        </a:prstGeom>
        <a:solidFill>
          <a:schemeClr val="lt1">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222385" tIns="26670" rIns="222385" bIns="26670" numCol="1" spcCol="1270" anchor="ctr" anchorCtr="0">
          <a:noAutofit/>
        </a:bodyPr>
        <a:lstStyle/>
        <a:p>
          <a:pPr marL="0" lvl="0" indent="0" algn="ctr" defTabSz="933450">
            <a:lnSpc>
              <a:spcPct val="90000"/>
            </a:lnSpc>
            <a:spcBef>
              <a:spcPct val="0"/>
            </a:spcBef>
            <a:spcAft>
              <a:spcPct val="35000"/>
            </a:spcAft>
            <a:buNone/>
          </a:pPr>
          <a:r>
            <a:rPr lang="en-US" sz="2100" kern="1200" dirty="0"/>
            <a:t>🔁 </a:t>
          </a:r>
          <a:r>
            <a:rPr lang="en-US" sz="2100" b="1" kern="1200" dirty="0"/>
            <a:t>Express Real-World Relationships</a:t>
          </a:r>
          <a:br>
            <a:rPr lang="en-US" sz="2100" kern="1200" dirty="0"/>
          </a:br>
          <a:r>
            <a:rPr lang="en-US" sz="2100" kern="1200" dirty="0"/>
            <a:t>Models natural hierarchies like “is-a” relationships (e.g., Dog </a:t>
          </a:r>
          <a:r>
            <a:rPr lang="en-US" sz="2100" i="1" kern="1200" dirty="0"/>
            <a:t>is a</a:t>
          </a:r>
          <a:r>
            <a:rPr lang="en-US" sz="2100" kern="1200" dirty="0"/>
            <a:t> Animal).</a:t>
          </a:r>
          <a:endParaRPr lang="en-IN" sz="2100" kern="1200" dirty="0"/>
        </a:p>
      </dsp:txBody>
      <dsp:txXfrm>
        <a:off x="596398" y="746992"/>
        <a:ext cx="2857352" cy="2857352"/>
      </dsp:txXfrm>
    </dsp:sp>
    <dsp:sp modelId="{3C1AC853-A02D-4B39-ABB1-8F759F7CEEDC}">
      <dsp:nvSpPr>
        <dsp:cNvPr id="0" name=""/>
        <dsp:cNvSpPr/>
      </dsp:nvSpPr>
      <dsp:spPr>
        <a:xfrm>
          <a:off x="3237346" y="155215"/>
          <a:ext cx="4040906" cy="4040906"/>
        </a:xfrm>
        <a:prstGeom prst="ellipse">
          <a:avLst/>
        </a:prstGeom>
        <a:solidFill>
          <a:schemeClr val="lt1">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222385" tIns="26670" rIns="222385" bIns="26670" numCol="1" spcCol="1270" anchor="ctr" anchorCtr="0">
          <a:noAutofit/>
        </a:bodyPr>
        <a:lstStyle/>
        <a:p>
          <a:pPr marL="0" lvl="0" indent="0" algn="ctr" defTabSz="933450">
            <a:lnSpc>
              <a:spcPct val="90000"/>
            </a:lnSpc>
            <a:spcBef>
              <a:spcPct val="0"/>
            </a:spcBef>
            <a:spcAft>
              <a:spcPct val="35000"/>
            </a:spcAft>
            <a:buNone/>
          </a:pPr>
          <a:r>
            <a:rPr lang="en-US" sz="2100" kern="1200" dirty="0"/>
            <a:t>🔄 </a:t>
          </a:r>
          <a:r>
            <a:rPr lang="en-US" sz="2100" b="1" kern="1200" dirty="0"/>
            <a:t>Promotes Reusability</a:t>
          </a:r>
          <a:br>
            <a:rPr lang="en-US" sz="2100" kern="1200" dirty="0"/>
          </a:br>
          <a:r>
            <a:rPr lang="en-US" sz="2100" kern="1200" dirty="0"/>
            <a:t>Reduces code duplication — speeds up development, simplifies maintenance, and allows easy extensions.</a:t>
          </a:r>
        </a:p>
      </dsp:txBody>
      <dsp:txXfrm>
        <a:off x="3829123" y="746992"/>
        <a:ext cx="2857352" cy="2857352"/>
      </dsp:txXfrm>
    </dsp:sp>
    <dsp:sp modelId="{107F2226-B76F-4659-BB88-E02D1CEFACE1}">
      <dsp:nvSpPr>
        <dsp:cNvPr id="0" name=""/>
        <dsp:cNvSpPr/>
      </dsp:nvSpPr>
      <dsp:spPr>
        <a:xfrm>
          <a:off x="6470072" y="155215"/>
          <a:ext cx="4040906" cy="4040906"/>
        </a:xfrm>
        <a:prstGeom prst="ellipse">
          <a:avLst/>
        </a:prstGeom>
        <a:solidFill>
          <a:schemeClr val="lt1">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222385" tIns="26670" rIns="222385" bIns="26670" numCol="1" spcCol="1270" anchor="ctr" anchorCtr="0">
          <a:noAutofit/>
        </a:bodyPr>
        <a:lstStyle/>
        <a:p>
          <a:pPr marL="0" lvl="0" indent="0" algn="ctr" defTabSz="933450">
            <a:lnSpc>
              <a:spcPct val="90000"/>
            </a:lnSpc>
            <a:spcBef>
              <a:spcPct val="0"/>
            </a:spcBef>
            <a:spcAft>
              <a:spcPct val="35000"/>
            </a:spcAft>
            <a:buNone/>
          </a:pPr>
          <a:r>
            <a:rPr lang="en-US" sz="2100" kern="1200" dirty="0"/>
            <a:t>🔗 </a:t>
          </a:r>
          <a:r>
            <a:rPr lang="en-US" sz="2100" b="1" kern="1200" dirty="0"/>
            <a:t>Supports Transitivity</a:t>
          </a:r>
          <a:br>
            <a:rPr lang="en-US" sz="2100" kern="1200" dirty="0"/>
          </a:br>
          <a:r>
            <a:rPr lang="en-US" sz="2100" kern="1200" dirty="0"/>
            <a:t>Inherited properties can be passed from base class to derived class, and further to other subclasses.</a:t>
          </a:r>
        </a:p>
      </dsp:txBody>
      <dsp:txXfrm>
        <a:off x="7061849" y="746992"/>
        <a:ext cx="2857352" cy="28573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4E52F5-AC3A-4AE7-84BF-C9300D9B0E62}">
      <dsp:nvSpPr>
        <dsp:cNvPr id="0" name=""/>
        <dsp:cNvSpPr/>
      </dsp:nvSpPr>
      <dsp:spPr>
        <a:xfrm>
          <a:off x="3577091" y="2496628"/>
          <a:ext cx="1849323" cy="184932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Inheritance</a:t>
          </a:r>
        </a:p>
      </dsp:txBody>
      <dsp:txXfrm>
        <a:off x="3847918" y="2767455"/>
        <a:ext cx="1307669" cy="1307669"/>
      </dsp:txXfrm>
    </dsp:sp>
    <dsp:sp modelId="{727B0164-4EA0-4378-90F2-66C7BC505C7B}">
      <dsp:nvSpPr>
        <dsp:cNvPr id="0" name=""/>
        <dsp:cNvSpPr/>
      </dsp:nvSpPr>
      <dsp:spPr>
        <a:xfrm rot="10800000">
          <a:off x="1783827" y="3157762"/>
          <a:ext cx="1694633" cy="527057"/>
        </a:xfrm>
        <a:prstGeom prst="lef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EB01BA1-3ABF-43C1-BB28-A1595EE66D23}">
      <dsp:nvSpPr>
        <dsp:cNvPr id="0" name=""/>
        <dsp:cNvSpPr/>
      </dsp:nvSpPr>
      <dsp:spPr>
        <a:xfrm>
          <a:off x="905399" y="2718547"/>
          <a:ext cx="1756857" cy="140548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Single Inheritance</a:t>
          </a:r>
        </a:p>
      </dsp:txBody>
      <dsp:txXfrm>
        <a:off x="946564" y="2759712"/>
        <a:ext cx="1674527" cy="1323155"/>
      </dsp:txXfrm>
    </dsp:sp>
    <dsp:sp modelId="{5F0B9F6F-B5D4-4620-BED2-A3A3BACE1AF5}">
      <dsp:nvSpPr>
        <dsp:cNvPr id="0" name=""/>
        <dsp:cNvSpPr/>
      </dsp:nvSpPr>
      <dsp:spPr>
        <a:xfrm rot="13500000">
          <a:off x="2331716" y="1835042"/>
          <a:ext cx="1694633" cy="527057"/>
        </a:xfrm>
        <a:prstGeom prst="lef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4D4A02A-1F6D-4B49-A65D-40AC895C7AA8}">
      <dsp:nvSpPr>
        <dsp:cNvPr id="0" name=""/>
        <dsp:cNvSpPr/>
      </dsp:nvSpPr>
      <dsp:spPr>
        <a:xfrm>
          <a:off x="1701460" y="796684"/>
          <a:ext cx="1756857" cy="140548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Multi-level Inheritance</a:t>
          </a:r>
        </a:p>
      </dsp:txBody>
      <dsp:txXfrm>
        <a:off x="1742625" y="837849"/>
        <a:ext cx="1674527" cy="1323155"/>
      </dsp:txXfrm>
    </dsp:sp>
    <dsp:sp modelId="{6E3B485B-FB97-4944-B220-3767913D648B}">
      <dsp:nvSpPr>
        <dsp:cNvPr id="0" name=""/>
        <dsp:cNvSpPr/>
      </dsp:nvSpPr>
      <dsp:spPr>
        <a:xfrm rot="16200000">
          <a:off x="3654436" y="1287153"/>
          <a:ext cx="1694633" cy="527057"/>
        </a:xfrm>
        <a:prstGeom prst="lef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7C56385-7932-4462-BC3E-5EF44D4C054D}">
      <dsp:nvSpPr>
        <dsp:cNvPr id="0" name=""/>
        <dsp:cNvSpPr/>
      </dsp:nvSpPr>
      <dsp:spPr>
        <a:xfrm>
          <a:off x="3623324" y="622"/>
          <a:ext cx="1756857" cy="140548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Multiple Inheritance</a:t>
          </a:r>
        </a:p>
      </dsp:txBody>
      <dsp:txXfrm>
        <a:off x="3664489" y="41787"/>
        <a:ext cx="1674527" cy="1323155"/>
      </dsp:txXfrm>
    </dsp:sp>
    <dsp:sp modelId="{10FEE93D-7C6A-4260-B7D8-D111AB52893F}">
      <dsp:nvSpPr>
        <dsp:cNvPr id="0" name=""/>
        <dsp:cNvSpPr/>
      </dsp:nvSpPr>
      <dsp:spPr>
        <a:xfrm rot="18900000">
          <a:off x="4977155" y="1835042"/>
          <a:ext cx="1694633" cy="527057"/>
        </a:xfrm>
        <a:prstGeom prst="lef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19EB28D-2E1C-4132-92B2-86656EB2A875}">
      <dsp:nvSpPr>
        <dsp:cNvPr id="0" name=""/>
        <dsp:cNvSpPr/>
      </dsp:nvSpPr>
      <dsp:spPr>
        <a:xfrm>
          <a:off x="5545187" y="796684"/>
          <a:ext cx="1756857" cy="140548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Hierarchical Inheritance</a:t>
          </a:r>
        </a:p>
      </dsp:txBody>
      <dsp:txXfrm>
        <a:off x="5586352" y="837849"/>
        <a:ext cx="1674527" cy="1323155"/>
      </dsp:txXfrm>
    </dsp:sp>
    <dsp:sp modelId="{71F2ADB2-89DF-4D27-A0AC-A7536288B53F}">
      <dsp:nvSpPr>
        <dsp:cNvPr id="0" name=""/>
        <dsp:cNvSpPr/>
      </dsp:nvSpPr>
      <dsp:spPr>
        <a:xfrm>
          <a:off x="5525044" y="3157762"/>
          <a:ext cx="1694633" cy="527057"/>
        </a:xfrm>
        <a:prstGeom prst="lef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E656B19-168F-4F6F-A397-33E0F8FB13C5}">
      <dsp:nvSpPr>
        <dsp:cNvPr id="0" name=""/>
        <dsp:cNvSpPr/>
      </dsp:nvSpPr>
      <dsp:spPr>
        <a:xfrm>
          <a:off x="6341249" y="2718547"/>
          <a:ext cx="1756857" cy="1405485"/>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Hybrid Inheritance</a:t>
          </a:r>
        </a:p>
      </dsp:txBody>
      <dsp:txXfrm>
        <a:off x="6382414" y="2759712"/>
        <a:ext cx="1674527" cy="1323155"/>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9E3336-A505-459E-8E03-DC2286A57B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39637A4-BF03-41BA-929A-34BAD09B93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72DE5C-7B03-4659-89AA-40A9BF92DB08}" type="datetimeFigureOut">
              <a:rPr lang="en-IN" smtClean="0"/>
              <a:t>02-06-2025</a:t>
            </a:fld>
            <a:endParaRPr lang="en-IN"/>
          </a:p>
        </p:txBody>
      </p:sp>
      <p:sp>
        <p:nvSpPr>
          <p:cNvPr id="4" name="Footer Placeholder 3">
            <a:extLst>
              <a:ext uri="{FF2B5EF4-FFF2-40B4-BE49-F238E27FC236}">
                <a16:creationId xmlns:a16="http://schemas.microsoft.com/office/drawing/2014/main" id="{F8D8E878-384C-4024-B5AD-5B363ACC29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282D2C9-19F7-4861-A339-4E98377C70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89C74B-7FCA-4BDB-B64E-964971893824}" type="slidenum">
              <a:rPr lang="en-IN" smtClean="0"/>
              <a:t>‹#›</a:t>
            </a:fld>
            <a:endParaRPr lang="en-IN"/>
          </a:p>
        </p:txBody>
      </p:sp>
    </p:spTree>
    <p:extLst>
      <p:ext uri="{BB962C8B-B14F-4D97-AF65-F5344CB8AC3E}">
        <p14:creationId xmlns:p14="http://schemas.microsoft.com/office/powerpoint/2010/main" val="30447396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7FF29-2EE4-4F41-A5BA-854A50675B30}" type="datetimeFigureOut">
              <a:rPr lang="en-IN" smtClean="0"/>
              <a:t>02-06-2025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5EDDB-747F-4FD7-9E4F-29873C185900}" type="slidenum">
              <a:rPr lang="en-IN" smtClean="0"/>
              <a:t>‹#›</a:t>
            </a:fld>
            <a:endParaRPr lang="en-IN"/>
          </a:p>
        </p:txBody>
      </p:sp>
    </p:spTree>
    <p:extLst>
      <p:ext uri="{BB962C8B-B14F-4D97-AF65-F5344CB8AC3E}">
        <p14:creationId xmlns:p14="http://schemas.microsoft.com/office/powerpoint/2010/main" val="28698275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4C3A67-9F0B-42D2-9429-B440532AF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Slide Number Placeholder 5">
            <a:extLst>
              <a:ext uri="{FF2B5EF4-FFF2-40B4-BE49-F238E27FC236}">
                <a16:creationId xmlns:a16="http://schemas.microsoft.com/office/drawing/2014/main" id="{5EE7FE8F-6623-4C67-B4B2-F8E79ABFEBDC}"/>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
        <p:nvSpPr>
          <p:cNvPr id="6" name="Title 5">
            <a:extLst>
              <a:ext uri="{FF2B5EF4-FFF2-40B4-BE49-F238E27FC236}">
                <a16:creationId xmlns:a16="http://schemas.microsoft.com/office/drawing/2014/main" id="{DDF7A65B-4F60-416C-BABE-DEE295E771F9}"/>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101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413B-541C-46EC-B7C7-D7D2EFE08D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D9D169-BA10-4F97-8CF0-8C8038AA1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5">
            <a:extLst>
              <a:ext uri="{FF2B5EF4-FFF2-40B4-BE49-F238E27FC236}">
                <a16:creationId xmlns:a16="http://schemas.microsoft.com/office/drawing/2014/main" id="{2F33DDBA-62C7-4E06-81A3-8330C9B17710}"/>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37072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DB05-A086-4599-9718-2BE5A85011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2D030A-373A-4D61-8E96-81AEEEE73F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Slide Number Placeholder 5">
            <a:extLst>
              <a:ext uri="{FF2B5EF4-FFF2-40B4-BE49-F238E27FC236}">
                <a16:creationId xmlns:a16="http://schemas.microsoft.com/office/drawing/2014/main" id="{BEC54B75-5929-46E5-81D4-9D38C76A4F4F}"/>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356651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2E42B-FDDE-4FB6-81D1-803E075F81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8EF01F-CFA9-4698-84FA-2196FC6810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BDCB14-59C4-4FC4-B05F-E68D8A01F0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0A63149D-D234-4152-9A3F-9607324E1C59}"/>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
        <p:nvSpPr>
          <p:cNvPr id="8" name="Slide Number Placeholder 5">
            <a:extLst>
              <a:ext uri="{FF2B5EF4-FFF2-40B4-BE49-F238E27FC236}">
                <a16:creationId xmlns:a16="http://schemas.microsoft.com/office/drawing/2014/main" id="{35645F36-4829-4E4D-B978-DB2EB081F561}"/>
              </a:ext>
            </a:extLst>
          </p:cNvPr>
          <p:cNvSpPr txBox="1">
            <a:spLocks/>
          </p:cNvSpPr>
          <p:nvPr userDrawn="1"/>
        </p:nvSpPr>
        <p:spPr>
          <a:xfrm>
            <a:off x="9289473" y="672870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50C061-FCD7-4E5E-A02A-3F2A15E03A91}" type="slidenum">
              <a:rPr lang="en-IN" smtClean="0"/>
              <a:pPr/>
              <a:t>‹#›</a:t>
            </a:fld>
            <a:endParaRPr lang="en-IN"/>
          </a:p>
        </p:txBody>
      </p:sp>
    </p:spTree>
    <p:extLst>
      <p:ext uri="{BB962C8B-B14F-4D97-AF65-F5344CB8AC3E}">
        <p14:creationId xmlns:p14="http://schemas.microsoft.com/office/powerpoint/2010/main" val="257900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E6462-1D3E-48CC-AA9E-723192177AA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025E76-3DA7-44D3-91A9-270F1704E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C927A-49EC-4428-8707-F25779514B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53779D-2B47-46E1-9133-4EEA6F06CC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4F048B-28DE-4BA8-8BE6-523A7A5819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Slide Number Placeholder 5">
            <a:extLst>
              <a:ext uri="{FF2B5EF4-FFF2-40B4-BE49-F238E27FC236}">
                <a16:creationId xmlns:a16="http://schemas.microsoft.com/office/drawing/2014/main" id="{168E6367-51F3-4F84-BAE9-54D89385F15A}"/>
              </a:ext>
            </a:extLst>
          </p:cNvPr>
          <p:cNvSpPr>
            <a:spLocks noGrp="1"/>
          </p:cNvSpPr>
          <p:nvPr>
            <p:ph type="sldNum" sz="quarter" idx="11"/>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2154407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CEA3-0CAB-4622-A168-D5165DB87338}"/>
              </a:ext>
            </a:extLst>
          </p:cNvPr>
          <p:cNvSpPr>
            <a:spLocks noGrp="1"/>
          </p:cNvSpPr>
          <p:nvPr>
            <p:ph type="title"/>
          </p:nvPr>
        </p:nvSpPr>
        <p:spPr/>
        <p:txBody>
          <a:bodyPr/>
          <a:lstStyle/>
          <a:p>
            <a:r>
              <a:rPr lang="en-US"/>
              <a:t>Click to edit Master title style</a:t>
            </a:r>
            <a:endParaRPr lang="en-IN"/>
          </a:p>
        </p:txBody>
      </p:sp>
      <p:sp>
        <p:nvSpPr>
          <p:cNvPr id="4" name="Slide Number Placeholder 5">
            <a:extLst>
              <a:ext uri="{FF2B5EF4-FFF2-40B4-BE49-F238E27FC236}">
                <a16:creationId xmlns:a16="http://schemas.microsoft.com/office/drawing/2014/main" id="{5F713C18-3C63-4F9B-B4D3-D64159F0F032}"/>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259550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AF25AE4-F0CF-4AAC-AAC1-E906C3917A98}"/>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419484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CD92-EF4D-4E69-952F-BD510571D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A0F646-3090-4B2F-BB27-D26490B373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7D3FE6-B636-41C0-909E-8A178D4F1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E3CF003-8F43-4583-B02A-A2A8130D0F92}"/>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1074319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5309A-703A-4966-B9B6-28290269E6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1563B9-D48D-437C-9B01-69C9F8FA20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31BF2BD4-D7C5-4A57-AB55-71EE4B1F6B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90D5A60E-6F2E-465F-86F1-B23B3401405C}"/>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531840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CED6-100C-4D69-8887-7E5202C3CC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EEADFA-F74C-4964-8024-7AB29728F9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5">
            <a:extLst>
              <a:ext uri="{FF2B5EF4-FFF2-40B4-BE49-F238E27FC236}">
                <a16:creationId xmlns:a16="http://schemas.microsoft.com/office/drawing/2014/main" id="{E07C846D-89CD-4A77-BCCC-0FC4081A155B}"/>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1419145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078C7F-C988-417B-BD0E-5BD9B53038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011752-9051-4514-819C-1C1329393E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5">
            <a:extLst>
              <a:ext uri="{FF2B5EF4-FFF2-40B4-BE49-F238E27FC236}">
                <a16:creationId xmlns:a16="http://schemas.microsoft.com/office/drawing/2014/main" id="{4A53B367-E15F-454E-B63E-48F7698ACB11}"/>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Tree>
    <p:extLst>
      <p:ext uri="{BB962C8B-B14F-4D97-AF65-F5344CB8AC3E}">
        <p14:creationId xmlns:p14="http://schemas.microsoft.com/office/powerpoint/2010/main" val="982890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261068-615C-4652-9466-5E82A71D9A67}"/>
              </a:ext>
            </a:extLst>
          </p:cNvPr>
          <p:cNvSpPr>
            <a:spLocks noGrp="1"/>
          </p:cNvSpPr>
          <p:nvPr>
            <p:ph type="title"/>
          </p:nvPr>
        </p:nvSpPr>
        <p:spPr>
          <a:xfrm>
            <a:off x="838200" y="531072"/>
            <a:ext cx="10515600" cy="115961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D9C32A-A76D-4CC4-AF53-1609D9766F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Graphic 7">
            <a:extLst>
              <a:ext uri="{FF2B5EF4-FFF2-40B4-BE49-F238E27FC236}">
                <a16:creationId xmlns:a16="http://schemas.microsoft.com/office/drawing/2014/main" id="{98E34F3C-BC6A-48EC-B4DC-C8A13F68DB88}"/>
              </a:ext>
            </a:extLst>
          </p:cNvPr>
          <p:cNvPicPr>
            <a:picLocks noChangeAspect="1"/>
          </p:cNvPicPr>
          <p:nvPr userDrawn="1"/>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04026" y="42936"/>
            <a:ext cx="600889" cy="427006"/>
          </a:xfrm>
          <a:prstGeom prst="rect">
            <a:avLst/>
          </a:prstGeom>
        </p:spPr>
      </p:pic>
      <p:cxnSp>
        <p:nvCxnSpPr>
          <p:cNvPr id="12" name="Straight Connector 11">
            <a:extLst>
              <a:ext uri="{FF2B5EF4-FFF2-40B4-BE49-F238E27FC236}">
                <a16:creationId xmlns:a16="http://schemas.microsoft.com/office/drawing/2014/main" id="{E5AF5A7C-CAC5-4698-B700-63ECF741EC9B}"/>
              </a:ext>
            </a:extLst>
          </p:cNvPr>
          <p:cNvCxnSpPr>
            <a:cxnSpLocks/>
          </p:cNvCxnSpPr>
          <p:nvPr userDrawn="1"/>
        </p:nvCxnSpPr>
        <p:spPr>
          <a:xfrm>
            <a:off x="191007" y="281693"/>
            <a:ext cx="11335778" cy="0"/>
          </a:xfrm>
          <a:prstGeom prst="line">
            <a:avLst/>
          </a:prstGeom>
          <a:ln w="28575">
            <a:solidFill>
              <a:srgbClr val="03698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E7B5CFC-076B-4B96-A036-69C797C98B9D}"/>
              </a:ext>
            </a:extLst>
          </p:cNvPr>
          <p:cNvCxnSpPr>
            <a:cxnSpLocks/>
          </p:cNvCxnSpPr>
          <p:nvPr userDrawn="1"/>
        </p:nvCxnSpPr>
        <p:spPr>
          <a:xfrm>
            <a:off x="191007" y="6601560"/>
            <a:ext cx="11818113" cy="0"/>
          </a:xfrm>
          <a:prstGeom prst="line">
            <a:avLst/>
          </a:prstGeom>
          <a:ln w="28575">
            <a:solidFill>
              <a:srgbClr val="03698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CD0074A-D602-4190-91FB-6A146F2CD905}"/>
              </a:ext>
            </a:extLst>
          </p:cNvPr>
          <p:cNvCxnSpPr>
            <a:cxnSpLocks/>
          </p:cNvCxnSpPr>
          <p:nvPr userDrawn="1"/>
        </p:nvCxnSpPr>
        <p:spPr>
          <a:xfrm flipH="1" flipV="1">
            <a:off x="11747865" y="5904408"/>
            <a:ext cx="1" cy="783772"/>
          </a:xfrm>
          <a:prstGeom prst="line">
            <a:avLst/>
          </a:prstGeom>
          <a:ln w="9525">
            <a:solidFill>
              <a:srgbClr val="03698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CC6BAF-0171-4CAF-B9A2-41EA866ED5B7}"/>
              </a:ext>
            </a:extLst>
          </p:cNvPr>
          <p:cNvCxnSpPr>
            <a:cxnSpLocks/>
          </p:cNvCxnSpPr>
          <p:nvPr userDrawn="1"/>
        </p:nvCxnSpPr>
        <p:spPr>
          <a:xfrm flipH="1" flipV="1">
            <a:off x="11804471" y="6204854"/>
            <a:ext cx="1" cy="483326"/>
          </a:xfrm>
          <a:prstGeom prst="line">
            <a:avLst/>
          </a:prstGeom>
          <a:ln w="9525">
            <a:solidFill>
              <a:srgbClr val="03698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D9C4DEF-AE83-44BD-ACF7-FB217F67228F}"/>
              </a:ext>
            </a:extLst>
          </p:cNvPr>
          <p:cNvCxnSpPr>
            <a:cxnSpLocks/>
          </p:cNvCxnSpPr>
          <p:nvPr userDrawn="1"/>
        </p:nvCxnSpPr>
        <p:spPr>
          <a:xfrm flipH="1" flipV="1">
            <a:off x="478963" y="204198"/>
            <a:ext cx="1" cy="783772"/>
          </a:xfrm>
          <a:prstGeom prst="line">
            <a:avLst/>
          </a:prstGeom>
          <a:ln w="9525">
            <a:solidFill>
              <a:srgbClr val="03698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3A3BC15-7E19-4093-A978-B720615129FA}"/>
              </a:ext>
            </a:extLst>
          </p:cNvPr>
          <p:cNvCxnSpPr>
            <a:cxnSpLocks/>
          </p:cNvCxnSpPr>
          <p:nvPr userDrawn="1"/>
        </p:nvCxnSpPr>
        <p:spPr>
          <a:xfrm flipH="1" flipV="1">
            <a:off x="432161" y="204198"/>
            <a:ext cx="1" cy="483326"/>
          </a:xfrm>
          <a:prstGeom prst="line">
            <a:avLst/>
          </a:prstGeom>
          <a:ln w="9525">
            <a:solidFill>
              <a:srgbClr val="03698F"/>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F367F11D-79F1-4ECD-AED7-6C4C12C7F5EA}"/>
              </a:ext>
            </a:extLst>
          </p:cNvPr>
          <p:cNvSpPr>
            <a:spLocks noGrp="1"/>
          </p:cNvSpPr>
          <p:nvPr>
            <p:ph type="sldNum" sz="quarter" idx="4"/>
          </p:nvPr>
        </p:nvSpPr>
        <p:spPr>
          <a:xfrm>
            <a:off x="9137073" y="657630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C061-FCD7-4E5E-A02A-3F2A15E03A91}" type="slidenum">
              <a:rPr lang="en-IN" smtClean="0"/>
              <a:t>‹#›</a:t>
            </a:fld>
            <a:endParaRPr lang="en-IN"/>
          </a:p>
        </p:txBody>
      </p:sp>
      <p:sp>
        <p:nvSpPr>
          <p:cNvPr id="4" name="TextBox 3">
            <a:extLst>
              <a:ext uri="{FF2B5EF4-FFF2-40B4-BE49-F238E27FC236}">
                <a16:creationId xmlns:a16="http://schemas.microsoft.com/office/drawing/2014/main" id="{5CBCFA5F-A5A6-4E8D-868D-48E97050F192}"/>
              </a:ext>
            </a:extLst>
          </p:cNvPr>
          <p:cNvSpPr txBox="1"/>
          <p:nvPr userDrawn="1"/>
        </p:nvSpPr>
        <p:spPr>
          <a:xfrm>
            <a:off x="311727" y="6572100"/>
            <a:ext cx="1666738" cy="307777"/>
          </a:xfrm>
          <a:prstGeom prst="rect">
            <a:avLst/>
          </a:prstGeom>
          <a:noFill/>
        </p:spPr>
        <p:txBody>
          <a:bodyPr wrap="none" rtlCol="0">
            <a:spAutoFit/>
          </a:bodyPr>
          <a:lstStyle/>
          <a:p>
            <a:r>
              <a:rPr lang="en-US" sz="1400" dirty="0">
                <a:solidFill>
                  <a:schemeClr val="bg1">
                    <a:lumMod val="50000"/>
                  </a:schemeClr>
                </a:solidFill>
                <a:latin typeface="+mn-lt"/>
              </a:rPr>
              <a:t>© C-DAC Bangalore</a:t>
            </a:r>
            <a:endParaRPr lang="en-IN" sz="1400" dirty="0">
              <a:solidFill>
                <a:schemeClr val="bg1">
                  <a:lumMod val="50000"/>
                </a:schemeClr>
              </a:solidFill>
              <a:latin typeface="+mn-lt"/>
            </a:endParaRPr>
          </a:p>
        </p:txBody>
      </p:sp>
    </p:spTree>
    <p:extLst>
      <p:ext uri="{BB962C8B-B14F-4D97-AF65-F5344CB8AC3E}">
        <p14:creationId xmlns:p14="http://schemas.microsoft.com/office/powerpoint/2010/main" val="2341329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35EFC91-FA16-4584-9345-5DA4DE2D5399}"/>
              </a:ext>
            </a:extLst>
          </p:cNvPr>
          <p:cNvSpPr>
            <a:spLocks noGrp="1"/>
          </p:cNvSpPr>
          <p:nvPr>
            <p:ph type="subTitle" idx="1"/>
          </p:nvPr>
        </p:nvSpPr>
        <p:spPr>
          <a:xfrm>
            <a:off x="1524000" y="2580910"/>
            <a:ext cx="9144000" cy="588078"/>
          </a:xfrm>
        </p:spPr>
        <p:txBody>
          <a:bodyPr>
            <a:normAutofit fontScale="62500" lnSpcReduction="20000"/>
          </a:bodyPr>
          <a:lstStyle/>
          <a:p>
            <a:r>
              <a:rPr lang="en-IN" dirty="0"/>
              <a:t>Post Graduate Diploma in Advanced Computing (PG-DAC)</a:t>
            </a:r>
          </a:p>
          <a:p>
            <a:r>
              <a:rPr lang="en-IN" dirty="0"/>
              <a:t>ACTS, C-DAC Bangalore</a:t>
            </a:r>
          </a:p>
        </p:txBody>
      </p:sp>
      <p:sp>
        <p:nvSpPr>
          <p:cNvPr id="4" name="Slide Number Placeholder 3">
            <a:extLst>
              <a:ext uri="{FF2B5EF4-FFF2-40B4-BE49-F238E27FC236}">
                <a16:creationId xmlns:a16="http://schemas.microsoft.com/office/drawing/2014/main" id="{BA9B086A-2E5C-42A0-BA16-C4A70A56A353}"/>
              </a:ext>
            </a:extLst>
          </p:cNvPr>
          <p:cNvSpPr>
            <a:spLocks noGrp="1"/>
          </p:cNvSpPr>
          <p:nvPr>
            <p:ph type="sldNum" sz="quarter" idx="4"/>
          </p:nvPr>
        </p:nvSpPr>
        <p:spPr/>
        <p:txBody>
          <a:bodyPr/>
          <a:lstStyle/>
          <a:p>
            <a:fld id="{D450C061-FCD7-4E5E-A02A-3F2A15E03A91}" type="slidenum">
              <a:rPr lang="en-IN" smtClean="0"/>
              <a:t>1</a:t>
            </a:fld>
            <a:endParaRPr lang="en-IN"/>
          </a:p>
        </p:txBody>
      </p:sp>
      <p:sp>
        <p:nvSpPr>
          <p:cNvPr id="2" name="Title 1">
            <a:extLst>
              <a:ext uri="{FF2B5EF4-FFF2-40B4-BE49-F238E27FC236}">
                <a16:creationId xmlns:a16="http://schemas.microsoft.com/office/drawing/2014/main" id="{08633CAF-AE04-4404-A053-CA6B826346CD}"/>
              </a:ext>
            </a:extLst>
          </p:cNvPr>
          <p:cNvSpPr>
            <a:spLocks noGrp="1"/>
          </p:cNvSpPr>
          <p:nvPr>
            <p:ph type="title"/>
          </p:nvPr>
        </p:nvSpPr>
        <p:spPr>
          <a:xfrm>
            <a:off x="838200" y="531071"/>
            <a:ext cx="10515600" cy="2637917"/>
          </a:xfrm>
        </p:spPr>
        <p:txBody>
          <a:bodyPr/>
          <a:lstStyle/>
          <a:p>
            <a:pPr algn="ctr"/>
            <a:r>
              <a:rPr lang="en-US" dirty="0"/>
              <a:t>C++ Programming</a:t>
            </a:r>
            <a:endParaRPr lang="en-IN" dirty="0"/>
          </a:p>
        </p:txBody>
      </p:sp>
      <p:sp>
        <p:nvSpPr>
          <p:cNvPr id="5" name="Subtitle 2">
            <a:extLst>
              <a:ext uri="{FF2B5EF4-FFF2-40B4-BE49-F238E27FC236}">
                <a16:creationId xmlns:a16="http://schemas.microsoft.com/office/drawing/2014/main" id="{1CB213A7-E6AF-4581-8DC3-DFCEBE3EC309}"/>
              </a:ext>
            </a:extLst>
          </p:cNvPr>
          <p:cNvSpPr txBox="1">
            <a:spLocks/>
          </p:cNvSpPr>
          <p:nvPr/>
        </p:nvSpPr>
        <p:spPr>
          <a:xfrm>
            <a:off x="735624" y="3429000"/>
            <a:ext cx="1532792" cy="28253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400" b="1" dirty="0"/>
              <a:t>Topics Covered:</a:t>
            </a:r>
            <a:endParaRPr lang="en-IN" b="1" dirty="0"/>
          </a:p>
        </p:txBody>
      </p:sp>
      <p:sp>
        <p:nvSpPr>
          <p:cNvPr id="6" name="Subtitle 2">
            <a:extLst>
              <a:ext uri="{FF2B5EF4-FFF2-40B4-BE49-F238E27FC236}">
                <a16:creationId xmlns:a16="http://schemas.microsoft.com/office/drawing/2014/main" id="{EFCF182E-8484-41BA-B88C-B70F4394ECE3}"/>
              </a:ext>
            </a:extLst>
          </p:cNvPr>
          <p:cNvSpPr txBox="1">
            <a:spLocks/>
          </p:cNvSpPr>
          <p:nvPr/>
        </p:nvSpPr>
        <p:spPr>
          <a:xfrm>
            <a:off x="735624" y="3815635"/>
            <a:ext cx="8760068" cy="26379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en-IN" sz="1400" dirty="0"/>
              <a:t>Inheritance</a:t>
            </a:r>
          </a:p>
          <a:p>
            <a:pPr marL="285750" indent="-285750" algn="l">
              <a:buFont typeface="Arial" panose="020B0604020202020204" pitchFamily="34" charset="0"/>
              <a:buChar char="•"/>
            </a:pPr>
            <a:r>
              <a:rPr lang="en-IN" sz="1400" dirty="0"/>
              <a:t>Virtual Functions, Abstract Class</a:t>
            </a:r>
          </a:p>
          <a:p>
            <a:pPr marL="285750" indent="-285750" algn="l">
              <a:buFont typeface="Arial" panose="020B0604020202020204" pitchFamily="34" charset="0"/>
              <a:buChar char="•"/>
            </a:pPr>
            <a:r>
              <a:rPr lang="en-IN" sz="1400" dirty="0"/>
              <a:t>Polymorphism</a:t>
            </a:r>
          </a:p>
          <a:p>
            <a:pPr marL="285750" indent="-285750" algn="l">
              <a:buFont typeface="Arial" panose="020B0604020202020204" pitchFamily="34" charset="0"/>
              <a:buChar char="•"/>
            </a:pPr>
            <a:r>
              <a:rPr lang="en-IN" sz="1400" dirty="0"/>
              <a:t>Friends to Class</a:t>
            </a:r>
          </a:p>
          <a:p>
            <a:pPr marL="285750" indent="-285750" algn="l">
              <a:buFont typeface="Arial" panose="020B0604020202020204" pitchFamily="34" charset="0"/>
              <a:buChar char="•"/>
            </a:pPr>
            <a:r>
              <a:rPr lang="en-IN" sz="1400" dirty="0"/>
              <a:t>Exception Handling</a:t>
            </a:r>
          </a:p>
          <a:p>
            <a:pPr marL="285750" indent="-285750" algn="l">
              <a:buFont typeface="Arial" panose="020B0604020202020204" pitchFamily="34" charset="0"/>
              <a:buChar char="•"/>
            </a:pPr>
            <a:r>
              <a:rPr lang="en-IN" sz="1400" dirty="0"/>
              <a:t>File Handling</a:t>
            </a:r>
          </a:p>
          <a:p>
            <a:pPr marL="285750" indent="-285750" algn="l">
              <a:buFont typeface="Arial" panose="020B0604020202020204" pitchFamily="34" charset="0"/>
              <a:buChar char="•"/>
            </a:pPr>
            <a:endParaRPr lang="en-IN" sz="1400" dirty="0"/>
          </a:p>
        </p:txBody>
      </p:sp>
    </p:spTree>
    <p:extLst>
      <p:ext uri="{BB962C8B-B14F-4D97-AF65-F5344CB8AC3E}">
        <p14:creationId xmlns:p14="http://schemas.microsoft.com/office/powerpoint/2010/main" val="2614202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AFA58-68C3-4821-B8EC-9877FF0F3E10}"/>
              </a:ext>
            </a:extLst>
          </p:cNvPr>
          <p:cNvSpPr>
            <a:spLocks noGrp="1"/>
          </p:cNvSpPr>
          <p:nvPr>
            <p:ph type="title"/>
          </p:nvPr>
        </p:nvSpPr>
        <p:spPr/>
        <p:txBody>
          <a:bodyPr/>
          <a:lstStyle/>
          <a:p>
            <a:r>
              <a:rPr lang="en-US" dirty="0"/>
              <a:t>Inheritance</a:t>
            </a:r>
            <a:endParaRPr lang="en-IN" dirty="0"/>
          </a:p>
        </p:txBody>
      </p:sp>
      <p:sp>
        <p:nvSpPr>
          <p:cNvPr id="3" name="Text Placeholder 2">
            <a:extLst>
              <a:ext uri="{FF2B5EF4-FFF2-40B4-BE49-F238E27FC236}">
                <a16:creationId xmlns:a16="http://schemas.microsoft.com/office/drawing/2014/main" id="{3C6CCA8E-CF80-490A-99CF-C3D9CE7A58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075CF07-CC31-4DE2-AAB3-31F25F752673}"/>
              </a:ext>
            </a:extLst>
          </p:cNvPr>
          <p:cNvSpPr>
            <a:spLocks noGrp="1"/>
          </p:cNvSpPr>
          <p:nvPr>
            <p:ph type="sldNum" sz="quarter" idx="4"/>
          </p:nvPr>
        </p:nvSpPr>
        <p:spPr/>
        <p:txBody>
          <a:bodyPr/>
          <a:lstStyle/>
          <a:p>
            <a:fld id="{D450C061-FCD7-4E5E-A02A-3F2A15E03A91}" type="slidenum">
              <a:rPr lang="en-IN" smtClean="0"/>
              <a:t>2</a:t>
            </a:fld>
            <a:endParaRPr lang="en-IN"/>
          </a:p>
        </p:txBody>
      </p:sp>
    </p:spTree>
    <p:extLst>
      <p:ext uri="{BB962C8B-B14F-4D97-AF65-F5344CB8AC3E}">
        <p14:creationId xmlns:p14="http://schemas.microsoft.com/office/powerpoint/2010/main" val="2210673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B449E7-6A26-A98C-71E5-602D95F095BB}"/>
              </a:ext>
            </a:extLst>
          </p:cNvPr>
          <p:cNvSpPr>
            <a:spLocks noGrp="1"/>
          </p:cNvSpPr>
          <p:nvPr>
            <p:ph type="title"/>
          </p:nvPr>
        </p:nvSpPr>
        <p:spPr/>
        <p:txBody>
          <a:bodyPr/>
          <a:lstStyle/>
          <a:p>
            <a:r>
              <a:rPr lang="en-IN" dirty="0"/>
              <a:t>What is Inheritance</a:t>
            </a:r>
          </a:p>
        </p:txBody>
      </p:sp>
      <p:sp>
        <p:nvSpPr>
          <p:cNvPr id="6" name="Content Placeholder 5">
            <a:extLst>
              <a:ext uri="{FF2B5EF4-FFF2-40B4-BE49-F238E27FC236}">
                <a16:creationId xmlns:a16="http://schemas.microsoft.com/office/drawing/2014/main" id="{BD242793-7D76-B164-27C7-222FEE618AAB}"/>
              </a:ext>
            </a:extLst>
          </p:cNvPr>
          <p:cNvSpPr>
            <a:spLocks noGrp="1"/>
          </p:cNvSpPr>
          <p:nvPr>
            <p:ph idx="1"/>
          </p:nvPr>
        </p:nvSpPr>
        <p:spPr/>
        <p:txBody>
          <a:bodyPr>
            <a:normAutofit fontScale="92500" lnSpcReduction="10000"/>
          </a:bodyPr>
          <a:lstStyle/>
          <a:p>
            <a:pPr>
              <a:buNone/>
            </a:pPr>
            <a:r>
              <a:rPr lang="en-US" b="1" dirty="0"/>
              <a:t>Definition</a:t>
            </a:r>
            <a:endParaRPr lang="en-US" dirty="0"/>
          </a:p>
          <a:p>
            <a:pPr lvl="1"/>
            <a:r>
              <a:rPr lang="en-US" dirty="0"/>
              <a:t>Inheritance allows creating new classes from existing ones.</a:t>
            </a:r>
          </a:p>
          <a:p>
            <a:pPr lvl="1"/>
            <a:r>
              <a:rPr lang="en-US" dirty="0"/>
              <a:t>Enables code reuse and extension without modifying the original class.</a:t>
            </a:r>
          </a:p>
          <a:p>
            <a:pPr>
              <a:buNone/>
            </a:pPr>
            <a:r>
              <a:rPr lang="en-US" b="1" dirty="0"/>
              <a:t>Terminology</a:t>
            </a:r>
            <a:endParaRPr lang="en-US" dirty="0"/>
          </a:p>
          <a:p>
            <a:pPr lvl="1"/>
            <a:r>
              <a:rPr lang="en-US" b="1" dirty="0"/>
              <a:t>Base Class</a:t>
            </a:r>
            <a:r>
              <a:rPr lang="en-US" dirty="0"/>
              <a:t> (also called </a:t>
            </a:r>
            <a:r>
              <a:rPr lang="en-US" i="1" dirty="0"/>
              <a:t>Parent</a:t>
            </a:r>
            <a:r>
              <a:rPr lang="en-US" dirty="0"/>
              <a:t>, </a:t>
            </a:r>
            <a:r>
              <a:rPr lang="en-US" i="1" dirty="0"/>
              <a:t>Ancestor</a:t>
            </a:r>
            <a:r>
              <a:rPr lang="en-US" dirty="0"/>
              <a:t>, or </a:t>
            </a:r>
            <a:r>
              <a:rPr lang="en-US" i="1" dirty="0"/>
              <a:t>Superclass</a:t>
            </a:r>
            <a:r>
              <a:rPr lang="en-US" dirty="0"/>
              <a:t>):</a:t>
            </a:r>
            <a:br>
              <a:rPr lang="en-US" dirty="0"/>
            </a:br>
            <a:r>
              <a:rPr lang="en-US" dirty="0"/>
              <a:t>The class whose properties are inherited.</a:t>
            </a:r>
          </a:p>
          <a:p>
            <a:pPr lvl="1"/>
            <a:r>
              <a:rPr lang="en-US" b="1" dirty="0"/>
              <a:t>Derived Class</a:t>
            </a:r>
            <a:r>
              <a:rPr lang="en-US" dirty="0"/>
              <a:t> (also called </a:t>
            </a:r>
            <a:r>
              <a:rPr lang="en-US" i="1" dirty="0"/>
              <a:t>Child</a:t>
            </a:r>
            <a:r>
              <a:rPr lang="en-US" dirty="0"/>
              <a:t>, </a:t>
            </a:r>
            <a:r>
              <a:rPr lang="en-US" i="1" dirty="0"/>
              <a:t>Descendant</a:t>
            </a:r>
            <a:r>
              <a:rPr lang="en-US" dirty="0"/>
              <a:t>, or </a:t>
            </a:r>
            <a:r>
              <a:rPr lang="en-US" i="1" dirty="0"/>
              <a:t>Subclass</a:t>
            </a:r>
            <a:r>
              <a:rPr lang="en-US" dirty="0"/>
              <a:t>):</a:t>
            </a:r>
            <a:br>
              <a:rPr lang="en-US" dirty="0"/>
            </a:br>
            <a:r>
              <a:rPr lang="en-US" dirty="0"/>
              <a:t>The class that inherits from the base class.</a:t>
            </a:r>
          </a:p>
          <a:p>
            <a:pPr>
              <a:buNone/>
            </a:pPr>
            <a:r>
              <a:rPr lang="en-US" b="1" dirty="0"/>
              <a:t>Characteristics</a:t>
            </a:r>
            <a:endParaRPr lang="en-US" dirty="0"/>
          </a:p>
          <a:p>
            <a:pPr lvl="1"/>
            <a:r>
              <a:rPr lang="en-US" dirty="0"/>
              <a:t>Derived class inherits all accessible members of the base class.</a:t>
            </a:r>
          </a:p>
          <a:p>
            <a:pPr lvl="1"/>
            <a:r>
              <a:rPr lang="en-US" dirty="0"/>
              <a:t>Derived class can have its own additional members.</a:t>
            </a:r>
          </a:p>
          <a:p>
            <a:pPr lvl="1"/>
            <a:r>
              <a:rPr lang="en-US" dirty="0"/>
              <a:t>Base class remains unchanged during inheritance.</a:t>
            </a:r>
          </a:p>
        </p:txBody>
      </p:sp>
      <p:sp>
        <p:nvSpPr>
          <p:cNvPr id="4" name="Slide Number Placeholder 3">
            <a:extLst>
              <a:ext uri="{FF2B5EF4-FFF2-40B4-BE49-F238E27FC236}">
                <a16:creationId xmlns:a16="http://schemas.microsoft.com/office/drawing/2014/main" id="{2F4E773A-0987-3A19-B1B1-E9563B05174B}"/>
              </a:ext>
            </a:extLst>
          </p:cNvPr>
          <p:cNvSpPr>
            <a:spLocks noGrp="1"/>
          </p:cNvSpPr>
          <p:nvPr>
            <p:ph type="sldNum" sz="quarter" idx="4"/>
          </p:nvPr>
        </p:nvSpPr>
        <p:spPr/>
        <p:txBody>
          <a:bodyPr/>
          <a:lstStyle/>
          <a:p>
            <a:fld id="{D450C061-FCD7-4E5E-A02A-3F2A15E03A91}" type="slidenum">
              <a:rPr lang="en-IN" smtClean="0"/>
              <a:t>3</a:t>
            </a:fld>
            <a:endParaRPr lang="en-IN"/>
          </a:p>
        </p:txBody>
      </p:sp>
    </p:spTree>
    <p:extLst>
      <p:ext uri="{BB962C8B-B14F-4D97-AF65-F5344CB8AC3E}">
        <p14:creationId xmlns:p14="http://schemas.microsoft.com/office/powerpoint/2010/main" val="1337019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8D0F2-22E3-154C-45A2-9679C969D952}"/>
              </a:ext>
            </a:extLst>
          </p:cNvPr>
          <p:cNvSpPr>
            <a:spLocks noGrp="1"/>
          </p:cNvSpPr>
          <p:nvPr>
            <p:ph type="title"/>
          </p:nvPr>
        </p:nvSpPr>
        <p:spPr/>
        <p:txBody>
          <a:bodyPr/>
          <a:lstStyle/>
          <a:p>
            <a:r>
              <a:rPr lang="en-IN" dirty="0"/>
              <a:t>Need for Inheritance</a:t>
            </a:r>
          </a:p>
        </p:txBody>
      </p:sp>
      <p:graphicFrame>
        <p:nvGraphicFramePr>
          <p:cNvPr id="5" name="Content Placeholder 4">
            <a:extLst>
              <a:ext uri="{FF2B5EF4-FFF2-40B4-BE49-F238E27FC236}">
                <a16:creationId xmlns:a16="http://schemas.microsoft.com/office/drawing/2014/main" id="{71EE8438-03F9-E6DB-A7F5-DC3BD86B3163}"/>
              </a:ext>
            </a:extLst>
          </p:cNvPr>
          <p:cNvGraphicFramePr>
            <a:graphicFrameLocks noGrp="1"/>
          </p:cNvGraphicFramePr>
          <p:nvPr>
            <p:ph idx="1"/>
            <p:extLst>
              <p:ext uri="{D42A27DB-BD31-4B8C-83A1-F6EECF244321}">
                <p14:modId xmlns:p14="http://schemas.microsoft.com/office/powerpoint/2010/main" val="173968295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A17E8EE1-EA37-699C-70CC-AB4A25CBEECF}"/>
              </a:ext>
            </a:extLst>
          </p:cNvPr>
          <p:cNvSpPr>
            <a:spLocks noGrp="1"/>
          </p:cNvSpPr>
          <p:nvPr>
            <p:ph type="sldNum" sz="quarter" idx="4"/>
          </p:nvPr>
        </p:nvSpPr>
        <p:spPr/>
        <p:txBody>
          <a:bodyPr/>
          <a:lstStyle/>
          <a:p>
            <a:fld id="{D450C061-FCD7-4E5E-A02A-3F2A15E03A91}" type="slidenum">
              <a:rPr lang="en-IN" smtClean="0"/>
              <a:t>4</a:t>
            </a:fld>
            <a:endParaRPr lang="en-IN"/>
          </a:p>
        </p:txBody>
      </p:sp>
    </p:spTree>
    <p:extLst>
      <p:ext uri="{BB962C8B-B14F-4D97-AF65-F5344CB8AC3E}">
        <p14:creationId xmlns:p14="http://schemas.microsoft.com/office/powerpoint/2010/main" val="369127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192A8-25C1-3F55-3F1B-D178789C2096}"/>
              </a:ext>
            </a:extLst>
          </p:cNvPr>
          <p:cNvSpPr>
            <a:spLocks noGrp="1"/>
          </p:cNvSpPr>
          <p:nvPr>
            <p:ph type="title"/>
          </p:nvPr>
        </p:nvSpPr>
        <p:spPr/>
        <p:txBody>
          <a:bodyPr/>
          <a:lstStyle/>
          <a:p>
            <a:r>
              <a:rPr lang="en-IN" dirty="0"/>
              <a:t>Visibility Modes</a:t>
            </a:r>
          </a:p>
        </p:txBody>
      </p:sp>
      <p:sp>
        <p:nvSpPr>
          <p:cNvPr id="3" name="Content Placeholder 2">
            <a:extLst>
              <a:ext uri="{FF2B5EF4-FFF2-40B4-BE49-F238E27FC236}">
                <a16:creationId xmlns:a16="http://schemas.microsoft.com/office/drawing/2014/main" id="{1A2346B3-3CAE-ABE4-2B6D-B648F71C521C}"/>
              </a:ext>
            </a:extLst>
          </p:cNvPr>
          <p:cNvSpPr>
            <a:spLocks noGrp="1"/>
          </p:cNvSpPr>
          <p:nvPr>
            <p:ph idx="1"/>
          </p:nvPr>
        </p:nvSpPr>
        <p:spPr/>
        <p:txBody>
          <a:bodyPr/>
          <a:lstStyle/>
          <a:p>
            <a:r>
              <a:rPr lang="en-US" dirty="0"/>
              <a:t>Visibility mode controls how members of a base class are inherited into a derived class.</a:t>
            </a:r>
          </a:p>
          <a:p>
            <a:r>
              <a:rPr lang="en-US" dirty="0"/>
              <a:t>It defines the access level (scope) of the inherited members in the derived class.</a:t>
            </a:r>
          </a:p>
          <a:p>
            <a:r>
              <a:rPr lang="en-US" dirty="0"/>
              <a:t>There are three types of visibility modes:</a:t>
            </a:r>
          </a:p>
          <a:p>
            <a:pPr lvl="1"/>
            <a:r>
              <a:rPr lang="en-US" dirty="0"/>
              <a:t>Public</a:t>
            </a:r>
          </a:p>
          <a:p>
            <a:pPr lvl="1"/>
            <a:r>
              <a:rPr lang="en-US" dirty="0"/>
              <a:t>Private</a:t>
            </a:r>
          </a:p>
          <a:p>
            <a:pPr lvl="1"/>
            <a:r>
              <a:rPr lang="en-US" dirty="0"/>
              <a:t>Protected</a:t>
            </a:r>
            <a:endParaRPr lang="en-IN" dirty="0"/>
          </a:p>
        </p:txBody>
      </p:sp>
      <p:sp>
        <p:nvSpPr>
          <p:cNvPr id="4" name="Slide Number Placeholder 3">
            <a:extLst>
              <a:ext uri="{FF2B5EF4-FFF2-40B4-BE49-F238E27FC236}">
                <a16:creationId xmlns:a16="http://schemas.microsoft.com/office/drawing/2014/main" id="{CC5F09C4-E866-5322-6FA1-56F12AC9720A}"/>
              </a:ext>
            </a:extLst>
          </p:cNvPr>
          <p:cNvSpPr>
            <a:spLocks noGrp="1"/>
          </p:cNvSpPr>
          <p:nvPr>
            <p:ph type="sldNum" sz="quarter" idx="4"/>
          </p:nvPr>
        </p:nvSpPr>
        <p:spPr/>
        <p:txBody>
          <a:bodyPr/>
          <a:lstStyle/>
          <a:p>
            <a:fld id="{D450C061-FCD7-4E5E-A02A-3F2A15E03A91}" type="slidenum">
              <a:rPr lang="en-IN" smtClean="0"/>
              <a:t>5</a:t>
            </a:fld>
            <a:endParaRPr lang="en-IN"/>
          </a:p>
        </p:txBody>
      </p:sp>
    </p:spTree>
    <p:extLst>
      <p:ext uri="{BB962C8B-B14F-4D97-AF65-F5344CB8AC3E}">
        <p14:creationId xmlns:p14="http://schemas.microsoft.com/office/powerpoint/2010/main" val="707887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44009-F5A4-0720-A7E1-3D29B2F867D0}"/>
              </a:ext>
            </a:extLst>
          </p:cNvPr>
          <p:cNvSpPr>
            <a:spLocks noGrp="1"/>
          </p:cNvSpPr>
          <p:nvPr>
            <p:ph type="title"/>
          </p:nvPr>
        </p:nvSpPr>
        <p:spPr/>
        <p:txBody>
          <a:bodyPr/>
          <a:lstStyle/>
          <a:p>
            <a:r>
              <a:rPr lang="en-IN" dirty="0"/>
              <a:t>Private Visibility Mode</a:t>
            </a:r>
          </a:p>
        </p:txBody>
      </p:sp>
      <p:pic>
        <p:nvPicPr>
          <p:cNvPr id="30" name="Content Placeholder 29">
            <a:extLst>
              <a:ext uri="{FF2B5EF4-FFF2-40B4-BE49-F238E27FC236}">
                <a16:creationId xmlns:a16="http://schemas.microsoft.com/office/drawing/2014/main" id="{AF22FDBB-AD1A-D070-EF61-7F44EE9DAAF1}"/>
              </a:ext>
            </a:extLst>
          </p:cNvPr>
          <p:cNvPicPr>
            <a:picLocks noGrp="1" noChangeAspect="1"/>
          </p:cNvPicPr>
          <p:nvPr>
            <p:ph sz="half" idx="2"/>
          </p:nvPr>
        </p:nvPicPr>
        <p:blipFill>
          <a:blip r:embed="rId2"/>
          <a:stretch>
            <a:fillRect/>
          </a:stretch>
        </p:blipFill>
        <p:spPr>
          <a:xfrm>
            <a:off x="7617235" y="1248392"/>
            <a:ext cx="3539738" cy="5147022"/>
          </a:xfrm>
        </p:spPr>
      </p:pic>
      <p:sp>
        <p:nvSpPr>
          <p:cNvPr id="4" name="Slide Number Placeholder 3">
            <a:extLst>
              <a:ext uri="{FF2B5EF4-FFF2-40B4-BE49-F238E27FC236}">
                <a16:creationId xmlns:a16="http://schemas.microsoft.com/office/drawing/2014/main" id="{E7780AC3-0452-636D-F23D-5A02150698EC}"/>
              </a:ext>
            </a:extLst>
          </p:cNvPr>
          <p:cNvSpPr>
            <a:spLocks noGrp="1"/>
          </p:cNvSpPr>
          <p:nvPr>
            <p:ph type="sldNum" sz="quarter" idx="4"/>
          </p:nvPr>
        </p:nvSpPr>
        <p:spPr/>
        <p:txBody>
          <a:bodyPr/>
          <a:lstStyle/>
          <a:p>
            <a:fld id="{D450C061-FCD7-4E5E-A02A-3F2A15E03A91}" type="slidenum">
              <a:rPr lang="en-IN" smtClean="0"/>
              <a:t>6</a:t>
            </a:fld>
            <a:endParaRPr lang="en-IN"/>
          </a:p>
        </p:txBody>
      </p:sp>
      <p:grpSp>
        <p:nvGrpSpPr>
          <p:cNvPr id="17" name="Group 16">
            <a:extLst>
              <a:ext uri="{FF2B5EF4-FFF2-40B4-BE49-F238E27FC236}">
                <a16:creationId xmlns:a16="http://schemas.microsoft.com/office/drawing/2014/main" id="{AC561649-EDBA-754D-3F75-90540B772B6F}"/>
              </a:ext>
            </a:extLst>
          </p:cNvPr>
          <p:cNvGrpSpPr/>
          <p:nvPr/>
        </p:nvGrpSpPr>
        <p:grpSpPr>
          <a:xfrm>
            <a:off x="360757" y="2110973"/>
            <a:ext cx="2261000" cy="2564609"/>
            <a:chOff x="360757" y="2110973"/>
            <a:chExt cx="2261000" cy="2564609"/>
          </a:xfrm>
        </p:grpSpPr>
        <p:sp>
          <p:nvSpPr>
            <p:cNvPr id="7" name="Rectangle 6">
              <a:extLst>
                <a:ext uri="{FF2B5EF4-FFF2-40B4-BE49-F238E27FC236}">
                  <a16:creationId xmlns:a16="http://schemas.microsoft.com/office/drawing/2014/main" id="{BF5CEFAB-3225-8E2F-57EB-0EF3554576EE}"/>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31A52803-841A-9515-3061-158060968DBA}"/>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14" name="Rectangle 13">
              <a:extLst>
                <a:ext uri="{FF2B5EF4-FFF2-40B4-BE49-F238E27FC236}">
                  <a16:creationId xmlns:a16="http://schemas.microsoft.com/office/drawing/2014/main" id="{6201E62B-96A9-7C06-76CA-7CE445AFAAC3}"/>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15" name="Rectangle 14">
              <a:extLst>
                <a:ext uri="{FF2B5EF4-FFF2-40B4-BE49-F238E27FC236}">
                  <a16:creationId xmlns:a16="http://schemas.microsoft.com/office/drawing/2014/main" id="{14FE659E-068E-4B27-49FE-8338039A4222}"/>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16" name="Rectangle 15">
              <a:extLst>
                <a:ext uri="{FF2B5EF4-FFF2-40B4-BE49-F238E27FC236}">
                  <a16:creationId xmlns:a16="http://schemas.microsoft.com/office/drawing/2014/main" id="{E513779F-E8EC-E698-FEF2-C1FA1CD0BA64}"/>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Base</a:t>
              </a:r>
            </a:p>
          </p:txBody>
        </p:sp>
      </p:grpSp>
      <p:grpSp>
        <p:nvGrpSpPr>
          <p:cNvPr id="18" name="Group 17">
            <a:extLst>
              <a:ext uri="{FF2B5EF4-FFF2-40B4-BE49-F238E27FC236}">
                <a16:creationId xmlns:a16="http://schemas.microsoft.com/office/drawing/2014/main" id="{D1037A0D-7595-32B4-876C-38D2ACAB870D}"/>
              </a:ext>
            </a:extLst>
          </p:cNvPr>
          <p:cNvGrpSpPr/>
          <p:nvPr/>
        </p:nvGrpSpPr>
        <p:grpSpPr>
          <a:xfrm>
            <a:off x="3596872" y="2110973"/>
            <a:ext cx="2261000" cy="2564609"/>
            <a:chOff x="360757" y="2110973"/>
            <a:chExt cx="2261000" cy="2564609"/>
          </a:xfrm>
        </p:grpSpPr>
        <p:sp>
          <p:nvSpPr>
            <p:cNvPr id="19" name="Rectangle 18">
              <a:extLst>
                <a:ext uri="{FF2B5EF4-FFF2-40B4-BE49-F238E27FC236}">
                  <a16:creationId xmlns:a16="http://schemas.microsoft.com/office/drawing/2014/main" id="{36357DA1-B5C4-8D46-F53E-2F81D3F82C56}"/>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7A92C7A0-0DE0-C9D2-4404-9499F005D0D1}"/>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21" name="Rectangle 20">
              <a:extLst>
                <a:ext uri="{FF2B5EF4-FFF2-40B4-BE49-F238E27FC236}">
                  <a16:creationId xmlns:a16="http://schemas.microsoft.com/office/drawing/2014/main" id="{4F128A7A-F90B-3CBF-522D-786C8F19F7F1}"/>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22" name="Rectangle 21">
              <a:extLst>
                <a:ext uri="{FF2B5EF4-FFF2-40B4-BE49-F238E27FC236}">
                  <a16:creationId xmlns:a16="http://schemas.microsoft.com/office/drawing/2014/main" id="{FB3B207B-296F-A6FC-11F6-F4FB2ABE34B2}"/>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23" name="Rectangle 22">
              <a:extLst>
                <a:ext uri="{FF2B5EF4-FFF2-40B4-BE49-F238E27FC236}">
                  <a16:creationId xmlns:a16="http://schemas.microsoft.com/office/drawing/2014/main" id="{5F3BC5E3-A584-3AF5-32A2-F2AFF780D058}"/>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Derived</a:t>
              </a:r>
            </a:p>
          </p:txBody>
        </p:sp>
      </p:grpSp>
      <p:cxnSp>
        <p:nvCxnSpPr>
          <p:cNvPr id="25" name="Connector: Elbow 24">
            <a:extLst>
              <a:ext uri="{FF2B5EF4-FFF2-40B4-BE49-F238E27FC236}">
                <a16:creationId xmlns:a16="http://schemas.microsoft.com/office/drawing/2014/main" id="{481606DD-5A67-8305-B636-0994D8F25328}"/>
              </a:ext>
            </a:extLst>
          </p:cNvPr>
          <p:cNvCxnSpPr>
            <a:stCxn id="14" idx="3"/>
          </p:cNvCxnSpPr>
          <p:nvPr/>
        </p:nvCxnSpPr>
        <p:spPr>
          <a:xfrm flipV="1">
            <a:off x="2307430" y="2864644"/>
            <a:ext cx="1628769" cy="742947"/>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7" name="Connector: Elbow 26">
            <a:extLst>
              <a:ext uri="{FF2B5EF4-FFF2-40B4-BE49-F238E27FC236}">
                <a16:creationId xmlns:a16="http://schemas.microsoft.com/office/drawing/2014/main" id="{D39BC1FB-9775-8F0D-1149-E06F7F0E980B}"/>
              </a:ext>
            </a:extLst>
          </p:cNvPr>
          <p:cNvCxnSpPr>
            <a:stCxn id="15" idx="3"/>
          </p:cNvCxnSpPr>
          <p:nvPr/>
        </p:nvCxnSpPr>
        <p:spPr>
          <a:xfrm flipV="1">
            <a:off x="2307429" y="3136106"/>
            <a:ext cx="1628770" cy="1119982"/>
          </a:xfrm>
          <a:prstGeom prst="bentConnector3">
            <a:avLst>
              <a:gd name="adj1" fmla="val 58333"/>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85506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61CA-3366-D41C-BAA4-DEE380F4E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70D56-9C87-17BA-7BC8-82D9CF521B4E}"/>
              </a:ext>
            </a:extLst>
          </p:cNvPr>
          <p:cNvSpPr>
            <a:spLocks noGrp="1"/>
          </p:cNvSpPr>
          <p:nvPr>
            <p:ph type="title"/>
          </p:nvPr>
        </p:nvSpPr>
        <p:spPr/>
        <p:txBody>
          <a:bodyPr/>
          <a:lstStyle/>
          <a:p>
            <a:r>
              <a:rPr lang="en-IN" dirty="0"/>
              <a:t>Protected Visibility Mode</a:t>
            </a:r>
          </a:p>
        </p:txBody>
      </p:sp>
      <p:sp>
        <p:nvSpPr>
          <p:cNvPr id="4" name="Slide Number Placeholder 3">
            <a:extLst>
              <a:ext uri="{FF2B5EF4-FFF2-40B4-BE49-F238E27FC236}">
                <a16:creationId xmlns:a16="http://schemas.microsoft.com/office/drawing/2014/main" id="{FAE01969-959B-B26C-DDC6-EEB83F566DE5}"/>
              </a:ext>
            </a:extLst>
          </p:cNvPr>
          <p:cNvSpPr>
            <a:spLocks noGrp="1"/>
          </p:cNvSpPr>
          <p:nvPr>
            <p:ph type="sldNum" sz="quarter" idx="4"/>
          </p:nvPr>
        </p:nvSpPr>
        <p:spPr/>
        <p:txBody>
          <a:bodyPr/>
          <a:lstStyle/>
          <a:p>
            <a:fld id="{D450C061-FCD7-4E5E-A02A-3F2A15E03A91}" type="slidenum">
              <a:rPr lang="en-IN" smtClean="0"/>
              <a:t>7</a:t>
            </a:fld>
            <a:endParaRPr lang="en-IN"/>
          </a:p>
        </p:txBody>
      </p:sp>
      <p:grpSp>
        <p:nvGrpSpPr>
          <p:cNvPr id="17" name="Group 16">
            <a:extLst>
              <a:ext uri="{FF2B5EF4-FFF2-40B4-BE49-F238E27FC236}">
                <a16:creationId xmlns:a16="http://schemas.microsoft.com/office/drawing/2014/main" id="{D93E9BD0-FAE2-26F0-9E8A-9E012A25C0B7}"/>
              </a:ext>
            </a:extLst>
          </p:cNvPr>
          <p:cNvGrpSpPr/>
          <p:nvPr/>
        </p:nvGrpSpPr>
        <p:grpSpPr>
          <a:xfrm>
            <a:off x="360757" y="2110973"/>
            <a:ext cx="2261000" cy="2564609"/>
            <a:chOff x="360757" y="2110973"/>
            <a:chExt cx="2261000" cy="2564609"/>
          </a:xfrm>
        </p:grpSpPr>
        <p:sp>
          <p:nvSpPr>
            <p:cNvPr id="7" name="Rectangle 6">
              <a:extLst>
                <a:ext uri="{FF2B5EF4-FFF2-40B4-BE49-F238E27FC236}">
                  <a16:creationId xmlns:a16="http://schemas.microsoft.com/office/drawing/2014/main" id="{23A5A953-3399-A7AA-4999-E5EF04860368}"/>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98D85090-B466-B54F-041F-CAA3FD768263}"/>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14" name="Rectangle 13">
              <a:extLst>
                <a:ext uri="{FF2B5EF4-FFF2-40B4-BE49-F238E27FC236}">
                  <a16:creationId xmlns:a16="http://schemas.microsoft.com/office/drawing/2014/main" id="{3E5E97FB-DFD0-F984-09B5-A2B4160BD025}"/>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15" name="Rectangle 14">
              <a:extLst>
                <a:ext uri="{FF2B5EF4-FFF2-40B4-BE49-F238E27FC236}">
                  <a16:creationId xmlns:a16="http://schemas.microsoft.com/office/drawing/2014/main" id="{6D32A0A4-3092-C6B5-C941-4490C9C66C8D}"/>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16" name="Rectangle 15">
              <a:extLst>
                <a:ext uri="{FF2B5EF4-FFF2-40B4-BE49-F238E27FC236}">
                  <a16:creationId xmlns:a16="http://schemas.microsoft.com/office/drawing/2014/main" id="{FDA8D044-8F41-A1F2-1370-0AEC645EDF87}"/>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Base</a:t>
              </a:r>
            </a:p>
          </p:txBody>
        </p:sp>
      </p:grpSp>
      <p:grpSp>
        <p:nvGrpSpPr>
          <p:cNvPr id="18" name="Group 17">
            <a:extLst>
              <a:ext uri="{FF2B5EF4-FFF2-40B4-BE49-F238E27FC236}">
                <a16:creationId xmlns:a16="http://schemas.microsoft.com/office/drawing/2014/main" id="{55944F94-8CDF-9914-AE2B-6356D75CB430}"/>
              </a:ext>
            </a:extLst>
          </p:cNvPr>
          <p:cNvGrpSpPr/>
          <p:nvPr/>
        </p:nvGrpSpPr>
        <p:grpSpPr>
          <a:xfrm>
            <a:off x="3596872" y="2110973"/>
            <a:ext cx="2261000" cy="2564609"/>
            <a:chOff x="360757" y="2110973"/>
            <a:chExt cx="2261000" cy="2564609"/>
          </a:xfrm>
        </p:grpSpPr>
        <p:sp>
          <p:nvSpPr>
            <p:cNvPr id="19" name="Rectangle 18">
              <a:extLst>
                <a:ext uri="{FF2B5EF4-FFF2-40B4-BE49-F238E27FC236}">
                  <a16:creationId xmlns:a16="http://schemas.microsoft.com/office/drawing/2014/main" id="{4E2C4A3D-73CE-E2E6-E6E2-CAB43ACB2248}"/>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70D2D93B-B266-51B4-3C74-D32F8BFE5001}"/>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21" name="Rectangle 20">
              <a:extLst>
                <a:ext uri="{FF2B5EF4-FFF2-40B4-BE49-F238E27FC236}">
                  <a16:creationId xmlns:a16="http://schemas.microsoft.com/office/drawing/2014/main" id="{034867FC-0E78-CF77-C863-4349A6D6CA74}"/>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22" name="Rectangle 21">
              <a:extLst>
                <a:ext uri="{FF2B5EF4-FFF2-40B4-BE49-F238E27FC236}">
                  <a16:creationId xmlns:a16="http://schemas.microsoft.com/office/drawing/2014/main" id="{369EDA20-67D8-0E63-2D7E-14421BC88541}"/>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23" name="Rectangle 22">
              <a:extLst>
                <a:ext uri="{FF2B5EF4-FFF2-40B4-BE49-F238E27FC236}">
                  <a16:creationId xmlns:a16="http://schemas.microsoft.com/office/drawing/2014/main" id="{046CE6D2-B7AC-2ABB-335C-E57A885E2B4E}"/>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Derived</a:t>
              </a:r>
            </a:p>
          </p:txBody>
        </p:sp>
      </p:grpSp>
      <p:cxnSp>
        <p:nvCxnSpPr>
          <p:cNvPr id="25" name="Connector: Elbow 24">
            <a:extLst>
              <a:ext uri="{FF2B5EF4-FFF2-40B4-BE49-F238E27FC236}">
                <a16:creationId xmlns:a16="http://schemas.microsoft.com/office/drawing/2014/main" id="{2BF80130-0697-643D-7379-AC06C4296A01}"/>
              </a:ext>
            </a:extLst>
          </p:cNvPr>
          <p:cNvCxnSpPr>
            <a:cxnSpLocks/>
            <a:stCxn id="14" idx="3"/>
          </p:cNvCxnSpPr>
          <p:nvPr/>
        </p:nvCxnSpPr>
        <p:spPr>
          <a:xfrm flipV="1">
            <a:off x="2307430" y="3503214"/>
            <a:ext cx="1628769" cy="104377"/>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7" name="Connector: Elbow 26">
            <a:extLst>
              <a:ext uri="{FF2B5EF4-FFF2-40B4-BE49-F238E27FC236}">
                <a16:creationId xmlns:a16="http://schemas.microsoft.com/office/drawing/2014/main" id="{400018E8-93C6-4AD2-6B3D-AEB0F29074DE}"/>
              </a:ext>
            </a:extLst>
          </p:cNvPr>
          <p:cNvCxnSpPr>
            <a:cxnSpLocks/>
            <a:stCxn id="15" idx="3"/>
          </p:cNvCxnSpPr>
          <p:nvPr/>
        </p:nvCxnSpPr>
        <p:spPr>
          <a:xfrm flipV="1">
            <a:off x="2307429" y="3732211"/>
            <a:ext cx="1628770" cy="523877"/>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pic>
        <p:nvPicPr>
          <p:cNvPr id="13" name="Content Placeholder 12">
            <a:extLst>
              <a:ext uri="{FF2B5EF4-FFF2-40B4-BE49-F238E27FC236}">
                <a16:creationId xmlns:a16="http://schemas.microsoft.com/office/drawing/2014/main" id="{AE8819C8-7ED3-EA50-559D-0A05729A2E32}"/>
              </a:ext>
            </a:extLst>
          </p:cNvPr>
          <p:cNvPicPr>
            <a:picLocks noGrp="1" noChangeAspect="1"/>
          </p:cNvPicPr>
          <p:nvPr>
            <p:ph sz="half" idx="2"/>
          </p:nvPr>
        </p:nvPicPr>
        <p:blipFill>
          <a:blip r:embed="rId2"/>
          <a:stretch>
            <a:fillRect/>
          </a:stretch>
        </p:blipFill>
        <p:spPr>
          <a:xfrm>
            <a:off x="7412860" y="830533"/>
            <a:ext cx="3940939" cy="5531143"/>
          </a:xfrm>
        </p:spPr>
      </p:pic>
    </p:spTree>
    <p:extLst>
      <p:ext uri="{BB962C8B-B14F-4D97-AF65-F5344CB8AC3E}">
        <p14:creationId xmlns:p14="http://schemas.microsoft.com/office/powerpoint/2010/main" val="1346448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269E3-A352-5BC4-56E1-F439E7DC6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FCF08-5C2F-894F-46BD-02E404FA5E07}"/>
              </a:ext>
            </a:extLst>
          </p:cNvPr>
          <p:cNvSpPr>
            <a:spLocks noGrp="1"/>
          </p:cNvSpPr>
          <p:nvPr>
            <p:ph type="title"/>
          </p:nvPr>
        </p:nvSpPr>
        <p:spPr/>
        <p:txBody>
          <a:bodyPr/>
          <a:lstStyle/>
          <a:p>
            <a:r>
              <a:rPr lang="en-IN" dirty="0"/>
              <a:t>Public Visibility Mode</a:t>
            </a:r>
          </a:p>
        </p:txBody>
      </p:sp>
      <p:sp>
        <p:nvSpPr>
          <p:cNvPr id="4" name="Slide Number Placeholder 3">
            <a:extLst>
              <a:ext uri="{FF2B5EF4-FFF2-40B4-BE49-F238E27FC236}">
                <a16:creationId xmlns:a16="http://schemas.microsoft.com/office/drawing/2014/main" id="{A87801F5-C1D3-09C2-4DF0-17A3B4610443}"/>
              </a:ext>
            </a:extLst>
          </p:cNvPr>
          <p:cNvSpPr>
            <a:spLocks noGrp="1"/>
          </p:cNvSpPr>
          <p:nvPr>
            <p:ph type="sldNum" sz="quarter" idx="4"/>
          </p:nvPr>
        </p:nvSpPr>
        <p:spPr/>
        <p:txBody>
          <a:bodyPr/>
          <a:lstStyle/>
          <a:p>
            <a:fld id="{D450C061-FCD7-4E5E-A02A-3F2A15E03A91}" type="slidenum">
              <a:rPr lang="en-IN" smtClean="0"/>
              <a:t>8</a:t>
            </a:fld>
            <a:endParaRPr lang="en-IN"/>
          </a:p>
        </p:txBody>
      </p:sp>
      <p:grpSp>
        <p:nvGrpSpPr>
          <p:cNvPr id="17" name="Group 16">
            <a:extLst>
              <a:ext uri="{FF2B5EF4-FFF2-40B4-BE49-F238E27FC236}">
                <a16:creationId xmlns:a16="http://schemas.microsoft.com/office/drawing/2014/main" id="{2C044E41-E740-1009-4CEA-CF1A30860ABF}"/>
              </a:ext>
            </a:extLst>
          </p:cNvPr>
          <p:cNvGrpSpPr/>
          <p:nvPr/>
        </p:nvGrpSpPr>
        <p:grpSpPr>
          <a:xfrm>
            <a:off x="360757" y="2110973"/>
            <a:ext cx="2261000" cy="2564609"/>
            <a:chOff x="360757" y="2110973"/>
            <a:chExt cx="2261000" cy="2564609"/>
          </a:xfrm>
        </p:grpSpPr>
        <p:sp>
          <p:nvSpPr>
            <p:cNvPr id="7" name="Rectangle 6">
              <a:extLst>
                <a:ext uri="{FF2B5EF4-FFF2-40B4-BE49-F238E27FC236}">
                  <a16:creationId xmlns:a16="http://schemas.microsoft.com/office/drawing/2014/main" id="{1693203A-93FA-3CC0-9598-61924563B774}"/>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4BC65C87-6CF8-2A10-39E6-DD984FE452A5}"/>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14" name="Rectangle 13">
              <a:extLst>
                <a:ext uri="{FF2B5EF4-FFF2-40B4-BE49-F238E27FC236}">
                  <a16:creationId xmlns:a16="http://schemas.microsoft.com/office/drawing/2014/main" id="{0084FD91-E9B2-1018-04A7-C5B3AFD7682D}"/>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15" name="Rectangle 14">
              <a:extLst>
                <a:ext uri="{FF2B5EF4-FFF2-40B4-BE49-F238E27FC236}">
                  <a16:creationId xmlns:a16="http://schemas.microsoft.com/office/drawing/2014/main" id="{29696DC7-F309-A707-7628-B6B2E65297FE}"/>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16" name="Rectangle 15">
              <a:extLst>
                <a:ext uri="{FF2B5EF4-FFF2-40B4-BE49-F238E27FC236}">
                  <a16:creationId xmlns:a16="http://schemas.microsoft.com/office/drawing/2014/main" id="{A72659BE-49D5-92CD-8910-145B694633BD}"/>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Base</a:t>
              </a:r>
            </a:p>
          </p:txBody>
        </p:sp>
      </p:grpSp>
      <p:grpSp>
        <p:nvGrpSpPr>
          <p:cNvPr id="18" name="Group 17">
            <a:extLst>
              <a:ext uri="{FF2B5EF4-FFF2-40B4-BE49-F238E27FC236}">
                <a16:creationId xmlns:a16="http://schemas.microsoft.com/office/drawing/2014/main" id="{FDBE13F9-E746-234F-DE37-2D86A2923CE8}"/>
              </a:ext>
            </a:extLst>
          </p:cNvPr>
          <p:cNvGrpSpPr/>
          <p:nvPr/>
        </p:nvGrpSpPr>
        <p:grpSpPr>
          <a:xfrm>
            <a:off x="3596872" y="2110973"/>
            <a:ext cx="2261000" cy="2564609"/>
            <a:chOff x="360757" y="2110973"/>
            <a:chExt cx="2261000" cy="2564609"/>
          </a:xfrm>
        </p:grpSpPr>
        <p:sp>
          <p:nvSpPr>
            <p:cNvPr id="19" name="Rectangle 18">
              <a:extLst>
                <a:ext uri="{FF2B5EF4-FFF2-40B4-BE49-F238E27FC236}">
                  <a16:creationId xmlns:a16="http://schemas.microsoft.com/office/drawing/2014/main" id="{F750FE68-7330-D04B-DFCE-B6AFEAC9740D}"/>
                </a:ext>
              </a:extLst>
            </p:cNvPr>
            <p:cNvSpPr/>
            <p:nvPr/>
          </p:nvSpPr>
          <p:spPr>
            <a:xfrm>
              <a:off x="360757" y="2110973"/>
              <a:ext cx="2261000" cy="2564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5523120-1535-C659-2661-8391DD63CE55}"/>
                </a:ext>
              </a:extLst>
            </p:cNvPr>
            <p:cNvSpPr/>
            <p:nvPr/>
          </p:nvSpPr>
          <p:spPr>
            <a:xfrm>
              <a:off x="700086" y="2797969"/>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private:</a:t>
              </a:r>
            </a:p>
            <a:p>
              <a:r>
                <a:rPr lang="en-IN" sz="1200" dirty="0">
                  <a:solidFill>
                    <a:schemeClr val="tx1"/>
                  </a:solidFill>
                </a:rPr>
                <a:t>//private members</a:t>
              </a:r>
            </a:p>
          </p:txBody>
        </p:sp>
        <p:sp>
          <p:nvSpPr>
            <p:cNvPr id="21" name="Rectangle 20">
              <a:extLst>
                <a:ext uri="{FF2B5EF4-FFF2-40B4-BE49-F238E27FC236}">
                  <a16:creationId xmlns:a16="http://schemas.microsoft.com/office/drawing/2014/main" id="{73683D19-EDB9-9261-87D4-7178A7E63D3D}"/>
                </a:ext>
              </a:extLst>
            </p:cNvPr>
            <p:cNvSpPr/>
            <p:nvPr/>
          </p:nvSpPr>
          <p:spPr>
            <a:xfrm>
              <a:off x="700085" y="3393278"/>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protected:</a:t>
              </a:r>
            </a:p>
            <a:p>
              <a:r>
                <a:rPr lang="en-IN" sz="1200" dirty="0">
                  <a:solidFill>
                    <a:schemeClr val="tx1"/>
                  </a:solidFill>
                </a:rPr>
                <a:t>//protected members</a:t>
              </a:r>
            </a:p>
          </p:txBody>
        </p:sp>
        <p:sp>
          <p:nvSpPr>
            <p:cNvPr id="22" name="Rectangle 21">
              <a:extLst>
                <a:ext uri="{FF2B5EF4-FFF2-40B4-BE49-F238E27FC236}">
                  <a16:creationId xmlns:a16="http://schemas.microsoft.com/office/drawing/2014/main" id="{32A2358A-BDE4-E1C5-5EF4-A7101FC8F8A6}"/>
                </a:ext>
              </a:extLst>
            </p:cNvPr>
            <p:cNvSpPr/>
            <p:nvPr/>
          </p:nvSpPr>
          <p:spPr>
            <a:xfrm>
              <a:off x="700084" y="4041775"/>
              <a:ext cx="1607345" cy="4286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rPr>
                <a:t>public:</a:t>
              </a:r>
            </a:p>
            <a:p>
              <a:r>
                <a:rPr lang="en-IN" sz="1200" dirty="0">
                  <a:solidFill>
                    <a:schemeClr val="tx1"/>
                  </a:solidFill>
                </a:rPr>
                <a:t>//public members</a:t>
              </a:r>
            </a:p>
          </p:txBody>
        </p:sp>
        <p:sp>
          <p:nvSpPr>
            <p:cNvPr id="23" name="Rectangle 22">
              <a:extLst>
                <a:ext uri="{FF2B5EF4-FFF2-40B4-BE49-F238E27FC236}">
                  <a16:creationId xmlns:a16="http://schemas.microsoft.com/office/drawing/2014/main" id="{C821221C-8558-81C7-309C-010F5B9791CE}"/>
                </a:ext>
              </a:extLst>
            </p:cNvPr>
            <p:cNvSpPr/>
            <p:nvPr/>
          </p:nvSpPr>
          <p:spPr>
            <a:xfrm>
              <a:off x="531017" y="2259408"/>
              <a:ext cx="1607345" cy="428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rPr>
                <a:t>class Derived</a:t>
              </a:r>
            </a:p>
          </p:txBody>
        </p:sp>
      </p:grpSp>
      <p:cxnSp>
        <p:nvCxnSpPr>
          <p:cNvPr id="6" name="Straight Arrow Connector 5">
            <a:extLst>
              <a:ext uri="{FF2B5EF4-FFF2-40B4-BE49-F238E27FC236}">
                <a16:creationId xmlns:a16="http://schemas.microsoft.com/office/drawing/2014/main" id="{2513BED6-69C3-3AB3-4540-FCE61BCCC857}"/>
              </a:ext>
            </a:extLst>
          </p:cNvPr>
          <p:cNvCxnSpPr>
            <a:stCxn id="14" idx="3"/>
            <a:endCxn id="21" idx="1"/>
          </p:cNvCxnSpPr>
          <p:nvPr/>
        </p:nvCxnSpPr>
        <p:spPr>
          <a:xfrm>
            <a:off x="2307430" y="3607591"/>
            <a:ext cx="162877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0" name="Straight Arrow Connector 9">
            <a:extLst>
              <a:ext uri="{FF2B5EF4-FFF2-40B4-BE49-F238E27FC236}">
                <a16:creationId xmlns:a16="http://schemas.microsoft.com/office/drawing/2014/main" id="{2BF21CDE-6E58-3D3B-FC44-5DC01C92A0D5}"/>
              </a:ext>
            </a:extLst>
          </p:cNvPr>
          <p:cNvCxnSpPr>
            <a:stCxn id="15" idx="3"/>
            <a:endCxn id="22" idx="1"/>
          </p:cNvCxnSpPr>
          <p:nvPr/>
        </p:nvCxnSpPr>
        <p:spPr>
          <a:xfrm>
            <a:off x="2307429" y="4256088"/>
            <a:ext cx="162877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24" name="Content Placeholder 23">
            <a:extLst>
              <a:ext uri="{FF2B5EF4-FFF2-40B4-BE49-F238E27FC236}">
                <a16:creationId xmlns:a16="http://schemas.microsoft.com/office/drawing/2014/main" id="{885E1828-F40A-88C7-B801-E6DC4E087CE9}"/>
              </a:ext>
            </a:extLst>
          </p:cNvPr>
          <p:cNvPicPr>
            <a:picLocks noGrp="1" noChangeAspect="1"/>
          </p:cNvPicPr>
          <p:nvPr>
            <p:ph sz="half" idx="2"/>
          </p:nvPr>
        </p:nvPicPr>
        <p:blipFill>
          <a:blip r:embed="rId2"/>
          <a:stretch>
            <a:fillRect/>
          </a:stretch>
        </p:blipFill>
        <p:spPr>
          <a:xfrm>
            <a:off x="7261611" y="915192"/>
            <a:ext cx="3504019" cy="5496691"/>
          </a:xfrm>
        </p:spPr>
      </p:pic>
    </p:spTree>
    <p:extLst>
      <p:ext uri="{BB962C8B-B14F-4D97-AF65-F5344CB8AC3E}">
        <p14:creationId xmlns:p14="http://schemas.microsoft.com/office/powerpoint/2010/main" val="1349174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FF6E-6D75-1D07-3648-CDC694E8B867}"/>
              </a:ext>
            </a:extLst>
          </p:cNvPr>
          <p:cNvSpPr>
            <a:spLocks noGrp="1"/>
          </p:cNvSpPr>
          <p:nvPr>
            <p:ph type="title"/>
          </p:nvPr>
        </p:nvSpPr>
        <p:spPr/>
        <p:txBody>
          <a:bodyPr/>
          <a:lstStyle/>
          <a:p>
            <a:r>
              <a:rPr lang="en-IN" dirty="0"/>
              <a:t>Types of Inheritance</a:t>
            </a:r>
          </a:p>
        </p:txBody>
      </p:sp>
      <p:graphicFrame>
        <p:nvGraphicFramePr>
          <p:cNvPr id="7" name="Content Placeholder 6">
            <a:extLst>
              <a:ext uri="{FF2B5EF4-FFF2-40B4-BE49-F238E27FC236}">
                <a16:creationId xmlns:a16="http://schemas.microsoft.com/office/drawing/2014/main" id="{8257B3ED-C246-DC13-709A-E880FEDF2FF2}"/>
              </a:ext>
            </a:extLst>
          </p:cNvPr>
          <p:cNvGraphicFramePr>
            <a:graphicFrameLocks noGrp="1"/>
          </p:cNvGraphicFramePr>
          <p:nvPr>
            <p:ph idx="1"/>
            <p:extLst>
              <p:ext uri="{D42A27DB-BD31-4B8C-83A1-F6EECF244321}">
                <p14:modId xmlns:p14="http://schemas.microsoft.com/office/powerpoint/2010/main" val="4254330405"/>
              </p:ext>
            </p:extLst>
          </p:nvPr>
        </p:nvGraphicFramePr>
        <p:xfrm>
          <a:off x="2350294" y="1825625"/>
          <a:ext cx="9003506" cy="4346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A8D309B4-86D8-1758-A561-FF6FA9AB5ADB}"/>
              </a:ext>
            </a:extLst>
          </p:cNvPr>
          <p:cNvSpPr>
            <a:spLocks noGrp="1"/>
          </p:cNvSpPr>
          <p:nvPr>
            <p:ph type="sldNum" sz="quarter" idx="4"/>
          </p:nvPr>
        </p:nvSpPr>
        <p:spPr/>
        <p:txBody>
          <a:bodyPr/>
          <a:lstStyle/>
          <a:p>
            <a:fld id="{D450C061-FCD7-4E5E-A02A-3F2A15E03A91}" type="slidenum">
              <a:rPr lang="en-IN" smtClean="0"/>
              <a:t>9</a:t>
            </a:fld>
            <a:endParaRPr lang="en-IN"/>
          </a:p>
        </p:txBody>
      </p:sp>
    </p:spTree>
    <p:extLst>
      <p:ext uri="{BB962C8B-B14F-4D97-AF65-F5344CB8AC3E}">
        <p14:creationId xmlns:p14="http://schemas.microsoft.com/office/powerpoint/2010/main" val="1679486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46F783-0DAE-0786-34AA-BCD823472461}"/>
              </a:ext>
            </a:extLst>
          </p:cNvPr>
          <p:cNvSpPr>
            <a:spLocks noGrp="1"/>
          </p:cNvSpPr>
          <p:nvPr>
            <p:ph type="sldNum" sz="quarter" idx="4"/>
          </p:nvPr>
        </p:nvSpPr>
        <p:spPr/>
        <p:txBody>
          <a:bodyPr/>
          <a:lstStyle/>
          <a:p>
            <a:fld id="{D450C061-FCD7-4E5E-A02A-3F2A15E03A91}" type="slidenum">
              <a:rPr lang="en-IN" smtClean="0"/>
              <a:t>10</a:t>
            </a:fld>
            <a:endParaRPr lang="en-IN"/>
          </a:p>
        </p:txBody>
      </p:sp>
      <p:pic>
        <p:nvPicPr>
          <p:cNvPr id="2050" name="Picture 2">
            <a:extLst>
              <a:ext uri="{FF2B5EF4-FFF2-40B4-BE49-F238E27FC236}">
                <a16:creationId xmlns:a16="http://schemas.microsoft.com/office/drawing/2014/main" id="{3897E89C-BFF0-7A3E-E948-E27974397A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970" y="421481"/>
            <a:ext cx="9850967" cy="55411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26D9E72-8102-2450-CC5F-6442CF86E498}"/>
              </a:ext>
            </a:extLst>
          </p:cNvPr>
          <p:cNvSpPr txBox="1"/>
          <p:nvPr/>
        </p:nvSpPr>
        <p:spPr>
          <a:xfrm>
            <a:off x="211112" y="6345475"/>
            <a:ext cx="6048451" cy="230832"/>
          </a:xfrm>
          <a:prstGeom prst="rect">
            <a:avLst/>
          </a:prstGeom>
          <a:noFill/>
        </p:spPr>
        <p:txBody>
          <a:bodyPr wrap="none" rtlCol="0">
            <a:spAutoFit/>
          </a:bodyPr>
          <a:lstStyle/>
          <a:p>
            <a:r>
              <a:rPr lang="en-IN" sz="900" dirty="0"/>
              <a:t>Image Source: https://www.linkedin.com/pulse/mastering-inheritance-c-types-examples-explained-manish-methani-npvmc/</a:t>
            </a:r>
          </a:p>
        </p:txBody>
      </p:sp>
    </p:spTree>
    <p:extLst>
      <p:ext uri="{BB962C8B-B14F-4D97-AF65-F5344CB8AC3E}">
        <p14:creationId xmlns:p14="http://schemas.microsoft.com/office/powerpoint/2010/main" val="3206604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F59D-5DBD-606A-E903-E0B31CACE0D4}"/>
              </a:ext>
            </a:extLst>
          </p:cNvPr>
          <p:cNvSpPr>
            <a:spLocks noGrp="1"/>
          </p:cNvSpPr>
          <p:nvPr>
            <p:ph type="title"/>
          </p:nvPr>
        </p:nvSpPr>
        <p:spPr/>
        <p:txBody>
          <a:bodyPr/>
          <a:lstStyle/>
          <a:p>
            <a:r>
              <a:rPr lang="en-IN" dirty="0"/>
              <a:t>Ambiguity Problem in Multiple Inheritance</a:t>
            </a:r>
          </a:p>
        </p:txBody>
      </p:sp>
      <p:sp>
        <p:nvSpPr>
          <p:cNvPr id="3" name="Content Placeholder 2">
            <a:extLst>
              <a:ext uri="{FF2B5EF4-FFF2-40B4-BE49-F238E27FC236}">
                <a16:creationId xmlns:a16="http://schemas.microsoft.com/office/drawing/2014/main" id="{8D1B4ABD-4BAD-7940-66E8-D35129B4A1F9}"/>
              </a:ext>
            </a:extLst>
          </p:cNvPr>
          <p:cNvSpPr>
            <a:spLocks noGrp="1"/>
          </p:cNvSpPr>
          <p:nvPr>
            <p:ph idx="1"/>
          </p:nvPr>
        </p:nvSpPr>
        <p:spPr>
          <a:xfrm>
            <a:off x="838200" y="1825625"/>
            <a:ext cx="6086062" cy="4351338"/>
          </a:xfrm>
        </p:spPr>
        <p:txBody>
          <a:bodyPr>
            <a:normAutofit fontScale="85000" lnSpcReduction="10000"/>
          </a:bodyPr>
          <a:lstStyle/>
          <a:p>
            <a:pPr>
              <a:buFont typeface="Arial" panose="020B0604020202020204" pitchFamily="34" charset="0"/>
              <a:buChar char="•"/>
            </a:pPr>
            <a:r>
              <a:rPr lang="en-US" sz="2400" dirty="0"/>
              <a:t>In </a:t>
            </a:r>
            <a:r>
              <a:rPr lang="en-US" sz="2400" b="1" dirty="0"/>
              <a:t>multiple inheritance</a:t>
            </a:r>
            <a:r>
              <a:rPr lang="en-US" sz="2400" dirty="0"/>
              <a:t>, if </a:t>
            </a:r>
            <a:r>
              <a:rPr lang="en-US" sz="2400" b="1" dirty="0"/>
              <a:t>two or more base classes</a:t>
            </a:r>
            <a:r>
              <a:rPr lang="en-US" sz="2400" dirty="0"/>
              <a:t> have functions with the </a:t>
            </a:r>
            <a:r>
              <a:rPr lang="en-US" sz="2400" b="1" dirty="0"/>
              <a:t>same name and signature</a:t>
            </a:r>
            <a:r>
              <a:rPr lang="en-US" sz="2400" dirty="0"/>
              <a:t>, and the derived class does </a:t>
            </a:r>
            <a:r>
              <a:rPr lang="en-US" sz="2400" b="1" dirty="0"/>
              <a:t>not override</a:t>
            </a:r>
            <a:r>
              <a:rPr lang="en-US" sz="2400" dirty="0"/>
              <a:t> that function, an </a:t>
            </a:r>
            <a:r>
              <a:rPr lang="en-US" sz="2400" b="1" dirty="0"/>
              <a:t>ambiguity error</a:t>
            </a:r>
            <a:r>
              <a:rPr lang="en-US" sz="2400" dirty="0"/>
              <a:t> occurs.</a:t>
            </a:r>
          </a:p>
          <a:p>
            <a:pPr>
              <a:buFont typeface="Arial" panose="020B0604020202020204" pitchFamily="34" charset="0"/>
              <a:buChar char="•"/>
            </a:pPr>
            <a:r>
              <a:rPr lang="en-US" sz="2400" dirty="0"/>
              <a:t>The </a:t>
            </a:r>
            <a:r>
              <a:rPr lang="en-US" sz="2400" b="1" dirty="0"/>
              <a:t>compiler cannot decide</a:t>
            </a:r>
            <a:r>
              <a:rPr lang="en-US" sz="2400" dirty="0"/>
              <a:t> which version of the function to use when called from a </a:t>
            </a:r>
            <a:r>
              <a:rPr lang="en-US" sz="2400" b="1" dirty="0"/>
              <a:t>derived class object</a:t>
            </a:r>
            <a:r>
              <a:rPr lang="en-US" sz="2400" dirty="0"/>
              <a:t>.</a:t>
            </a:r>
          </a:p>
          <a:p>
            <a:pPr>
              <a:buFont typeface="Arial" panose="020B0604020202020204" pitchFamily="34" charset="0"/>
              <a:buChar char="•"/>
            </a:pPr>
            <a:r>
              <a:rPr lang="en-US" sz="2400" dirty="0"/>
              <a:t>This ambiguity occurs </a:t>
            </a:r>
            <a:r>
              <a:rPr lang="en-US" sz="2400" b="1" dirty="0"/>
              <a:t>only if</a:t>
            </a:r>
            <a:r>
              <a:rPr lang="en-US" sz="2400" dirty="0"/>
              <a:t>:</a:t>
            </a:r>
          </a:p>
          <a:p>
            <a:pPr marL="742950" lvl="1" indent="-285750">
              <a:buFont typeface="Arial" panose="020B0604020202020204" pitchFamily="34" charset="0"/>
              <a:buChar char="•"/>
            </a:pPr>
            <a:r>
              <a:rPr lang="en-US" sz="2000" dirty="0"/>
              <a:t>The function is </a:t>
            </a:r>
            <a:r>
              <a:rPr lang="en-US" sz="2000" b="1" dirty="0"/>
              <a:t>not overridden</a:t>
            </a:r>
            <a:r>
              <a:rPr lang="en-US" sz="2000" dirty="0"/>
              <a:t> in the derived class.</a:t>
            </a:r>
          </a:p>
          <a:p>
            <a:pPr marL="742950" lvl="1" indent="-285750">
              <a:buFont typeface="Arial" panose="020B0604020202020204" pitchFamily="34" charset="0"/>
              <a:buChar char="•"/>
            </a:pPr>
            <a:r>
              <a:rPr lang="en-US" sz="2000" dirty="0"/>
              <a:t>The base classes have functions with </a:t>
            </a:r>
            <a:r>
              <a:rPr lang="en-US" sz="2000" b="1" dirty="0"/>
              <a:t>identical signatures</a:t>
            </a:r>
            <a:r>
              <a:rPr lang="en-US" sz="2000" dirty="0"/>
              <a:t>.</a:t>
            </a:r>
          </a:p>
          <a:p>
            <a:pPr>
              <a:buFont typeface="Arial" panose="020B0604020202020204" pitchFamily="34" charset="0"/>
              <a:buChar char="•"/>
            </a:pPr>
            <a:r>
              <a:rPr lang="en-US" sz="2400" dirty="0"/>
              <a:t>If the </a:t>
            </a:r>
            <a:r>
              <a:rPr lang="en-US" sz="2400" b="1" dirty="0"/>
              <a:t>derived class</a:t>
            </a:r>
            <a:r>
              <a:rPr lang="en-US" sz="2400" dirty="0"/>
              <a:t> defines its own version of the function, that version is called by default — </a:t>
            </a:r>
            <a:r>
              <a:rPr lang="en-US" sz="2400" b="1" dirty="0"/>
              <a:t>eliminating ambiguity</a:t>
            </a:r>
            <a:r>
              <a:rPr lang="en-US" sz="2400" dirty="0"/>
              <a:t>.</a:t>
            </a:r>
          </a:p>
          <a:p>
            <a:pPr>
              <a:buFont typeface="Arial" panose="020B0604020202020204" pitchFamily="34" charset="0"/>
              <a:buChar char="•"/>
            </a:pPr>
            <a:r>
              <a:rPr lang="en-US" sz="2400" dirty="0"/>
              <a:t>Solution: Adding base class name while calling function with scope resolution operator</a:t>
            </a:r>
          </a:p>
        </p:txBody>
      </p:sp>
      <p:sp>
        <p:nvSpPr>
          <p:cNvPr id="4" name="Slide Number Placeholder 3">
            <a:extLst>
              <a:ext uri="{FF2B5EF4-FFF2-40B4-BE49-F238E27FC236}">
                <a16:creationId xmlns:a16="http://schemas.microsoft.com/office/drawing/2014/main" id="{6BB194E7-8C0E-EC00-6C02-75009064848F}"/>
              </a:ext>
            </a:extLst>
          </p:cNvPr>
          <p:cNvSpPr>
            <a:spLocks noGrp="1"/>
          </p:cNvSpPr>
          <p:nvPr>
            <p:ph type="sldNum" sz="quarter" idx="4"/>
          </p:nvPr>
        </p:nvSpPr>
        <p:spPr/>
        <p:txBody>
          <a:bodyPr/>
          <a:lstStyle/>
          <a:p>
            <a:fld id="{D450C061-FCD7-4E5E-A02A-3F2A15E03A91}" type="slidenum">
              <a:rPr lang="en-IN" smtClean="0"/>
              <a:t>11</a:t>
            </a:fld>
            <a:endParaRPr lang="en-IN"/>
          </a:p>
        </p:txBody>
      </p:sp>
      <p:grpSp>
        <p:nvGrpSpPr>
          <p:cNvPr id="25" name="Group 24">
            <a:extLst>
              <a:ext uri="{FF2B5EF4-FFF2-40B4-BE49-F238E27FC236}">
                <a16:creationId xmlns:a16="http://schemas.microsoft.com/office/drawing/2014/main" id="{5B9305D4-E24D-4B20-B039-A475819641EA}"/>
              </a:ext>
            </a:extLst>
          </p:cNvPr>
          <p:cNvGrpSpPr/>
          <p:nvPr/>
        </p:nvGrpSpPr>
        <p:grpSpPr>
          <a:xfrm>
            <a:off x="7180447" y="1813849"/>
            <a:ext cx="4342066" cy="2872319"/>
            <a:chOff x="7538207" y="2144811"/>
            <a:chExt cx="4342066" cy="2872319"/>
          </a:xfrm>
        </p:grpSpPr>
        <p:pic>
          <p:nvPicPr>
            <p:cNvPr id="7" name="Picture 6">
              <a:extLst>
                <a:ext uri="{FF2B5EF4-FFF2-40B4-BE49-F238E27FC236}">
                  <a16:creationId xmlns:a16="http://schemas.microsoft.com/office/drawing/2014/main" id="{1209CED7-12CB-4293-96DF-C15367F69521}"/>
                </a:ext>
              </a:extLst>
            </p:cNvPr>
            <p:cNvPicPr>
              <a:picLocks noChangeAspect="1"/>
            </p:cNvPicPr>
            <p:nvPr/>
          </p:nvPicPr>
          <p:blipFill rotWithShape="1">
            <a:blip r:embed="rId2"/>
            <a:srcRect t="4439" r="7296" b="5637"/>
            <a:stretch/>
          </p:blipFill>
          <p:spPr>
            <a:xfrm>
              <a:off x="7538207" y="2144811"/>
              <a:ext cx="2057688" cy="1105054"/>
            </a:xfrm>
            <a:prstGeom prst="rect">
              <a:avLst/>
            </a:prstGeom>
          </p:spPr>
        </p:pic>
        <p:pic>
          <p:nvPicPr>
            <p:cNvPr id="9" name="Picture 8">
              <a:extLst>
                <a:ext uri="{FF2B5EF4-FFF2-40B4-BE49-F238E27FC236}">
                  <a16:creationId xmlns:a16="http://schemas.microsoft.com/office/drawing/2014/main" id="{3A3191CC-49BA-45C6-9E29-BA3895A3CC0C}"/>
                </a:ext>
              </a:extLst>
            </p:cNvPr>
            <p:cNvPicPr>
              <a:picLocks noChangeAspect="1"/>
            </p:cNvPicPr>
            <p:nvPr/>
          </p:nvPicPr>
          <p:blipFill>
            <a:blip r:embed="rId3"/>
            <a:stretch>
              <a:fillRect/>
            </a:stretch>
          </p:blipFill>
          <p:spPr>
            <a:xfrm>
              <a:off x="9822586" y="2144811"/>
              <a:ext cx="2057687" cy="1105054"/>
            </a:xfrm>
            <a:prstGeom prst="rect">
              <a:avLst/>
            </a:prstGeom>
          </p:spPr>
        </p:pic>
        <p:pic>
          <p:nvPicPr>
            <p:cNvPr id="11" name="Picture 10">
              <a:extLst>
                <a:ext uri="{FF2B5EF4-FFF2-40B4-BE49-F238E27FC236}">
                  <a16:creationId xmlns:a16="http://schemas.microsoft.com/office/drawing/2014/main" id="{81793553-76E6-4376-B4DB-EAE16CF89E10}"/>
                </a:ext>
              </a:extLst>
            </p:cNvPr>
            <p:cNvPicPr>
              <a:picLocks noChangeAspect="1"/>
            </p:cNvPicPr>
            <p:nvPr/>
          </p:nvPicPr>
          <p:blipFill>
            <a:blip r:embed="rId4"/>
            <a:stretch>
              <a:fillRect/>
            </a:stretch>
          </p:blipFill>
          <p:spPr>
            <a:xfrm>
              <a:off x="8067216" y="3883497"/>
              <a:ext cx="3286584" cy="1133633"/>
            </a:xfrm>
            <a:prstGeom prst="rect">
              <a:avLst/>
            </a:prstGeom>
          </p:spPr>
        </p:pic>
        <p:cxnSp>
          <p:nvCxnSpPr>
            <p:cNvPr id="13" name="Connector: Elbow 12">
              <a:extLst>
                <a:ext uri="{FF2B5EF4-FFF2-40B4-BE49-F238E27FC236}">
                  <a16:creationId xmlns:a16="http://schemas.microsoft.com/office/drawing/2014/main" id="{6202E46F-F46A-4D0F-AFD7-8EA0099516E3}"/>
                </a:ext>
              </a:extLst>
            </p:cNvPr>
            <p:cNvCxnSpPr>
              <a:cxnSpLocks/>
              <a:stCxn id="7" idx="2"/>
            </p:cNvCxnSpPr>
            <p:nvPr/>
          </p:nvCxnSpPr>
          <p:spPr>
            <a:xfrm rot="16200000" flipH="1">
              <a:off x="8528393" y="3288523"/>
              <a:ext cx="633634" cy="556318"/>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Connector: Elbow 14">
              <a:extLst>
                <a:ext uri="{FF2B5EF4-FFF2-40B4-BE49-F238E27FC236}">
                  <a16:creationId xmlns:a16="http://schemas.microsoft.com/office/drawing/2014/main" id="{7469BFBC-9BD7-4364-BF6D-C1DA9D282C68}"/>
                </a:ext>
              </a:extLst>
            </p:cNvPr>
            <p:cNvCxnSpPr>
              <a:cxnSpLocks/>
              <a:stCxn id="9" idx="2"/>
            </p:cNvCxnSpPr>
            <p:nvPr/>
          </p:nvCxnSpPr>
          <p:spPr>
            <a:xfrm rot="5400000">
              <a:off x="10261030" y="3293097"/>
              <a:ext cx="633632" cy="547168"/>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grpSp>
      <p:grpSp>
        <p:nvGrpSpPr>
          <p:cNvPr id="28" name="Group 27">
            <a:extLst>
              <a:ext uri="{FF2B5EF4-FFF2-40B4-BE49-F238E27FC236}">
                <a16:creationId xmlns:a16="http://schemas.microsoft.com/office/drawing/2014/main" id="{AB92435F-9210-42FA-A577-75BF896F4A58}"/>
              </a:ext>
            </a:extLst>
          </p:cNvPr>
          <p:cNvGrpSpPr/>
          <p:nvPr/>
        </p:nvGrpSpPr>
        <p:grpSpPr>
          <a:xfrm>
            <a:off x="8728324" y="4738305"/>
            <a:ext cx="2983523" cy="1785864"/>
            <a:chOff x="8370277" y="4780750"/>
            <a:chExt cx="2983523" cy="1785864"/>
          </a:xfrm>
        </p:grpSpPr>
        <p:sp>
          <p:nvSpPr>
            <p:cNvPr id="27" name="Rectangle 26">
              <a:extLst>
                <a:ext uri="{FF2B5EF4-FFF2-40B4-BE49-F238E27FC236}">
                  <a16:creationId xmlns:a16="http://schemas.microsoft.com/office/drawing/2014/main" id="{F1AB45CF-6418-4E45-97BD-3C24A7D1803E}"/>
                </a:ext>
              </a:extLst>
            </p:cNvPr>
            <p:cNvSpPr/>
            <p:nvPr/>
          </p:nvSpPr>
          <p:spPr>
            <a:xfrm>
              <a:off x="8370277" y="4780750"/>
              <a:ext cx="2983523" cy="1785864"/>
            </a:xfrm>
            <a:prstGeom prst="rect">
              <a:avLst/>
            </a:prstGeom>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24" name="Picture 23">
              <a:extLst>
                <a:ext uri="{FF2B5EF4-FFF2-40B4-BE49-F238E27FC236}">
                  <a16:creationId xmlns:a16="http://schemas.microsoft.com/office/drawing/2014/main" id="{BA82471B-CD8C-4F67-8EBB-5E9B3768AA77}"/>
                </a:ext>
              </a:extLst>
            </p:cNvPr>
            <p:cNvPicPr>
              <a:picLocks noChangeAspect="1"/>
            </p:cNvPicPr>
            <p:nvPr/>
          </p:nvPicPr>
          <p:blipFill>
            <a:blip r:embed="rId5"/>
            <a:stretch>
              <a:fillRect/>
            </a:stretch>
          </p:blipFill>
          <p:spPr>
            <a:xfrm>
              <a:off x="8461074" y="4834630"/>
              <a:ext cx="2781688" cy="1695687"/>
            </a:xfrm>
            <a:prstGeom prst="rect">
              <a:avLst/>
            </a:prstGeom>
          </p:spPr>
        </p:pic>
      </p:grpSp>
    </p:spTree>
    <p:extLst>
      <p:ext uri="{BB962C8B-B14F-4D97-AF65-F5344CB8AC3E}">
        <p14:creationId xmlns:p14="http://schemas.microsoft.com/office/powerpoint/2010/main" val="1967382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B155-377D-4580-B3D5-A6BFC94FE77D}"/>
              </a:ext>
            </a:extLst>
          </p:cNvPr>
          <p:cNvSpPr>
            <a:spLocks noGrp="1"/>
          </p:cNvSpPr>
          <p:nvPr>
            <p:ph type="title"/>
          </p:nvPr>
        </p:nvSpPr>
        <p:spPr/>
        <p:txBody>
          <a:bodyPr/>
          <a:lstStyle/>
          <a:p>
            <a:r>
              <a:rPr lang="en-US" dirty="0"/>
              <a:t>Virtual Base Class</a:t>
            </a:r>
            <a:endParaRPr lang="en-IN" dirty="0"/>
          </a:p>
        </p:txBody>
      </p:sp>
      <p:sp>
        <p:nvSpPr>
          <p:cNvPr id="3" name="Text Placeholder 2">
            <a:extLst>
              <a:ext uri="{FF2B5EF4-FFF2-40B4-BE49-F238E27FC236}">
                <a16:creationId xmlns:a16="http://schemas.microsoft.com/office/drawing/2014/main" id="{8664B92F-1E68-456F-A0BE-6A5C0AE8DF6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069BEFE-C90B-49A8-BCEE-AB01DF33FA3C}"/>
              </a:ext>
            </a:extLst>
          </p:cNvPr>
          <p:cNvSpPr>
            <a:spLocks noGrp="1"/>
          </p:cNvSpPr>
          <p:nvPr>
            <p:ph type="sldNum" sz="quarter" idx="4"/>
          </p:nvPr>
        </p:nvSpPr>
        <p:spPr/>
        <p:txBody>
          <a:bodyPr/>
          <a:lstStyle/>
          <a:p>
            <a:fld id="{D450C061-FCD7-4E5E-A02A-3F2A15E03A91}" type="slidenum">
              <a:rPr lang="en-IN" smtClean="0"/>
              <a:t>12</a:t>
            </a:fld>
            <a:endParaRPr lang="en-IN"/>
          </a:p>
        </p:txBody>
      </p:sp>
    </p:spTree>
    <p:extLst>
      <p:ext uri="{BB962C8B-B14F-4D97-AF65-F5344CB8AC3E}">
        <p14:creationId xmlns:p14="http://schemas.microsoft.com/office/powerpoint/2010/main" val="1022632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B9B21-D6CA-4C3A-E44A-499CAE6E683A}"/>
              </a:ext>
            </a:extLst>
          </p:cNvPr>
          <p:cNvSpPr>
            <a:spLocks noGrp="1"/>
          </p:cNvSpPr>
          <p:nvPr>
            <p:ph type="title"/>
          </p:nvPr>
        </p:nvSpPr>
        <p:spPr/>
        <p:txBody>
          <a:bodyPr/>
          <a:lstStyle/>
          <a:p>
            <a:r>
              <a:rPr lang="en-IN" dirty="0"/>
              <a:t>Ambiguity Problem in Multipath Inheritance</a:t>
            </a:r>
          </a:p>
        </p:txBody>
      </p:sp>
      <p:sp>
        <p:nvSpPr>
          <p:cNvPr id="3" name="Content Placeholder 2">
            <a:extLst>
              <a:ext uri="{FF2B5EF4-FFF2-40B4-BE49-F238E27FC236}">
                <a16:creationId xmlns:a16="http://schemas.microsoft.com/office/drawing/2014/main" id="{892F1F80-476B-2F91-C55C-BCB8A5CB0D81}"/>
              </a:ext>
            </a:extLst>
          </p:cNvPr>
          <p:cNvSpPr>
            <a:spLocks noGrp="1"/>
          </p:cNvSpPr>
          <p:nvPr>
            <p:ph idx="1"/>
          </p:nvPr>
        </p:nvSpPr>
        <p:spPr>
          <a:xfrm>
            <a:off x="838200" y="1825625"/>
            <a:ext cx="5170323" cy="4351338"/>
          </a:xfrm>
        </p:spPr>
        <p:txBody>
          <a:bodyPr>
            <a:norm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rPr>
              <a:t>Multipath Inheritance</a:t>
            </a:r>
            <a:r>
              <a:rPr kumimoji="0" lang="en-US" altLang="en-US" sz="2000" b="0" i="0" u="none" strike="noStrike" cap="none" normalizeH="0" baseline="0" dirty="0">
                <a:ln>
                  <a:noFill/>
                </a:ln>
                <a:solidFill>
                  <a:schemeClr val="tx1"/>
                </a:solidFill>
                <a:effectLst/>
              </a:rPr>
              <a:t> is a complex form of inheritance where a class is derived by combining:</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rPr>
              <a:t>Multilevel Inheritance</a:t>
            </a:r>
            <a:endParaRPr kumimoji="0" lang="en-US" altLang="en-US" sz="1800" b="0" i="0" u="none" strike="noStrike" cap="none" normalizeH="0" baseline="0" dirty="0">
              <a:ln>
                <a:noFill/>
              </a:ln>
              <a:solidFill>
                <a:schemeClr val="tx1"/>
              </a:solidFill>
              <a:effectLst/>
            </a:endParaRP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rPr>
              <a:t>Multiple Inheritance</a:t>
            </a:r>
            <a:endParaRPr kumimoji="0" lang="en-US" altLang="en-US" sz="1800" b="0" i="0" u="none" strike="noStrike" cap="none" normalizeH="0" baseline="0" dirty="0">
              <a:ln>
                <a:noFill/>
              </a:ln>
              <a:solidFill>
                <a:schemeClr val="tx1"/>
              </a:solidFill>
              <a:effectLst/>
            </a:endParaRP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rPr>
              <a:t>Hierarchical Inheritance</a:t>
            </a:r>
          </a:p>
          <a:p>
            <a:pPr lvl="1"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the </a:t>
            </a:r>
            <a:r>
              <a:rPr kumimoji="0" lang="en-US" altLang="en-US" sz="2000" b="1" i="0" u="none" strike="noStrike" cap="none" normalizeH="0" baseline="0" dirty="0">
                <a:ln>
                  <a:noFill/>
                </a:ln>
                <a:solidFill>
                  <a:schemeClr val="tx1"/>
                </a:solidFill>
                <a:effectLst/>
              </a:rPr>
              <a:t>same base class</a:t>
            </a:r>
            <a:r>
              <a:rPr kumimoji="0" lang="en-US" altLang="en-US" sz="2000" b="0" i="0" u="none" strike="noStrike" cap="none" normalizeH="0" baseline="0" dirty="0">
                <a:ln>
                  <a:noFill/>
                </a:ln>
                <a:solidFill>
                  <a:schemeClr val="tx1"/>
                </a:solidFill>
                <a:effectLst/>
              </a:rPr>
              <a:t> may appear </a:t>
            </a:r>
            <a:r>
              <a:rPr kumimoji="0" lang="en-US" altLang="en-US" sz="2000" b="1" i="0" u="none" strike="noStrike" cap="none" normalizeH="0" baseline="0" dirty="0">
                <a:ln>
                  <a:noFill/>
                </a:ln>
                <a:solidFill>
                  <a:schemeClr val="tx1"/>
                </a:solidFill>
                <a:effectLst/>
              </a:rPr>
              <a:t>more than once</a:t>
            </a:r>
            <a:r>
              <a:rPr kumimoji="0" lang="en-US" altLang="en-US" sz="2000" b="0" i="0" u="none" strike="noStrike" cap="none" normalizeH="0" baseline="0" dirty="0">
                <a:ln>
                  <a:noFill/>
                </a:ln>
                <a:solidFill>
                  <a:schemeClr val="tx1"/>
                </a:solidFill>
                <a:effectLst/>
              </a:rPr>
              <a:t> in the inheritance chain.</a:t>
            </a:r>
          </a:p>
          <a:p>
            <a:pPr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leads to </a:t>
            </a:r>
            <a:r>
              <a:rPr kumimoji="0" lang="en-US" altLang="en-US" sz="2000" b="1" i="0" u="none" strike="noStrike" cap="none" normalizeH="0" baseline="0" dirty="0">
                <a:ln>
                  <a:noFill/>
                </a:ln>
                <a:solidFill>
                  <a:schemeClr val="tx1"/>
                </a:solidFill>
                <a:effectLst/>
              </a:rPr>
              <a:t>ambiguity</a:t>
            </a:r>
            <a:r>
              <a:rPr kumimoji="0" lang="en-US" altLang="en-US" sz="2000" b="0" i="0" u="none" strike="noStrike" cap="none" normalizeH="0" baseline="0" dirty="0">
                <a:ln>
                  <a:noFill/>
                </a:ln>
                <a:solidFill>
                  <a:schemeClr val="tx1"/>
                </a:solidFill>
                <a:effectLst/>
              </a:rPr>
              <a:t>, such as multiple copies of base class members being inherited</a:t>
            </a:r>
          </a:p>
          <a:p>
            <a:pPr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lang="en-US" sz="2000" dirty="0"/>
              <a:t>Solution: Virtual Base Class</a:t>
            </a:r>
            <a:endParaRPr lang="en-IN" sz="2000" dirty="0"/>
          </a:p>
        </p:txBody>
      </p:sp>
      <p:sp>
        <p:nvSpPr>
          <p:cNvPr id="4" name="Slide Number Placeholder 3">
            <a:extLst>
              <a:ext uri="{FF2B5EF4-FFF2-40B4-BE49-F238E27FC236}">
                <a16:creationId xmlns:a16="http://schemas.microsoft.com/office/drawing/2014/main" id="{A2B18A47-E126-22A6-50B1-4B6EC5D83EAC}"/>
              </a:ext>
            </a:extLst>
          </p:cNvPr>
          <p:cNvSpPr>
            <a:spLocks noGrp="1"/>
          </p:cNvSpPr>
          <p:nvPr>
            <p:ph type="sldNum" sz="quarter" idx="4"/>
          </p:nvPr>
        </p:nvSpPr>
        <p:spPr/>
        <p:txBody>
          <a:bodyPr/>
          <a:lstStyle/>
          <a:p>
            <a:fld id="{D450C061-FCD7-4E5E-A02A-3F2A15E03A91}" type="slidenum">
              <a:rPr lang="en-IN" smtClean="0"/>
              <a:t>13</a:t>
            </a:fld>
            <a:endParaRPr lang="en-IN"/>
          </a:p>
        </p:txBody>
      </p:sp>
      <p:grpSp>
        <p:nvGrpSpPr>
          <p:cNvPr id="25" name="Group 24">
            <a:extLst>
              <a:ext uri="{FF2B5EF4-FFF2-40B4-BE49-F238E27FC236}">
                <a16:creationId xmlns:a16="http://schemas.microsoft.com/office/drawing/2014/main" id="{7C32B2D8-AC91-4D82-8725-B19D133B7370}"/>
              </a:ext>
            </a:extLst>
          </p:cNvPr>
          <p:cNvGrpSpPr/>
          <p:nvPr/>
        </p:nvGrpSpPr>
        <p:grpSpPr>
          <a:xfrm>
            <a:off x="6183479" y="1690688"/>
            <a:ext cx="5737382" cy="4527038"/>
            <a:chOff x="6142891" y="841586"/>
            <a:chExt cx="5737382" cy="4527038"/>
          </a:xfrm>
        </p:grpSpPr>
        <p:pic>
          <p:nvPicPr>
            <p:cNvPr id="8" name="Picture 7">
              <a:extLst>
                <a:ext uri="{FF2B5EF4-FFF2-40B4-BE49-F238E27FC236}">
                  <a16:creationId xmlns:a16="http://schemas.microsoft.com/office/drawing/2014/main" id="{FB792787-7516-4CD3-BFBD-EBD76A79DA47}"/>
                </a:ext>
              </a:extLst>
            </p:cNvPr>
            <p:cNvPicPr>
              <a:picLocks noChangeAspect="1"/>
            </p:cNvPicPr>
            <p:nvPr/>
          </p:nvPicPr>
          <p:blipFill>
            <a:blip r:embed="rId2"/>
            <a:stretch>
              <a:fillRect/>
            </a:stretch>
          </p:blipFill>
          <p:spPr>
            <a:xfrm>
              <a:off x="8018585" y="841586"/>
              <a:ext cx="1914792" cy="1200318"/>
            </a:xfrm>
            <a:prstGeom prst="rect">
              <a:avLst/>
            </a:prstGeom>
          </p:spPr>
        </p:pic>
        <p:pic>
          <p:nvPicPr>
            <p:cNvPr id="10" name="Picture 9">
              <a:extLst>
                <a:ext uri="{FF2B5EF4-FFF2-40B4-BE49-F238E27FC236}">
                  <a16:creationId xmlns:a16="http://schemas.microsoft.com/office/drawing/2014/main" id="{812F7661-5D1B-4C05-A28A-334F78DE1F6C}"/>
                </a:ext>
              </a:extLst>
            </p:cNvPr>
            <p:cNvPicPr>
              <a:picLocks noChangeAspect="1"/>
            </p:cNvPicPr>
            <p:nvPr/>
          </p:nvPicPr>
          <p:blipFill>
            <a:blip r:embed="rId3"/>
            <a:stretch>
              <a:fillRect/>
            </a:stretch>
          </p:blipFill>
          <p:spPr>
            <a:xfrm>
              <a:off x="6142891" y="2548455"/>
              <a:ext cx="2572109" cy="1124107"/>
            </a:xfrm>
            <a:prstGeom prst="rect">
              <a:avLst/>
            </a:prstGeom>
          </p:spPr>
        </p:pic>
        <p:pic>
          <p:nvPicPr>
            <p:cNvPr id="12" name="Picture 11">
              <a:extLst>
                <a:ext uri="{FF2B5EF4-FFF2-40B4-BE49-F238E27FC236}">
                  <a16:creationId xmlns:a16="http://schemas.microsoft.com/office/drawing/2014/main" id="{F8763479-EF54-4AAD-B796-5E30C8956C75}"/>
                </a:ext>
              </a:extLst>
            </p:cNvPr>
            <p:cNvPicPr>
              <a:picLocks noChangeAspect="1"/>
            </p:cNvPicPr>
            <p:nvPr/>
          </p:nvPicPr>
          <p:blipFill>
            <a:blip r:embed="rId4"/>
            <a:stretch>
              <a:fillRect/>
            </a:stretch>
          </p:blipFill>
          <p:spPr>
            <a:xfrm>
              <a:off x="9317690" y="2584598"/>
              <a:ext cx="2562583" cy="1114581"/>
            </a:xfrm>
            <a:prstGeom prst="rect">
              <a:avLst/>
            </a:prstGeom>
          </p:spPr>
        </p:pic>
        <p:pic>
          <p:nvPicPr>
            <p:cNvPr id="14" name="Picture 13">
              <a:extLst>
                <a:ext uri="{FF2B5EF4-FFF2-40B4-BE49-F238E27FC236}">
                  <a16:creationId xmlns:a16="http://schemas.microsoft.com/office/drawing/2014/main" id="{74DB0B3B-E2DC-4B90-9791-9CCB498BC303}"/>
                </a:ext>
              </a:extLst>
            </p:cNvPr>
            <p:cNvPicPr>
              <a:picLocks noChangeAspect="1"/>
            </p:cNvPicPr>
            <p:nvPr/>
          </p:nvPicPr>
          <p:blipFill>
            <a:blip r:embed="rId5"/>
            <a:stretch>
              <a:fillRect/>
            </a:stretch>
          </p:blipFill>
          <p:spPr>
            <a:xfrm>
              <a:off x="6789688" y="4263570"/>
              <a:ext cx="4372585" cy="1105054"/>
            </a:xfrm>
            <a:prstGeom prst="rect">
              <a:avLst/>
            </a:prstGeom>
          </p:spPr>
        </p:pic>
        <p:cxnSp>
          <p:nvCxnSpPr>
            <p:cNvPr id="18" name="Straight Arrow Connector 17">
              <a:extLst>
                <a:ext uri="{FF2B5EF4-FFF2-40B4-BE49-F238E27FC236}">
                  <a16:creationId xmlns:a16="http://schemas.microsoft.com/office/drawing/2014/main" id="{D3935C08-A35D-47C6-89B2-C14AFE9344F5}"/>
                </a:ext>
              </a:extLst>
            </p:cNvPr>
            <p:cNvCxnSpPr>
              <a:stCxn id="8" idx="2"/>
              <a:endCxn id="10" idx="0"/>
            </p:cNvCxnSpPr>
            <p:nvPr/>
          </p:nvCxnSpPr>
          <p:spPr>
            <a:xfrm flipH="1">
              <a:off x="7428946" y="2041904"/>
              <a:ext cx="1547035" cy="50655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D56E15A5-3B10-4635-B6EA-2D7F5A558AB1}"/>
                </a:ext>
              </a:extLst>
            </p:cNvPr>
            <p:cNvCxnSpPr>
              <a:stCxn id="8" idx="2"/>
              <a:endCxn id="12" idx="0"/>
            </p:cNvCxnSpPr>
            <p:nvPr/>
          </p:nvCxnSpPr>
          <p:spPr>
            <a:xfrm>
              <a:off x="8975981" y="2041904"/>
              <a:ext cx="1623001" cy="54269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a:extLst>
                <a:ext uri="{FF2B5EF4-FFF2-40B4-BE49-F238E27FC236}">
                  <a16:creationId xmlns:a16="http://schemas.microsoft.com/office/drawing/2014/main" id="{2B97652B-C067-4341-867F-E6E100761A58}"/>
                </a:ext>
              </a:extLst>
            </p:cNvPr>
            <p:cNvCxnSpPr>
              <a:stCxn id="10" idx="2"/>
              <a:endCxn id="14" idx="0"/>
            </p:cNvCxnSpPr>
            <p:nvPr/>
          </p:nvCxnSpPr>
          <p:spPr>
            <a:xfrm>
              <a:off x="7428946" y="3672562"/>
              <a:ext cx="1547035" cy="59100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39809B96-30B5-4C34-98BB-BD7AE328EC6E}"/>
                </a:ext>
              </a:extLst>
            </p:cNvPr>
            <p:cNvCxnSpPr>
              <a:stCxn id="12" idx="2"/>
              <a:endCxn id="14" idx="0"/>
            </p:cNvCxnSpPr>
            <p:nvPr/>
          </p:nvCxnSpPr>
          <p:spPr>
            <a:xfrm flipH="1">
              <a:off x="8975981" y="3699179"/>
              <a:ext cx="1623001" cy="56439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Tree>
    <p:extLst>
      <p:ext uri="{BB962C8B-B14F-4D97-AF65-F5344CB8AC3E}">
        <p14:creationId xmlns:p14="http://schemas.microsoft.com/office/powerpoint/2010/main" val="464306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ED21-D07A-45B6-833B-14180A45F136}"/>
              </a:ext>
            </a:extLst>
          </p:cNvPr>
          <p:cNvSpPr>
            <a:spLocks noGrp="1"/>
          </p:cNvSpPr>
          <p:nvPr>
            <p:ph type="title"/>
          </p:nvPr>
        </p:nvSpPr>
        <p:spPr/>
        <p:txBody>
          <a:bodyPr/>
          <a:lstStyle/>
          <a:p>
            <a:r>
              <a:rPr lang="en-US" dirty="0"/>
              <a:t>Virtual Base Class</a:t>
            </a:r>
            <a:endParaRPr lang="en-IN" dirty="0"/>
          </a:p>
        </p:txBody>
      </p:sp>
      <p:sp>
        <p:nvSpPr>
          <p:cNvPr id="4" name="Slide Number Placeholder 3">
            <a:extLst>
              <a:ext uri="{FF2B5EF4-FFF2-40B4-BE49-F238E27FC236}">
                <a16:creationId xmlns:a16="http://schemas.microsoft.com/office/drawing/2014/main" id="{6876075B-770B-4B98-8CE4-0FBC262634B2}"/>
              </a:ext>
            </a:extLst>
          </p:cNvPr>
          <p:cNvSpPr>
            <a:spLocks noGrp="1"/>
          </p:cNvSpPr>
          <p:nvPr>
            <p:ph type="sldNum" sz="quarter" idx="4"/>
          </p:nvPr>
        </p:nvSpPr>
        <p:spPr/>
        <p:txBody>
          <a:bodyPr/>
          <a:lstStyle/>
          <a:p>
            <a:fld id="{D450C061-FCD7-4E5E-A02A-3F2A15E03A91}" type="slidenum">
              <a:rPr lang="en-IN" smtClean="0"/>
              <a:t>14</a:t>
            </a:fld>
            <a:endParaRPr lang="en-IN"/>
          </a:p>
        </p:txBody>
      </p:sp>
      <p:sp>
        <p:nvSpPr>
          <p:cNvPr id="7" name="Rectangle 2">
            <a:extLst>
              <a:ext uri="{FF2B5EF4-FFF2-40B4-BE49-F238E27FC236}">
                <a16:creationId xmlns:a16="http://schemas.microsoft.com/office/drawing/2014/main" id="{30E96088-2C39-4E96-8BAF-695001B923BE}"/>
              </a:ext>
            </a:extLst>
          </p:cNvPr>
          <p:cNvSpPr>
            <a:spLocks noGrp="1" noChangeArrowheads="1"/>
          </p:cNvSpPr>
          <p:nvPr>
            <p:ph idx="1"/>
          </p:nvPr>
        </p:nvSpPr>
        <p:spPr bwMode="auto">
          <a:xfrm>
            <a:off x="838200" y="1720841"/>
            <a:ext cx="443718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rPr>
              <a:t>To </a:t>
            </a:r>
            <a:r>
              <a:rPr kumimoji="0" lang="en-US" altLang="en-US" sz="1800" b="1" i="0" u="none" strike="noStrike" cap="none" normalizeH="0" baseline="0" dirty="0">
                <a:ln>
                  <a:noFill/>
                </a:ln>
                <a:solidFill>
                  <a:schemeClr val="tx1"/>
                </a:solidFill>
                <a:effectLst/>
              </a:rPr>
              <a:t>prevent duplication</a:t>
            </a:r>
            <a:r>
              <a:rPr kumimoji="0" lang="en-US" altLang="en-US" sz="1800" b="0" i="0" u="none" strike="noStrike" cap="none" normalizeH="0" baseline="0" dirty="0">
                <a:ln>
                  <a:noFill/>
                </a:ln>
                <a:solidFill>
                  <a:schemeClr val="tx1"/>
                </a:solidFill>
                <a:effectLst/>
              </a:rPr>
              <a:t> of the base class's members in case of multipath inheritance, </a:t>
            </a:r>
            <a:r>
              <a:rPr kumimoji="0" lang="en-US" altLang="en-US" sz="1800" b="1" i="0" u="none" strike="noStrike" cap="none" normalizeH="0" baseline="0" dirty="0">
                <a:ln>
                  <a:noFill/>
                </a:ln>
                <a:solidFill>
                  <a:schemeClr val="tx1"/>
                </a:solidFill>
                <a:effectLst/>
              </a:rPr>
              <a:t>virtual base class / virtual inheritance</a:t>
            </a:r>
            <a:r>
              <a:rPr kumimoji="0" lang="en-US" altLang="en-US" sz="1800" b="0" i="0" u="none" strike="noStrike" cap="none" normalizeH="0" baseline="0" dirty="0">
                <a:ln>
                  <a:noFill/>
                </a:ln>
                <a:solidFill>
                  <a:schemeClr val="tx1"/>
                </a:solidFill>
                <a:effectLst/>
              </a:rPr>
              <a:t> is used.</a:t>
            </a:r>
          </a:p>
          <a:p>
            <a:pPr algn="just"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rPr>
              <a:t>This ensures that only </a:t>
            </a:r>
            <a:r>
              <a:rPr kumimoji="0" lang="en-US" altLang="en-US" sz="1800" b="1" i="0" u="none" strike="noStrike" cap="none" normalizeH="0" baseline="0" dirty="0">
                <a:ln>
                  <a:noFill/>
                </a:ln>
                <a:solidFill>
                  <a:schemeClr val="tx1"/>
                </a:solidFill>
                <a:effectLst/>
              </a:rPr>
              <a:t>one shared instance</a:t>
            </a:r>
            <a:r>
              <a:rPr kumimoji="0" lang="en-US" altLang="en-US" sz="1800" b="0" i="0" u="none" strike="noStrike" cap="none" normalizeH="0" baseline="0" dirty="0">
                <a:ln>
                  <a:noFill/>
                </a:ln>
                <a:solidFill>
                  <a:schemeClr val="tx1"/>
                </a:solidFill>
                <a:effectLst/>
              </a:rPr>
              <a:t> of the base class is inherited by all derived classes.</a:t>
            </a:r>
          </a:p>
          <a:p>
            <a:pPr algn="just"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rPr>
              <a:t>The </a:t>
            </a:r>
            <a:r>
              <a:rPr kumimoji="0" lang="en-US" altLang="en-US" sz="1800" b="1" i="0" u="none" strike="noStrike" cap="none" normalizeH="0" baseline="0" dirty="0">
                <a:ln>
                  <a:noFill/>
                </a:ln>
                <a:solidFill>
                  <a:schemeClr val="tx1"/>
                </a:solidFill>
                <a:effectLst/>
              </a:rPr>
              <a:t>virtual keyword</a:t>
            </a:r>
            <a:r>
              <a:rPr kumimoji="0" lang="en-US" altLang="en-US" sz="1800" b="0" i="0" u="none" strike="noStrike" cap="none" normalizeH="0" baseline="0" dirty="0">
                <a:ln>
                  <a:noFill/>
                </a:ln>
                <a:solidFill>
                  <a:schemeClr val="tx1"/>
                </a:solidFill>
                <a:effectLst/>
              </a:rPr>
              <a:t> is used while declaring inheritance.</a:t>
            </a:r>
          </a:p>
          <a:p>
            <a:pPr algn="just" eaLnBrk="0" fontAlgn="base" hangingPunct="0">
              <a:lnSpc>
                <a:spcPct val="100000"/>
              </a:lnSpc>
              <a:spcBef>
                <a:spcPct val="0"/>
              </a:spcBef>
              <a:spcAft>
                <a:spcPct val="0"/>
              </a:spcAft>
            </a:pPr>
            <a:r>
              <a:rPr lang="en-US" sz="1800" dirty="0"/>
              <a:t>Virtual inheritance ensures </a:t>
            </a:r>
            <a:r>
              <a:rPr lang="en-US" sz="1800" b="1" dirty="0"/>
              <a:t>data consistency</a:t>
            </a:r>
            <a:r>
              <a:rPr lang="en-US" sz="1800" dirty="0"/>
              <a:t> and eliminates ambiguity when accessing base class members.</a:t>
            </a:r>
            <a:endParaRPr kumimoji="0" lang="en-US" altLang="en-US" sz="1800" b="0" i="0" u="none" strike="noStrike" cap="none" normalizeH="0" baseline="0" dirty="0">
              <a:ln>
                <a:noFill/>
              </a:ln>
              <a:solidFill>
                <a:schemeClr val="tx1"/>
              </a:solidFill>
              <a:effectLst/>
            </a:endParaRPr>
          </a:p>
        </p:txBody>
      </p:sp>
      <p:pic>
        <p:nvPicPr>
          <p:cNvPr id="9" name="Picture 8">
            <a:extLst>
              <a:ext uri="{FF2B5EF4-FFF2-40B4-BE49-F238E27FC236}">
                <a16:creationId xmlns:a16="http://schemas.microsoft.com/office/drawing/2014/main" id="{7C3E8B35-9D31-482B-8FF9-6CE22BAFD00D}"/>
              </a:ext>
            </a:extLst>
          </p:cNvPr>
          <p:cNvPicPr>
            <a:picLocks noChangeAspect="1"/>
          </p:cNvPicPr>
          <p:nvPr/>
        </p:nvPicPr>
        <p:blipFill>
          <a:blip r:embed="rId2"/>
          <a:stretch>
            <a:fillRect/>
          </a:stretch>
        </p:blipFill>
        <p:spPr>
          <a:xfrm>
            <a:off x="6560205" y="909286"/>
            <a:ext cx="4610743" cy="5039428"/>
          </a:xfrm>
          <a:prstGeom prst="rect">
            <a:avLst/>
          </a:prstGeom>
        </p:spPr>
      </p:pic>
    </p:spTree>
    <p:extLst>
      <p:ext uri="{BB962C8B-B14F-4D97-AF65-F5344CB8AC3E}">
        <p14:creationId xmlns:p14="http://schemas.microsoft.com/office/powerpoint/2010/main" val="3776230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0E95D-ECFB-438A-ACBD-D1923A1407C6}"/>
              </a:ext>
            </a:extLst>
          </p:cNvPr>
          <p:cNvSpPr>
            <a:spLocks noGrp="1"/>
          </p:cNvSpPr>
          <p:nvPr>
            <p:ph type="title"/>
          </p:nvPr>
        </p:nvSpPr>
        <p:spPr/>
        <p:txBody>
          <a:bodyPr/>
          <a:lstStyle/>
          <a:p>
            <a:r>
              <a:rPr lang="en-US" dirty="0"/>
              <a:t>Constructors, Destructors in Inheritance</a:t>
            </a:r>
            <a:endParaRPr lang="en-IN" dirty="0"/>
          </a:p>
        </p:txBody>
      </p:sp>
      <p:sp>
        <p:nvSpPr>
          <p:cNvPr id="3" name="Text Placeholder 2">
            <a:extLst>
              <a:ext uri="{FF2B5EF4-FFF2-40B4-BE49-F238E27FC236}">
                <a16:creationId xmlns:a16="http://schemas.microsoft.com/office/drawing/2014/main" id="{74A97DC0-EA6C-4524-9A7F-F40BAA564FE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A5E19B6-1CD0-4F59-B4E6-9E81841006FE}"/>
              </a:ext>
            </a:extLst>
          </p:cNvPr>
          <p:cNvSpPr>
            <a:spLocks noGrp="1"/>
          </p:cNvSpPr>
          <p:nvPr>
            <p:ph type="sldNum" sz="quarter" idx="4"/>
          </p:nvPr>
        </p:nvSpPr>
        <p:spPr/>
        <p:txBody>
          <a:bodyPr/>
          <a:lstStyle/>
          <a:p>
            <a:fld id="{D450C061-FCD7-4E5E-A02A-3F2A15E03A91}" type="slidenum">
              <a:rPr lang="en-IN" smtClean="0"/>
              <a:t>15</a:t>
            </a:fld>
            <a:endParaRPr lang="en-IN"/>
          </a:p>
        </p:txBody>
      </p:sp>
    </p:spTree>
    <p:extLst>
      <p:ext uri="{BB962C8B-B14F-4D97-AF65-F5344CB8AC3E}">
        <p14:creationId xmlns:p14="http://schemas.microsoft.com/office/powerpoint/2010/main" val="614980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188B-A365-4AF6-B920-8B3DA1CBF8AA}"/>
              </a:ext>
            </a:extLst>
          </p:cNvPr>
          <p:cNvSpPr>
            <a:spLocks noGrp="1"/>
          </p:cNvSpPr>
          <p:nvPr>
            <p:ph type="title"/>
          </p:nvPr>
        </p:nvSpPr>
        <p:spPr/>
        <p:txBody>
          <a:bodyPr>
            <a:normAutofit/>
          </a:bodyPr>
          <a:lstStyle/>
          <a:p>
            <a:r>
              <a:rPr lang="en-US" dirty="0"/>
              <a:t>Constructor &amp; Destructor Call in Case of Inheritance</a:t>
            </a:r>
            <a:endParaRPr lang="en-IN" dirty="0"/>
          </a:p>
        </p:txBody>
      </p:sp>
      <p:sp>
        <p:nvSpPr>
          <p:cNvPr id="7" name="Text Placeholder 6">
            <a:extLst>
              <a:ext uri="{FF2B5EF4-FFF2-40B4-BE49-F238E27FC236}">
                <a16:creationId xmlns:a16="http://schemas.microsoft.com/office/drawing/2014/main" id="{A5F9F974-E24D-4FAE-924B-729A3790CFD8}"/>
              </a:ext>
            </a:extLst>
          </p:cNvPr>
          <p:cNvSpPr>
            <a:spLocks noGrp="1"/>
          </p:cNvSpPr>
          <p:nvPr>
            <p:ph type="body" idx="1"/>
          </p:nvPr>
        </p:nvSpPr>
        <p:spPr/>
        <p:txBody>
          <a:bodyPr/>
          <a:lstStyle/>
          <a:p>
            <a:r>
              <a:rPr lang="en-US" dirty="0"/>
              <a:t>Constructor Call</a:t>
            </a:r>
            <a:endParaRPr lang="en-IN" dirty="0"/>
          </a:p>
        </p:txBody>
      </p:sp>
      <p:sp>
        <p:nvSpPr>
          <p:cNvPr id="9" name="Text Placeholder 8">
            <a:extLst>
              <a:ext uri="{FF2B5EF4-FFF2-40B4-BE49-F238E27FC236}">
                <a16:creationId xmlns:a16="http://schemas.microsoft.com/office/drawing/2014/main" id="{E311B7DB-A2F0-4310-9490-AEA72CCB4BC0}"/>
              </a:ext>
            </a:extLst>
          </p:cNvPr>
          <p:cNvSpPr>
            <a:spLocks noGrp="1"/>
          </p:cNvSpPr>
          <p:nvPr>
            <p:ph type="body" sz="quarter" idx="3"/>
          </p:nvPr>
        </p:nvSpPr>
        <p:spPr/>
        <p:txBody>
          <a:bodyPr/>
          <a:lstStyle/>
          <a:p>
            <a:r>
              <a:rPr lang="en-US" dirty="0"/>
              <a:t>Destructor Call</a:t>
            </a:r>
            <a:endParaRPr lang="en-IN" dirty="0"/>
          </a:p>
        </p:txBody>
      </p:sp>
      <p:sp>
        <p:nvSpPr>
          <p:cNvPr id="10" name="Content Placeholder 9">
            <a:extLst>
              <a:ext uri="{FF2B5EF4-FFF2-40B4-BE49-F238E27FC236}">
                <a16:creationId xmlns:a16="http://schemas.microsoft.com/office/drawing/2014/main" id="{EDD462E1-0CB2-4325-BED9-D2C8A97D1A6C}"/>
              </a:ext>
            </a:extLst>
          </p:cNvPr>
          <p:cNvSpPr>
            <a:spLocks noGrp="1"/>
          </p:cNvSpPr>
          <p:nvPr>
            <p:ph sz="quarter" idx="4"/>
          </p:nvPr>
        </p:nvSpPr>
        <p:spPr/>
        <p:txBody>
          <a:bodyPr>
            <a:noAutofit/>
          </a:bodyPr>
          <a:lstStyle/>
          <a:p>
            <a:r>
              <a:rPr lang="en-US" sz="1800" dirty="0"/>
              <a:t>Destructors are called in reverse order of construction:</a:t>
            </a:r>
          </a:p>
          <a:p>
            <a:pPr lvl="1"/>
            <a:r>
              <a:rPr lang="en-US" sz="1800" dirty="0"/>
              <a:t>The most derived class's destructor is called first.</a:t>
            </a:r>
          </a:p>
          <a:p>
            <a:pPr lvl="1"/>
            <a:r>
              <a:rPr lang="en-US" sz="1800" dirty="0"/>
              <a:t>Base class destructors are called last.</a:t>
            </a:r>
          </a:p>
          <a:p>
            <a:r>
              <a:rPr lang="en-US" sz="1800" dirty="0"/>
              <a:t>Destructor order ensures proper cleanup:</a:t>
            </a:r>
          </a:p>
          <a:p>
            <a:pPr lvl="1"/>
            <a:r>
              <a:rPr lang="en-US" sz="1800" dirty="0"/>
              <a:t>Resources acquired by derived classes are released before base class resources.</a:t>
            </a:r>
          </a:p>
          <a:p>
            <a:pPr lvl="1"/>
            <a:r>
              <a:rPr lang="en-US" sz="1800" dirty="0"/>
              <a:t>Prevents memory/resource leaks and undefined behavior.</a:t>
            </a:r>
            <a:endParaRPr lang="en-IN" sz="1800" dirty="0"/>
          </a:p>
        </p:txBody>
      </p:sp>
      <p:sp>
        <p:nvSpPr>
          <p:cNvPr id="4" name="Slide Number Placeholder 3">
            <a:extLst>
              <a:ext uri="{FF2B5EF4-FFF2-40B4-BE49-F238E27FC236}">
                <a16:creationId xmlns:a16="http://schemas.microsoft.com/office/drawing/2014/main" id="{8EE0EC22-4F2F-4A05-B949-E950A2A0B304}"/>
              </a:ext>
            </a:extLst>
          </p:cNvPr>
          <p:cNvSpPr>
            <a:spLocks noGrp="1"/>
          </p:cNvSpPr>
          <p:nvPr>
            <p:ph type="sldNum" sz="quarter" idx="11"/>
          </p:nvPr>
        </p:nvSpPr>
        <p:spPr/>
        <p:txBody>
          <a:bodyPr/>
          <a:lstStyle/>
          <a:p>
            <a:fld id="{D450C061-FCD7-4E5E-A02A-3F2A15E03A91}" type="slidenum">
              <a:rPr lang="en-IN" smtClean="0"/>
              <a:t>16</a:t>
            </a:fld>
            <a:endParaRPr lang="en-IN"/>
          </a:p>
        </p:txBody>
      </p:sp>
      <p:sp>
        <p:nvSpPr>
          <p:cNvPr id="12" name="Content Placeholder 11">
            <a:extLst>
              <a:ext uri="{FF2B5EF4-FFF2-40B4-BE49-F238E27FC236}">
                <a16:creationId xmlns:a16="http://schemas.microsoft.com/office/drawing/2014/main" id="{70C56391-F8DB-435C-846E-B82D0ABA93CD}"/>
              </a:ext>
            </a:extLst>
          </p:cNvPr>
          <p:cNvSpPr>
            <a:spLocks noGrp="1"/>
          </p:cNvSpPr>
          <p:nvPr>
            <p:ph sz="half" idx="2"/>
          </p:nvPr>
        </p:nvSpPr>
        <p:spPr/>
        <p:txBody>
          <a:bodyPr>
            <a:normAutofit fontScale="55000" lnSpcReduction="20000"/>
          </a:bodyPr>
          <a:lstStyle/>
          <a:p>
            <a:r>
              <a:rPr lang="en-US" dirty="0"/>
              <a:t>Order of Constructor Calls</a:t>
            </a:r>
          </a:p>
          <a:p>
            <a:pPr lvl="1"/>
            <a:r>
              <a:rPr lang="en-US" dirty="0"/>
              <a:t>Base class constructors are always called before derived class constructors.</a:t>
            </a:r>
          </a:p>
          <a:p>
            <a:pPr lvl="1"/>
            <a:r>
              <a:rPr lang="en-US" dirty="0"/>
              <a:t>The constructor call follows the hierarchy from top (base) to bottom (derived).</a:t>
            </a:r>
          </a:p>
          <a:p>
            <a:r>
              <a:rPr lang="en-US" dirty="0"/>
              <a:t>Default Constructor</a:t>
            </a:r>
          </a:p>
          <a:p>
            <a:pPr lvl="1"/>
            <a:r>
              <a:rPr lang="en-US" dirty="0"/>
              <a:t>If no constructor is specified in derived class, the base class default constructor is called automatically.</a:t>
            </a:r>
          </a:p>
          <a:p>
            <a:r>
              <a:rPr lang="en-US" dirty="0"/>
              <a:t>Parameterized Constructor</a:t>
            </a:r>
          </a:p>
          <a:p>
            <a:pPr lvl="1"/>
            <a:r>
              <a:rPr lang="en-US" dirty="0"/>
              <a:t>The derived class must explicitly call the base class's parameterized constructor using an initializer list. </a:t>
            </a:r>
          </a:p>
          <a:p>
            <a:r>
              <a:rPr lang="en-US" dirty="0"/>
              <a:t>Multi-level Inheritance</a:t>
            </a:r>
          </a:p>
          <a:p>
            <a:pPr lvl="1"/>
            <a:r>
              <a:rPr lang="en-US" dirty="0"/>
              <a:t>Constructors are called in the order of inheritance, i.e. Base → Intermediate → Derived.</a:t>
            </a:r>
          </a:p>
          <a:p>
            <a:r>
              <a:rPr lang="en-US" dirty="0"/>
              <a:t>Constructor Call with Multiple Inheritance</a:t>
            </a:r>
          </a:p>
          <a:p>
            <a:pPr lvl="1"/>
            <a:r>
              <a:rPr lang="en-US" dirty="0"/>
              <a:t>All base class constructors are called in the order of their declaration regardless of the order in the initializer list.</a:t>
            </a:r>
          </a:p>
        </p:txBody>
      </p:sp>
    </p:spTree>
    <p:extLst>
      <p:ext uri="{BB962C8B-B14F-4D97-AF65-F5344CB8AC3E}">
        <p14:creationId xmlns:p14="http://schemas.microsoft.com/office/powerpoint/2010/main" val="251364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D5979-951E-4EA7-880B-47865F15BC81}"/>
              </a:ext>
            </a:extLst>
          </p:cNvPr>
          <p:cNvSpPr>
            <a:spLocks noGrp="1"/>
          </p:cNvSpPr>
          <p:nvPr>
            <p:ph type="title"/>
          </p:nvPr>
        </p:nvSpPr>
        <p:spPr/>
        <p:txBody>
          <a:bodyPr/>
          <a:lstStyle/>
          <a:p>
            <a:r>
              <a:rPr lang="en-IN" dirty="0"/>
              <a:t>Pointer &amp; Inheritance</a:t>
            </a:r>
          </a:p>
        </p:txBody>
      </p:sp>
      <p:sp>
        <p:nvSpPr>
          <p:cNvPr id="3" name="Text Placeholder 2">
            <a:extLst>
              <a:ext uri="{FF2B5EF4-FFF2-40B4-BE49-F238E27FC236}">
                <a16:creationId xmlns:a16="http://schemas.microsoft.com/office/drawing/2014/main" id="{38A3E99F-9005-4AFE-8719-60B6575AA7B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925E0D1-00D4-45CD-B8AC-4AD857255AE9}"/>
              </a:ext>
            </a:extLst>
          </p:cNvPr>
          <p:cNvSpPr>
            <a:spLocks noGrp="1"/>
          </p:cNvSpPr>
          <p:nvPr>
            <p:ph type="sldNum" sz="quarter" idx="4"/>
          </p:nvPr>
        </p:nvSpPr>
        <p:spPr/>
        <p:txBody>
          <a:bodyPr/>
          <a:lstStyle/>
          <a:p>
            <a:fld id="{D450C061-FCD7-4E5E-A02A-3F2A15E03A91}" type="slidenum">
              <a:rPr lang="en-IN" smtClean="0"/>
              <a:t>17</a:t>
            </a:fld>
            <a:endParaRPr lang="en-IN"/>
          </a:p>
        </p:txBody>
      </p:sp>
    </p:spTree>
    <p:extLst>
      <p:ext uri="{BB962C8B-B14F-4D97-AF65-F5344CB8AC3E}">
        <p14:creationId xmlns:p14="http://schemas.microsoft.com/office/powerpoint/2010/main" val="3680924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 Pointer</a:t>
            </a:r>
          </a:p>
        </p:txBody>
      </p:sp>
      <p:sp>
        <p:nvSpPr>
          <p:cNvPr id="3" name="Content Placeholder 2"/>
          <p:cNvSpPr>
            <a:spLocks noGrp="1"/>
          </p:cNvSpPr>
          <p:nvPr>
            <p:ph idx="1"/>
          </p:nvPr>
        </p:nvSpPr>
        <p:spPr/>
        <p:txBody>
          <a:bodyPr>
            <a:normAutofit fontScale="92500" lnSpcReduction="20000"/>
          </a:bodyPr>
          <a:lstStyle/>
          <a:p>
            <a:r>
              <a:rPr lang="en-IN" dirty="0"/>
              <a:t>Pointer to an object of the class</a:t>
            </a:r>
          </a:p>
          <a:p>
            <a:endParaRPr lang="en-IN" dirty="0"/>
          </a:p>
          <a:p>
            <a:r>
              <a:rPr lang="en-IN" dirty="0"/>
              <a:t>Elements of the class are accessed using indirection operator “-&gt;”</a:t>
            </a:r>
          </a:p>
          <a:p>
            <a:endParaRPr lang="en-IN" dirty="0"/>
          </a:p>
          <a:p>
            <a:r>
              <a:rPr lang="en-IN" dirty="0" err="1"/>
              <a:t>Eg</a:t>
            </a:r>
            <a:r>
              <a:rPr lang="en-IN" dirty="0"/>
              <a:t>:</a:t>
            </a:r>
          </a:p>
          <a:p>
            <a:pPr marL="411480" lvl="1" indent="0">
              <a:buNone/>
            </a:pPr>
            <a:r>
              <a:rPr lang="en-IN" dirty="0"/>
              <a:t>	</a:t>
            </a:r>
            <a:r>
              <a:rPr lang="en-IN" sz="1900" dirty="0">
                <a:latin typeface="Consolas" pitchFamily="49" charset="0"/>
                <a:cs typeface="Consolas" pitchFamily="49" charset="0"/>
              </a:rPr>
              <a:t>class </a:t>
            </a:r>
            <a:r>
              <a:rPr lang="en-IN" sz="1900" dirty="0" err="1">
                <a:latin typeface="Consolas" pitchFamily="49" charset="0"/>
                <a:cs typeface="Consolas" pitchFamily="49" charset="0"/>
              </a:rPr>
              <a:t>Cls</a:t>
            </a:r>
            <a:r>
              <a:rPr lang="en-IN" sz="1900" dirty="0">
                <a:latin typeface="Consolas" pitchFamily="49" charset="0"/>
                <a:cs typeface="Consolas" pitchFamily="49" charset="0"/>
              </a:rPr>
              <a:t>{</a:t>
            </a:r>
          </a:p>
          <a:p>
            <a:pPr marL="411480" lvl="1" indent="0">
              <a:buNone/>
            </a:pPr>
            <a:r>
              <a:rPr lang="en-IN" sz="1900" dirty="0">
                <a:latin typeface="Consolas" pitchFamily="49" charset="0"/>
                <a:cs typeface="Consolas" pitchFamily="49" charset="0"/>
              </a:rPr>
              <a:t>	     public:</a:t>
            </a:r>
          </a:p>
          <a:p>
            <a:pPr marL="411480" lvl="1" indent="0">
              <a:buNone/>
            </a:pPr>
            <a:r>
              <a:rPr lang="en-IN" sz="1900" dirty="0">
                <a:latin typeface="Consolas" pitchFamily="49" charset="0"/>
                <a:cs typeface="Consolas" pitchFamily="49" charset="0"/>
              </a:rPr>
              <a:t>	          void function();</a:t>
            </a:r>
          </a:p>
          <a:p>
            <a:pPr marL="411480" lvl="1" indent="0">
              <a:buNone/>
            </a:pPr>
            <a:r>
              <a:rPr lang="en-IN" sz="1900" dirty="0">
                <a:latin typeface="Consolas" pitchFamily="49" charset="0"/>
                <a:cs typeface="Consolas" pitchFamily="49" charset="0"/>
              </a:rPr>
              <a:t>	};</a:t>
            </a:r>
          </a:p>
          <a:p>
            <a:pPr marL="411480" lvl="1" indent="0">
              <a:buNone/>
            </a:pPr>
            <a:r>
              <a:rPr lang="en-IN" sz="1900" dirty="0">
                <a:latin typeface="Consolas" pitchFamily="49" charset="0"/>
                <a:cs typeface="Consolas" pitchFamily="49" charset="0"/>
              </a:rPr>
              <a:t>	</a:t>
            </a:r>
          </a:p>
          <a:p>
            <a:pPr marL="411480" lvl="1" indent="0">
              <a:buNone/>
            </a:pPr>
            <a:r>
              <a:rPr lang="en-IN" sz="1900" dirty="0">
                <a:latin typeface="Consolas" pitchFamily="49" charset="0"/>
                <a:cs typeface="Consolas" pitchFamily="49" charset="0"/>
              </a:rPr>
              <a:t>	</a:t>
            </a:r>
            <a:r>
              <a:rPr lang="en-IN" sz="1900" dirty="0" err="1">
                <a:latin typeface="Consolas" pitchFamily="49" charset="0"/>
                <a:cs typeface="Consolas" pitchFamily="49" charset="0"/>
              </a:rPr>
              <a:t>Cls</a:t>
            </a:r>
            <a:r>
              <a:rPr lang="en-IN" sz="1900" dirty="0">
                <a:latin typeface="Consolas" pitchFamily="49" charset="0"/>
                <a:cs typeface="Consolas" pitchFamily="49" charset="0"/>
              </a:rPr>
              <a:t> O;</a:t>
            </a:r>
          </a:p>
          <a:p>
            <a:pPr marL="411480" lvl="1" indent="0">
              <a:buNone/>
            </a:pPr>
            <a:r>
              <a:rPr lang="en-IN" sz="1900" dirty="0">
                <a:latin typeface="Consolas" pitchFamily="49" charset="0"/>
                <a:cs typeface="Consolas" pitchFamily="49" charset="0"/>
              </a:rPr>
              <a:t>	</a:t>
            </a:r>
            <a:r>
              <a:rPr lang="en-IN" sz="1900" dirty="0" err="1">
                <a:latin typeface="Consolas" pitchFamily="49" charset="0"/>
                <a:cs typeface="Consolas" pitchFamily="49" charset="0"/>
              </a:rPr>
              <a:t>Cls</a:t>
            </a:r>
            <a:r>
              <a:rPr lang="en-IN" sz="1900" dirty="0">
                <a:latin typeface="Consolas" pitchFamily="49" charset="0"/>
                <a:cs typeface="Consolas" pitchFamily="49" charset="0"/>
              </a:rPr>
              <a:t> *OP = &amp;O;</a:t>
            </a:r>
          </a:p>
          <a:p>
            <a:pPr marL="411480" lvl="1" indent="0">
              <a:buNone/>
            </a:pPr>
            <a:r>
              <a:rPr lang="en-IN" sz="1900" dirty="0">
                <a:latin typeface="Consolas" pitchFamily="49" charset="0"/>
                <a:cs typeface="Consolas" pitchFamily="49" charset="0"/>
              </a:rPr>
              <a:t>	OP-&gt;function();</a:t>
            </a:r>
          </a:p>
        </p:txBody>
      </p:sp>
    </p:spTree>
    <p:extLst>
      <p:ext uri="{BB962C8B-B14F-4D97-AF65-F5344CB8AC3E}">
        <p14:creationId xmlns:p14="http://schemas.microsoft.com/office/powerpoint/2010/main" val="473460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 Pointer in Inheritance</a:t>
            </a:r>
          </a:p>
        </p:txBody>
      </p:sp>
      <p:sp>
        <p:nvSpPr>
          <p:cNvPr id="3" name="Content Placeholder 2"/>
          <p:cNvSpPr>
            <a:spLocks noGrp="1"/>
          </p:cNvSpPr>
          <p:nvPr>
            <p:ph idx="1"/>
          </p:nvPr>
        </p:nvSpPr>
        <p:spPr/>
        <p:txBody>
          <a:bodyPr/>
          <a:lstStyle/>
          <a:p>
            <a:r>
              <a:rPr lang="en-IN" dirty="0"/>
              <a:t>Both the base &amp; Derived class Pointer can be created.</a:t>
            </a:r>
          </a:p>
          <a:p>
            <a:endParaRPr lang="en-IN" dirty="0"/>
          </a:p>
          <a:p>
            <a:r>
              <a:rPr lang="en-IN" dirty="0"/>
              <a:t>Derived class pointer can point only to the derived class object.</a:t>
            </a:r>
          </a:p>
          <a:p>
            <a:endParaRPr lang="en-IN" dirty="0"/>
          </a:p>
          <a:p>
            <a:r>
              <a:rPr lang="en-IN" dirty="0"/>
              <a:t>Base class pointer can point to both the base class as well as derived class object.</a:t>
            </a:r>
          </a:p>
          <a:p>
            <a:endParaRPr lang="en-IN" dirty="0"/>
          </a:p>
          <a:p>
            <a:r>
              <a:rPr lang="en-IN" dirty="0"/>
              <a:t>Base class pointer pointing to derived class object can only call for base class members that are inherited in derived class.</a:t>
            </a:r>
          </a:p>
        </p:txBody>
      </p:sp>
    </p:spTree>
    <p:extLst>
      <p:ext uri="{BB962C8B-B14F-4D97-AF65-F5344CB8AC3E}">
        <p14:creationId xmlns:p14="http://schemas.microsoft.com/office/powerpoint/2010/main" val="1774108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54F81-EEAA-423B-A8DB-47FB8C87EF16}"/>
              </a:ext>
            </a:extLst>
          </p:cNvPr>
          <p:cNvSpPr>
            <a:spLocks noGrp="1"/>
          </p:cNvSpPr>
          <p:nvPr>
            <p:ph type="title"/>
          </p:nvPr>
        </p:nvSpPr>
        <p:spPr/>
        <p:txBody>
          <a:bodyPr/>
          <a:lstStyle/>
          <a:p>
            <a:r>
              <a:rPr lang="en-US" dirty="0"/>
              <a:t>Virtual Functions</a:t>
            </a:r>
            <a:endParaRPr lang="en-IN" dirty="0"/>
          </a:p>
        </p:txBody>
      </p:sp>
      <p:sp>
        <p:nvSpPr>
          <p:cNvPr id="3" name="Text Placeholder 2">
            <a:extLst>
              <a:ext uri="{FF2B5EF4-FFF2-40B4-BE49-F238E27FC236}">
                <a16:creationId xmlns:a16="http://schemas.microsoft.com/office/drawing/2014/main" id="{9A493B08-AA11-4292-80B2-3EE2126147B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65481B9-368B-4F14-9AF3-F05ABA680EE5}"/>
              </a:ext>
            </a:extLst>
          </p:cNvPr>
          <p:cNvSpPr>
            <a:spLocks noGrp="1"/>
          </p:cNvSpPr>
          <p:nvPr>
            <p:ph type="sldNum" sz="quarter" idx="4"/>
          </p:nvPr>
        </p:nvSpPr>
        <p:spPr/>
        <p:txBody>
          <a:bodyPr/>
          <a:lstStyle/>
          <a:p>
            <a:fld id="{D450C061-FCD7-4E5E-A02A-3F2A15E03A91}" type="slidenum">
              <a:rPr lang="en-IN" smtClean="0"/>
              <a:t>20</a:t>
            </a:fld>
            <a:endParaRPr lang="en-IN"/>
          </a:p>
        </p:txBody>
      </p:sp>
    </p:spTree>
    <p:extLst>
      <p:ext uri="{BB962C8B-B14F-4D97-AF65-F5344CB8AC3E}">
        <p14:creationId xmlns:p14="http://schemas.microsoft.com/office/powerpoint/2010/main" val="2207293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EBB9773-4063-4096-955C-75D13A7B3427}"/>
              </a:ext>
            </a:extLst>
          </p:cNvPr>
          <p:cNvSpPr>
            <a:spLocks noGrp="1"/>
          </p:cNvSpPr>
          <p:nvPr>
            <p:ph type="title"/>
          </p:nvPr>
        </p:nvSpPr>
        <p:spPr/>
        <p:txBody>
          <a:bodyPr/>
          <a:lstStyle/>
          <a:p>
            <a:r>
              <a:rPr lang="en-US" dirty="0"/>
              <a:t>Object Pointer with </a:t>
            </a:r>
            <a:r>
              <a:rPr lang="en-US" dirty="0" err="1"/>
              <a:t>IInheritance</a:t>
            </a:r>
            <a:endParaRPr lang="en-IN" dirty="0"/>
          </a:p>
        </p:txBody>
      </p:sp>
      <p:pic>
        <p:nvPicPr>
          <p:cNvPr id="11" name="Content Placeholder 10">
            <a:extLst>
              <a:ext uri="{FF2B5EF4-FFF2-40B4-BE49-F238E27FC236}">
                <a16:creationId xmlns:a16="http://schemas.microsoft.com/office/drawing/2014/main" id="{12DAC932-22FA-4D55-8CE3-CC303D936A2F}"/>
              </a:ext>
            </a:extLst>
          </p:cNvPr>
          <p:cNvPicPr>
            <a:picLocks noGrp="1" noChangeAspect="1"/>
          </p:cNvPicPr>
          <p:nvPr>
            <p:ph idx="1"/>
          </p:nvPr>
        </p:nvPicPr>
        <p:blipFill>
          <a:blip r:embed="rId2"/>
          <a:stretch>
            <a:fillRect/>
          </a:stretch>
        </p:blipFill>
        <p:spPr>
          <a:xfrm>
            <a:off x="900440" y="1666876"/>
            <a:ext cx="5801535" cy="4201111"/>
          </a:xfrm>
        </p:spPr>
      </p:pic>
      <p:sp>
        <p:nvSpPr>
          <p:cNvPr id="7" name="Slide Number Placeholder 6">
            <a:extLst>
              <a:ext uri="{FF2B5EF4-FFF2-40B4-BE49-F238E27FC236}">
                <a16:creationId xmlns:a16="http://schemas.microsoft.com/office/drawing/2014/main" id="{0788166B-EC1F-4F6E-B7EE-2166471F0F80}"/>
              </a:ext>
            </a:extLst>
          </p:cNvPr>
          <p:cNvSpPr>
            <a:spLocks noGrp="1"/>
          </p:cNvSpPr>
          <p:nvPr>
            <p:ph type="sldNum" sz="quarter" idx="4"/>
          </p:nvPr>
        </p:nvSpPr>
        <p:spPr/>
        <p:txBody>
          <a:bodyPr/>
          <a:lstStyle/>
          <a:p>
            <a:fld id="{D450C061-FCD7-4E5E-A02A-3F2A15E03A91}" type="slidenum">
              <a:rPr lang="en-IN" smtClean="0"/>
              <a:t>21</a:t>
            </a:fld>
            <a:endParaRPr lang="en-IN"/>
          </a:p>
        </p:txBody>
      </p:sp>
      <p:pic>
        <p:nvPicPr>
          <p:cNvPr id="13" name="Picture 12">
            <a:extLst>
              <a:ext uri="{FF2B5EF4-FFF2-40B4-BE49-F238E27FC236}">
                <a16:creationId xmlns:a16="http://schemas.microsoft.com/office/drawing/2014/main" id="{085C0AEA-EC07-46E0-A964-BD306606837E}"/>
              </a:ext>
            </a:extLst>
          </p:cNvPr>
          <p:cNvPicPr>
            <a:picLocks noChangeAspect="1"/>
          </p:cNvPicPr>
          <p:nvPr/>
        </p:nvPicPr>
        <p:blipFill>
          <a:blip r:embed="rId3"/>
          <a:stretch>
            <a:fillRect/>
          </a:stretch>
        </p:blipFill>
        <p:spPr>
          <a:xfrm>
            <a:off x="6822542" y="1690688"/>
            <a:ext cx="4410691" cy="1143160"/>
          </a:xfrm>
          <a:prstGeom prst="rect">
            <a:avLst/>
          </a:prstGeom>
        </p:spPr>
      </p:pic>
      <p:sp>
        <p:nvSpPr>
          <p:cNvPr id="14" name="TextBox 13">
            <a:extLst>
              <a:ext uri="{FF2B5EF4-FFF2-40B4-BE49-F238E27FC236}">
                <a16:creationId xmlns:a16="http://schemas.microsoft.com/office/drawing/2014/main" id="{3B8B2D49-C638-49ED-8AD5-8C549AF85FA5}"/>
              </a:ext>
            </a:extLst>
          </p:cNvPr>
          <p:cNvSpPr txBox="1"/>
          <p:nvPr/>
        </p:nvSpPr>
        <p:spPr>
          <a:xfrm>
            <a:off x="6822542" y="3006969"/>
            <a:ext cx="4284730" cy="1754326"/>
          </a:xfrm>
          <a:prstGeom prst="rect">
            <a:avLst/>
          </a:prstGeom>
          <a:noFill/>
        </p:spPr>
        <p:txBody>
          <a:bodyPr wrap="square" rtlCol="0">
            <a:spAutoFit/>
          </a:bodyPr>
          <a:lstStyle/>
          <a:p>
            <a:r>
              <a:rPr lang="en-US" dirty="0"/>
              <a:t>Base Class object pointer always calls base class display function irrespective of object it is pointing to (function overriding)</a:t>
            </a:r>
          </a:p>
          <a:p>
            <a:endParaRPr lang="en-US" dirty="0"/>
          </a:p>
          <a:p>
            <a:endParaRPr lang="en-US" dirty="0"/>
          </a:p>
          <a:p>
            <a:r>
              <a:rPr lang="en-US" dirty="0"/>
              <a:t>Solution:</a:t>
            </a:r>
            <a:r>
              <a:rPr lang="en-IN" dirty="0"/>
              <a:t> Virtual Function</a:t>
            </a:r>
            <a:endParaRPr lang="en-US" dirty="0"/>
          </a:p>
        </p:txBody>
      </p:sp>
    </p:spTree>
    <p:extLst>
      <p:ext uri="{BB962C8B-B14F-4D97-AF65-F5344CB8AC3E}">
        <p14:creationId xmlns:p14="http://schemas.microsoft.com/office/powerpoint/2010/main" val="561946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Virtual Function</a:t>
            </a:r>
          </a:p>
        </p:txBody>
      </p:sp>
      <p:sp>
        <p:nvSpPr>
          <p:cNvPr id="3" name="Content Placeholder 2"/>
          <p:cNvSpPr>
            <a:spLocks noGrp="1"/>
          </p:cNvSpPr>
          <p:nvPr>
            <p:ph idx="1"/>
          </p:nvPr>
        </p:nvSpPr>
        <p:spPr/>
        <p:txBody>
          <a:bodyPr>
            <a:normAutofit fontScale="92500"/>
          </a:bodyPr>
          <a:lstStyle/>
          <a:p>
            <a:r>
              <a:rPr lang="en-IN" dirty="0"/>
              <a:t>Virtual functions are created to decide at run time which function is to be called .</a:t>
            </a:r>
          </a:p>
          <a:p>
            <a:r>
              <a:rPr lang="en-IN" dirty="0"/>
              <a:t>Decision is made based on which class object the base class pointer is pointing.</a:t>
            </a:r>
          </a:p>
          <a:p>
            <a:r>
              <a:rPr lang="en-IN" dirty="0"/>
              <a:t>If the base class pointer is pointing to base class object then function definition of base class is used and if the base class pointer is pointing to derived class object then function definition of derived class is used.</a:t>
            </a:r>
          </a:p>
          <a:p>
            <a:endParaRPr lang="en-IN" dirty="0"/>
          </a:p>
          <a:p>
            <a:r>
              <a:rPr lang="en-IN" dirty="0"/>
              <a:t>Virtual function are created in base class by appending keyword “virtual” in function declaration in class.</a:t>
            </a:r>
          </a:p>
          <a:p>
            <a:endParaRPr lang="en-IN" dirty="0"/>
          </a:p>
          <a:p>
            <a:endParaRPr lang="en-IN" dirty="0"/>
          </a:p>
        </p:txBody>
      </p:sp>
    </p:spTree>
    <p:extLst>
      <p:ext uri="{BB962C8B-B14F-4D97-AF65-F5344CB8AC3E}">
        <p14:creationId xmlns:p14="http://schemas.microsoft.com/office/powerpoint/2010/main" val="1606670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5D89F-CCEB-4FD8-82BE-951B9C7BA2A4}"/>
              </a:ext>
            </a:extLst>
          </p:cNvPr>
          <p:cNvSpPr>
            <a:spLocks noGrp="1"/>
          </p:cNvSpPr>
          <p:nvPr>
            <p:ph type="title"/>
          </p:nvPr>
        </p:nvSpPr>
        <p:spPr/>
        <p:txBody>
          <a:bodyPr/>
          <a:lstStyle/>
          <a:p>
            <a:r>
              <a:rPr lang="en-US" dirty="0"/>
              <a:t>Virtual Function Implementation</a:t>
            </a:r>
            <a:endParaRPr lang="en-IN" dirty="0"/>
          </a:p>
        </p:txBody>
      </p:sp>
      <p:pic>
        <p:nvPicPr>
          <p:cNvPr id="7" name="Content Placeholder 6">
            <a:extLst>
              <a:ext uri="{FF2B5EF4-FFF2-40B4-BE49-F238E27FC236}">
                <a16:creationId xmlns:a16="http://schemas.microsoft.com/office/drawing/2014/main" id="{A30F09A2-28FD-4DFB-853B-6376CFFA848E}"/>
              </a:ext>
            </a:extLst>
          </p:cNvPr>
          <p:cNvPicPr>
            <a:picLocks noGrp="1" noChangeAspect="1"/>
          </p:cNvPicPr>
          <p:nvPr>
            <p:ph sz="half" idx="1"/>
          </p:nvPr>
        </p:nvPicPr>
        <p:blipFill>
          <a:blip r:embed="rId2"/>
          <a:stretch>
            <a:fillRect/>
          </a:stretch>
        </p:blipFill>
        <p:spPr>
          <a:xfrm>
            <a:off x="932329" y="1488330"/>
            <a:ext cx="4885765" cy="4917647"/>
          </a:xfrm>
        </p:spPr>
      </p:pic>
      <p:pic>
        <p:nvPicPr>
          <p:cNvPr id="9" name="Content Placeholder 8">
            <a:extLst>
              <a:ext uri="{FF2B5EF4-FFF2-40B4-BE49-F238E27FC236}">
                <a16:creationId xmlns:a16="http://schemas.microsoft.com/office/drawing/2014/main" id="{A9C3FC34-45D5-4EEA-B68E-C409EB8073D0}"/>
              </a:ext>
            </a:extLst>
          </p:cNvPr>
          <p:cNvPicPr>
            <a:picLocks noGrp="1" noChangeAspect="1"/>
          </p:cNvPicPr>
          <p:nvPr>
            <p:ph sz="half" idx="2"/>
          </p:nvPr>
        </p:nvPicPr>
        <p:blipFill>
          <a:blip r:embed="rId3"/>
          <a:stretch>
            <a:fillRect/>
          </a:stretch>
        </p:blipFill>
        <p:spPr>
          <a:xfrm>
            <a:off x="6373908" y="2969436"/>
            <a:ext cx="4334480" cy="1095528"/>
          </a:xfrm>
        </p:spPr>
      </p:pic>
      <p:sp>
        <p:nvSpPr>
          <p:cNvPr id="5" name="Slide Number Placeholder 4">
            <a:extLst>
              <a:ext uri="{FF2B5EF4-FFF2-40B4-BE49-F238E27FC236}">
                <a16:creationId xmlns:a16="http://schemas.microsoft.com/office/drawing/2014/main" id="{BDB42E58-78F7-4903-ACFF-3AD4212FA0B4}"/>
              </a:ext>
            </a:extLst>
          </p:cNvPr>
          <p:cNvSpPr>
            <a:spLocks noGrp="1"/>
          </p:cNvSpPr>
          <p:nvPr>
            <p:ph type="sldNum" sz="quarter" idx="4"/>
          </p:nvPr>
        </p:nvSpPr>
        <p:spPr/>
        <p:txBody>
          <a:bodyPr/>
          <a:lstStyle/>
          <a:p>
            <a:fld id="{D450C061-FCD7-4E5E-A02A-3F2A15E03A91}" type="slidenum">
              <a:rPr lang="en-IN" smtClean="0"/>
              <a:t>23</a:t>
            </a:fld>
            <a:endParaRPr lang="en-IN"/>
          </a:p>
        </p:txBody>
      </p:sp>
    </p:spTree>
    <p:extLst>
      <p:ext uri="{BB962C8B-B14F-4D97-AF65-F5344CB8AC3E}">
        <p14:creationId xmlns:p14="http://schemas.microsoft.com/office/powerpoint/2010/main" val="1584050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Properties of Virtual Function</a:t>
            </a:r>
          </a:p>
        </p:txBody>
      </p:sp>
      <p:sp>
        <p:nvSpPr>
          <p:cNvPr id="3" name="Content Placeholder 2"/>
          <p:cNvSpPr>
            <a:spLocks noGrp="1"/>
          </p:cNvSpPr>
          <p:nvPr>
            <p:ph idx="1"/>
          </p:nvPr>
        </p:nvSpPr>
        <p:spPr/>
        <p:txBody>
          <a:bodyPr/>
          <a:lstStyle/>
          <a:p>
            <a:r>
              <a:rPr lang="en-IN" dirty="0"/>
              <a:t>Created in the base class</a:t>
            </a:r>
          </a:p>
          <a:p>
            <a:r>
              <a:rPr lang="en-IN" dirty="0"/>
              <a:t>Cannot be static.</a:t>
            </a:r>
          </a:p>
          <a:p>
            <a:r>
              <a:rPr lang="en-IN" dirty="0"/>
              <a:t>Accessed using object pointer.</a:t>
            </a:r>
          </a:p>
          <a:p>
            <a:r>
              <a:rPr lang="en-IN" dirty="0"/>
              <a:t>Cannot be a friend.</a:t>
            </a:r>
          </a:p>
          <a:p>
            <a:endParaRPr lang="en-IN" dirty="0"/>
          </a:p>
        </p:txBody>
      </p:sp>
    </p:spTree>
    <p:extLst>
      <p:ext uri="{BB962C8B-B14F-4D97-AF65-F5344CB8AC3E}">
        <p14:creationId xmlns:p14="http://schemas.microsoft.com/office/powerpoint/2010/main" val="2196425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2349-0B0A-4958-8FC9-6992980673E0}"/>
              </a:ext>
            </a:extLst>
          </p:cNvPr>
          <p:cNvSpPr>
            <a:spLocks noGrp="1"/>
          </p:cNvSpPr>
          <p:nvPr>
            <p:ph type="title"/>
          </p:nvPr>
        </p:nvSpPr>
        <p:spPr/>
        <p:txBody>
          <a:bodyPr/>
          <a:lstStyle/>
          <a:p>
            <a:r>
              <a:rPr lang="en-US" dirty="0"/>
              <a:t>Friends to Class</a:t>
            </a:r>
            <a:endParaRPr lang="en-IN" dirty="0"/>
          </a:p>
        </p:txBody>
      </p:sp>
      <p:sp>
        <p:nvSpPr>
          <p:cNvPr id="3" name="Text Placeholder 2">
            <a:extLst>
              <a:ext uri="{FF2B5EF4-FFF2-40B4-BE49-F238E27FC236}">
                <a16:creationId xmlns:a16="http://schemas.microsoft.com/office/drawing/2014/main" id="{94122010-F024-4CCC-ACFE-59F682BB9DD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8496C39-21D3-47B8-BFF2-E348B735C236}"/>
              </a:ext>
            </a:extLst>
          </p:cNvPr>
          <p:cNvSpPr>
            <a:spLocks noGrp="1"/>
          </p:cNvSpPr>
          <p:nvPr>
            <p:ph type="sldNum" sz="quarter" idx="4"/>
          </p:nvPr>
        </p:nvSpPr>
        <p:spPr/>
        <p:txBody>
          <a:bodyPr/>
          <a:lstStyle/>
          <a:p>
            <a:fld id="{D450C061-FCD7-4E5E-A02A-3F2A15E03A91}" type="slidenum">
              <a:rPr lang="en-IN" smtClean="0"/>
              <a:t>25</a:t>
            </a:fld>
            <a:endParaRPr lang="en-IN"/>
          </a:p>
        </p:txBody>
      </p:sp>
    </p:spTree>
    <p:extLst>
      <p:ext uri="{BB962C8B-B14F-4D97-AF65-F5344CB8AC3E}">
        <p14:creationId xmlns:p14="http://schemas.microsoft.com/office/powerpoint/2010/main" val="2006974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817EBC-BCAD-49DE-AE44-51B62800A6B7}"/>
              </a:ext>
            </a:extLst>
          </p:cNvPr>
          <p:cNvSpPr>
            <a:spLocks noGrp="1"/>
          </p:cNvSpPr>
          <p:nvPr>
            <p:ph type="title"/>
          </p:nvPr>
        </p:nvSpPr>
        <p:spPr/>
        <p:txBody>
          <a:bodyPr/>
          <a:lstStyle/>
          <a:p>
            <a:r>
              <a:rPr lang="en-US" dirty="0"/>
              <a:t>Friends to Class</a:t>
            </a:r>
            <a:endParaRPr lang="en-IN" dirty="0"/>
          </a:p>
        </p:txBody>
      </p:sp>
      <p:sp>
        <p:nvSpPr>
          <p:cNvPr id="6" name="Content Placeholder 5">
            <a:extLst>
              <a:ext uri="{FF2B5EF4-FFF2-40B4-BE49-F238E27FC236}">
                <a16:creationId xmlns:a16="http://schemas.microsoft.com/office/drawing/2014/main" id="{BC67D601-55FE-4975-9EB6-E069E686D22E}"/>
              </a:ext>
            </a:extLst>
          </p:cNvPr>
          <p:cNvSpPr>
            <a:spLocks noGrp="1"/>
          </p:cNvSpPr>
          <p:nvPr>
            <p:ph idx="1"/>
          </p:nvPr>
        </p:nvSpPr>
        <p:spPr/>
        <p:txBody>
          <a:bodyPr/>
          <a:lstStyle/>
          <a:p>
            <a:r>
              <a:rPr lang="en-US" dirty="0"/>
              <a:t>friends to class are non-member components for a class that can access the private data members of a class</a:t>
            </a:r>
          </a:p>
          <a:p>
            <a:r>
              <a:rPr lang="en-US" dirty="0"/>
              <a:t>friends to a class can either be a function or a class itself.</a:t>
            </a:r>
          </a:p>
          <a:p>
            <a:r>
              <a:rPr lang="en-US" dirty="0"/>
              <a:t>declared as friend using the keyword friend in the class definition</a:t>
            </a:r>
          </a:p>
          <a:p>
            <a:r>
              <a:rPr lang="en-IN" dirty="0"/>
              <a:t>defined outside the class</a:t>
            </a:r>
          </a:p>
          <a:p>
            <a:r>
              <a:rPr lang="en-IN" dirty="0"/>
              <a:t>can be a friend to multiple classes</a:t>
            </a:r>
          </a:p>
        </p:txBody>
      </p:sp>
      <p:sp>
        <p:nvSpPr>
          <p:cNvPr id="4" name="Slide Number Placeholder 3">
            <a:extLst>
              <a:ext uri="{FF2B5EF4-FFF2-40B4-BE49-F238E27FC236}">
                <a16:creationId xmlns:a16="http://schemas.microsoft.com/office/drawing/2014/main" id="{0AFE172D-BFFB-4952-BFB9-00D0047F3677}"/>
              </a:ext>
            </a:extLst>
          </p:cNvPr>
          <p:cNvSpPr>
            <a:spLocks noGrp="1"/>
          </p:cNvSpPr>
          <p:nvPr>
            <p:ph type="sldNum" sz="quarter" idx="4"/>
          </p:nvPr>
        </p:nvSpPr>
        <p:spPr/>
        <p:txBody>
          <a:bodyPr/>
          <a:lstStyle/>
          <a:p>
            <a:fld id="{D450C061-FCD7-4E5E-A02A-3F2A15E03A91}" type="slidenum">
              <a:rPr lang="en-IN" smtClean="0"/>
              <a:t>26</a:t>
            </a:fld>
            <a:endParaRPr lang="en-IN"/>
          </a:p>
        </p:txBody>
      </p:sp>
    </p:spTree>
    <p:extLst>
      <p:ext uri="{BB962C8B-B14F-4D97-AF65-F5344CB8AC3E}">
        <p14:creationId xmlns:p14="http://schemas.microsoft.com/office/powerpoint/2010/main" val="1409204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3064-F53D-4979-B972-DEF758C489AF}"/>
              </a:ext>
            </a:extLst>
          </p:cNvPr>
          <p:cNvSpPr>
            <a:spLocks noGrp="1"/>
          </p:cNvSpPr>
          <p:nvPr>
            <p:ph type="title"/>
          </p:nvPr>
        </p:nvSpPr>
        <p:spPr/>
        <p:txBody>
          <a:bodyPr/>
          <a:lstStyle/>
          <a:p>
            <a:r>
              <a:rPr lang="en-US" dirty="0"/>
              <a:t>Forms of Friend Implementations with Class</a:t>
            </a:r>
            <a:endParaRPr lang="en-IN" dirty="0"/>
          </a:p>
        </p:txBody>
      </p:sp>
      <p:sp>
        <p:nvSpPr>
          <p:cNvPr id="3" name="Content Placeholder 2">
            <a:extLst>
              <a:ext uri="{FF2B5EF4-FFF2-40B4-BE49-F238E27FC236}">
                <a16:creationId xmlns:a16="http://schemas.microsoft.com/office/drawing/2014/main" id="{680F09EF-50CA-41F8-8E00-757ED548CE0F}"/>
              </a:ext>
            </a:extLst>
          </p:cNvPr>
          <p:cNvSpPr>
            <a:spLocks noGrp="1"/>
          </p:cNvSpPr>
          <p:nvPr>
            <p:ph idx="1"/>
          </p:nvPr>
        </p:nvSpPr>
        <p:spPr/>
        <p:txBody>
          <a:bodyPr/>
          <a:lstStyle/>
          <a:p>
            <a:r>
              <a:rPr lang="en-US" dirty="0"/>
              <a:t>Friend Function of a Class</a:t>
            </a:r>
          </a:p>
          <a:p>
            <a:r>
              <a:rPr lang="en-US" dirty="0"/>
              <a:t>Friend Function with Multiple Classes</a:t>
            </a:r>
          </a:p>
          <a:p>
            <a:r>
              <a:rPr lang="en-IN" dirty="0"/>
              <a:t>Friend Class</a:t>
            </a:r>
            <a:endParaRPr lang="en-US" dirty="0"/>
          </a:p>
          <a:p>
            <a:r>
              <a:rPr lang="en-IN" dirty="0"/>
              <a:t>Friend Member Function</a:t>
            </a:r>
          </a:p>
        </p:txBody>
      </p:sp>
      <p:sp>
        <p:nvSpPr>
          <p:cNvPr id="4" name="Slide Number Placeholder 3">
            <a:extLst>
              <a:ext uri="{FF2B5EF4-FFF2-40B4-BE49-F238E27FC236}">
                <a16:creationId xmlns:a16="http://schemas.microsoft.com/office/drawing/2014/main" id="{9AC579BB-5DF7-49FE-B249-62C096E6818D}"/>
              </a:ext>
            </a:extLst>
          </p:cNvPr>
          <p:cNvSpPr>
            <a:spLocks noGrp="1"/>
          </p:cNvSpPr>
          <p:nvPr>
            <p:ph type="sldNum" sz="quarter" idx="4"/>
          </p:nvPr>
        </p:nvSpPr>
        <p:spPr/>
        <p:txBody>
          <a:bodyPr/>
          <a:lstStyle/>
          <a:p>
            <a:fld id="{D450C061-FCD7-4E5E-A02A-3F2A15E03A91}" type="slidenum">
              <a:rPr lang="en-IN" smtClean="0"/>
              <a:t>27</a:t>
            </a:fld>
            <a:endParaRPr lang="en-IN"/>
          </a:p>
        </p:txBody>
      </p:sp>
    </p:spTree>
    <p:extLst>
      <p:ext uri="{BB962C8B-B14F-4D97-AF65-F5344CB8AC3E}">
        <p14:creationId xmlns:p14="http://schemas.microsoft.com/office/powerpoint/2010/main" val="3880791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261F-78D6-46F7-930A-881C16642C6B}"/>
              </a:ext>
            </a:extLst>
          </p:cNvPr>
          <p:cNvSpPr>
            <a:spLocks noGrp="1"/>
          </p:cNvSpPr>
          <p:nvPr>
            <p:ph type="title"/>
          </p:nvPr>
        </p:nvSpPr>
        <p:spPr/>
        <p:txBody>
          <a:bodyPr/>
          <a:lstStyle/>
          <a:p>
            <a:r>
              <a:rPr lang="en-US" dirty="0"/>
              <a:t>Friend Function to Class</a:t>
            </a:r>
            <a:endParaRPr lang="en-IN" dirty="0"/>
          </a:p>
        </p:txBody>
      </p:sp>
      <p:sp>
        <p:nvSpPr>
          <p:cNvPr id="3" name="Content Placeholder 2">
            <a:extLst>
              <a:ext uri="{FF2B5EF4-FFF2-40B4-BE49-F238E27FC236}">
                <a16:creationId xmlns:a16="http://schemas.microsoft.com/office/drawing/2014/main" id="{6DAA288D-FCD6-4F26-94C4-E212C2334F89}"/>
              </a:ext>
            </a:extLst>
          </p:cNvPr>
          <p:cNvSpPr>
            <a:spLocks noGrp="1"/>
          </p:cNvSpPr>
          <p:nvPr>
            <p:ph idx="1"/>
          </p:nvPr>
        </p:nvSpPr>
        <p:spPr>
          <a:xfrm>
            <a:off x="838200" y="1825625"/>
            <a:ext cx="3944815" cy="4351338"/>
          </a:xfrm>
        </p:spPr>
        <p:txBody>
          <a:bodyPr/>
          <a:lstStyle/>
          <a:p>
            <a:r>
              <a:rPr lang="en-US" dirty="0"/>
              <a:t>A non-member function declared as friend inside a class.</a:t>
            </a:r>
          </a:p>
          <a:p>
            <a:r>
              <a:rPr lang="en-US" dirty="0"/>
              <a:t>Can access the private and protected members of that class.</a:t>
            </a:r>
          </a:p>
          <a:p>
            <a:endParaRPr lang="en-IN" dirty="0"/>
          </a:p>
        </p:txBody>
      </p:sp>
      <p:sp>
        <p:nvSpPr>
          <p:cNvPr id="4" name="Slide Number Placeholder 3">
            <a:extLst>
              <a:ext uri="{FF2B5EF4-FFF2-40B4-BE49-F238E27FC236}">
                <a16:creationId xmlns:a16="http://schemas.microsoft.com/office/drawing/2014/main" id="{C5515E1E-827E-49C7-A4EF-B70A52D73801}"/>
              </a:ext>
            </a:extLst>
          </p:cNvPr>
          <p:cNvSpPr>
            <a:spLocks noGrp="1"/>
          </p:cNvSpPr>
          <p:nvPr>
            <p:ph type="sldNum" sz="quarter" idx="4"/>
          </p:nvPr>
        </p:nvSpPr>
        <p:spPr/>
        <p:txBody>
          <a:bodyPr/>
          <a:lstStyle/>
          <a:p>
            <a:fld id="{D450C061-FCD7-4E5E-A02A-3F2A15E03A91}" type="slidenum">
              <a:rPr lang="en-IN" smtClean="0"/>
              <a:t>28</a:t>
            </a:fld>
            <a:endParaRPr lang="en-IN"/>
          </a:p>
        </p:txBody>
      </p:sp>
      <p:pic>
        <p:nvPicPr>
          <p:cNvPr id="7" name="Picture 6">
            <a:extLst>
              <a:ext uri="{FF2B5EF4-FFF2-40B4-BE49-F238E27FC236}">
                <a16:creationId xmlns:a16="http://schemas.microsoft.com/office/drawing/2014/main" id="{863A22CF-F36F-4155-A114-602E26043E55}"/>
              </a:ext>
            </a:extLst>
          </p:cNvPr>
          <p:cNvPicPr>
            <a:picLocks noChangeAspect="1"/>
          </p:cNvPicPr>
          <p:nvPr/>
        </p:nvPicPr>
        <p:blipFill>
          <a:blip r:embed="rId2"/>
          <a:stretch>
            <a:fillRect/>
          </a:stretch>
        </p:blipFill>
        <p:spPr>
          <a:xfrm>
            <a:off x="6479227" y="746955"/>
            <a:ext cx="5315692" cy="5430008"/>
          </a:xfrm>
          <a:prstGeom prst="rect">
            <a:avLst/>
          </a:prstGeom>
        </p:spPr>
      </p:pic>
    </p:spTree>
    <p:extLst>
      <p:ext uri="{BB962C8B-B14F-4D97-AF65-F5344CB8AC3E}">
        <p14:creationId xmlns:p14="http://schemas.microsoft.com/office/powerpoint/2010/main" val="3062919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396E-E5C4-417D-A949-E30520616317}"/>
              </a:ext>
            </a:extLst>
          </p:cNvPr>
          <p:cNvSpPr>
            <a:spLocks noGrp="1"/>
          </p:cNvSpPr>
          <p:nvPr>
            <p:ph type="title"/>
          </p:nvPr>
        </p:nvSpPr>
        <p:spPr>
          <a:xfrm>
            <a:off x="398585" y="531072"/>
            <a:ext cx="10515600" cy="1159616"/>
          </a:xfrm>
        </p:spPr>
        <p:txBody>
          <a:bodyPr/>
          <a:lstStyle/>
          <a:p>
            <a:r>
              <a:rPr lang="en-US" dirty="0"/>
              <a:t>Friend Function to Multiple Class</a:t>
            </a:r>
            <a:endParaRPr lang="en-IN" dirty="0"/>
          </a:p>
        </p:txBody>
      </p:sp>
      <p:sp>
        <p:nvSpPr>
          <p:cNvPr id="3" name="Content Placeholder 2">
            <a:extLst>
              <a:ext uri="{FF2B5EF4-FFF2-40B4-BE49-F238E27FC236}">
                <a16:creationId xmlns:a16="http://schemas.microsoft.com/office/drawing/2014/main" id="{8BF78B78-9615-4C74-87FF-BF53969F3BCA}"/>
              </a:ext>
            </a:extLst>
          </p:cNvPr>
          <p:cNvSpPr>
            <a:spLocks noGrp="1"/>
          </p:cNvSpPr>
          <p:nvPr>
            <p:ph sz="half" idx="1"/>
          </p:nvPr>
        </p:nvSpPr>
        <p:spPr>
          <a:xfrm>
            <a:off x="838200" y="1825625"/>
            <a:ext cx="4322885" cy="4351338"/>
          </a:xfrm>
        </p:spPr>
        <p:txBody>
          <a:bodyPr/>
          <a:lstStyle/>
          <a:p>
            <a:r>
              <a:rPr lang="en-US" dirty="0"/>
              <a:t>A single friend function declared in two or more classes.</a:t>
            </a:r>
          </a:p>
          <a:p>
            <a:r>
              <a:rPr lang="en-US" dirty="0"/>
              <a:t>Can access private members of all classes it is declared friend of.</a:t>
            </a:r>
          </a:p>
          <a:p>
            <a:r>
              <a:rPr lang="en-US" dirty="0"/>
              <a:t>Useful for operations involving more than one class.</a:t>
            </a:r>
            <a:endParaRPr lang="en-IN" dirty="0"/>
          </a:p>
        </p:txBody>
      </p:sp>
      <p:pic>
        <p:nvPicPr>
          <p:cNvPr id="7" name="Content Placeholder 6">
            <a:extLst>
              <a:ext uri="{FF2B5EF4-FFF2-40B4-BE49-F238E27FC236}">
                <a16:creationId xmlns:a16="http://schemas.microsoft.com/office/drawing/2014/main" id="{CE2FAB47-F47E-4FA8-875C-2BB1C498E30B}"/>
              </a:ext>
            </a:extLst>
          </p:cNvPr>
          <p:cNvPicPr>
            <a:picLocks noGrp="1" noChangeAspect="1"/>
          </p:cNvPicPr>
          <p:nvPr>
            <p:ph sz="half" idx="2"/>
          </p:nvPr>
        </p:nvPicPr>
        <p:blipFill>
          <a:blip r:embed="rId2"/>
          <a:stretch>
            <a:fillRect/>
          </a:stretch>
        </p:blipFill>
        <p:spPr>
          <a:xfrm>
            <a:off x="8150469" y="303166"/>
            <a:ext cx="3376245" cy="6251668"/>
          </a:xfrm>
        </p:spPr>
      </p:pic>
      <p:sp>
        <p:nvSpPr>
          <p:cNvPr id="5" name="Slide Number Placeholder 4">
            <a:extLst>
              <a:ext uri="{FF2B5EF4-FFF2-40B4-BE49-F238E27FC236}">
                <a16:creationId xmlns:a16="http://schemas.microsoft.com/office/drawing/2014/main" id="{DAC24540-1870-487A-B096-0F3655AABAAD}"/>
              </a:ext>
            </a:extLst>
          </p:cNvPr>
          <p:cNvSpPr>
            <a:spLocks noGrp="1"/>
          </p:cNvSpPr>
          <p:nvPr>
            <p:ph type="sldNum" sz="quarter" idx="4"/>
          </p:nvPr>
        </p:nvSpPr>
        <p:spPr/>
        <p:txBody>
          <a:bodyPr/>
          <a:lstStyle/>
          <a:p>
            <a:fld id="{D450C061-FCD7-4E5E-A02A-3F2A15E03A91}" type="slidenum">
              <a:rPr lang="en-IN" smtClean="0"/>
              <a:t>29</a:t>
            </a:fld>
            <a:endParaRPr lang="en-IN"/>
          </a:p>
        </p:txBody>
      </p:sp>
    </p:spTree>
    <p:extLst>
      <p:ext uri="{BB962C8B-B14F-4D97-AF65-F5344CB8AC3E}">
        <p14:creationId xmlns:p14="http://schemas.microsoft.com/office/powerpoint/2010/main" val="3574281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C1AC-4865-4AD3-AA5F-397CFB19678C}"/>
              </a:ext>
            </a:extLst>
          </p:cNvPr>
          <p:cNvSpPr>
            <a:spLocks noGrp="1"/>
          </p:cNvSpPr>
          <p:nvPr>
            <p:ph type="title"/>
          </p:nvPr>
        </p:nvSpPr>
        <p:spPr/>
        <p:txBody>
          <a:bodyPr/>
          <a:lstStyle/>
          <a:p>
            <a:r>
              <a:rPr lang="en-US" dirty="0"/>
              <a:t>Friend Class</a:t>
            </a:r>
            <a:endParaRPr lang="en-IN" dirty="0"/>
          </a:p>
        </p:txBody>
      </p:sp>
      <p:sp>
        <p:nvSpPr>
          <p:cNvPr id="3" name="Content Placeholder 2">
            <a:extLst>
              <a:ext uri="{FF2B5EF4-FFF2-40B4-BE49-F238E27FC236}">
                <a16:creationId xmlns:a16="http://schemas.microsoft.com/office/drawing/2014/main" id="{32C700BB-37E2-41DA-BE4A-81E2D64302B7}"/>
              </a:ext>
            </a:extLst>
          </p:cNvPr>
          <p:cNvSpPr>
            <a:spLocks noGrp="1"/>
          </p:cNvSpPr>
          <p:nvPr>
            <p:ph sz="half" idx="1"/>
          </p:nvPr>
        </p:nvSpPr>
        <p:spPr/>
        <p:txBody>
          <a:bodyPr/>
          <a:lstStyle/>
          <a:p>
            <a:r>
              <a:rPr lang="en-US" dirty="0"/>
              <a:t>All member functions of one class become friends of another class.</a:t>
            </a:r>
          </a:p>
          <a:p>
            <a:r>
              <a:rPr lang="en-US" dirty="0"/>
              <a:t>Can access all private and protected members of the target class.</a:t>
            </a:r>
            <a:endParaRPr lang="en-IN" dirty="0"/>
          </a:p>
        </p:txBody>
      </p:sp>
      <p:pic>
        <p:nvPicPr>
          <p:cNvPr id="8" name="Content Placeholder 7">
            <a:extLst>
              <a:ext uri="{FF2B5EF4-FFF2-40B4-BE49-F238E27FC236}">
                <a16:creationId xmlns:a16="http://schemas.microsoft.com/office/drawing/2014/main" id="{AE750BA6-C267-49C0-BD4E-B5694A769DCC}"/>
              </a:ext>
            </a:extLst>
          </p:cNvPr>
          <p:cNvPicPr>
            <a:picLocks noGrp="1" noChangeAspect="1"/>
          </p:cNvPicPr>
          <p:nvPr>
            <p:ph sz="half" idx="2"/>
          </p:nvPr>
        </p:nvPicPr>
        <p:blipFill>
          <a:blip r:embed="rId2"/>
          <a:stretch>
            <a:fillRect/>
          </a:stretch>
        </p:blipFill>
        <p:spPr>
          <a:xfrm>
            <a:off x="7139354" y="283246"/>
            <a:ext cx="3956538" cy="6305733"/>
          </a:xfrm>
        </p:spPr>
      </p:pic>
      <p:sp>
        <p:nvSpPr>
          <p:cNvPr id="5" name="Slide Number Placeholder 4">
            <a:extLst>
              <a:ext uri="{FF2B5EF4-FFF2-40B4-BE49-F238E27FC236}">
                <a16:creationId xmlns:a16="http://schemas.microsoft.com/office/drawing/2014/main" id="{56828BA6-41DE-427F-9E03-FBFD06E2C274}"/>
              </a:ext>
            </a:extLst>
          </p:cNvPr>
          <p:cNvSpPr>
            <a:spLocks noGrp="1"/>
          </p:cNvSpPr>
          <p:nvPr>
            <p:ph type="sldNum" sz="quarter" idx="4"/>
          </p:nvPr>
        </p:nvSpPr>
        <p:spPr/>
        <p:txBody>
          <a:bodyPr/>
          <a:lstStyle/>
          <a:p>
            <a:fld id="{D450C061-FCD7-4E5E-A02A-3F2A15E03A91}" type="slidenum">
              <a:rPr lang="en-IN" smtClean="0"/>
              <a:t>30</a:t>
            </a:fld>
            <a:endParaRPr lang="en-IN"/>
          </a:p>
        </p:txBody>
      </p:sp>
    </p:spTree>
    <p:extLst>
      <p:ext uri="{BB962C8B-B14F-4D97-AF65-F5344CB8AC3E}">
        <p14:creationId xmlns:p14="http://schemas.microsoft.com/office/powerpoint/2010/main" val="3851038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B675-70CF-480C-B2A2-C805FF6E208C}"/>
              </a:ext>
            </a:extLst>
          </p:cNvPr>
          <p:cNvSpPr>
            <a:spLocks noGrp="1"/>
          </p:cNvSpPr>
          <p:nvPr>
            <p:ph type="title"/>
          </p:nvPr>
        </p:nvSpPr>
        <p:spPr/>
        <p:txBody>
          <a:bodyPr/>
          <a:lstStyle/>
          <a:p>
            <a:r>
              <a:rPr lang="en-US" dirty="0"/>
              <a:t>Function of 1 class as a friend to another class</a:t>
            </a:r>
            <a:endParaRPr lang="en-IN" dirty="0"/>
          </a:p>
        </p:txBody>
      </p:sp>
      <p:sp>
        <p:nvSpPr>
          <p:cNvPr id="3" name="Content Placeholder 2">
            <a:extLst>
              <a:ext uri="{FF2B5EF4-FFF2-40B4-BE49-F238E27FC236}">
                <a16:creationId xmlns:a16="http://schemas.microsoft.com/office/drawing/2014/main" id="{0F44EFD7-E95E-49B1-B238-235A63DEF8B4}"/>
              </a:ext>
            </a:extLst>
          </p:cNvPr>
          <p:cNvSpPr>
            <a:spLocks noGrp="1"/>
          </p:cNvSpPr>
          <p:nvPr>
            <p:ph sz="half" idx="1"/>
          </p:nvPr>
        </p:nvSpPr>
        <p:spPr>
          <a:xfrm>
            <a:off x="838200" y="1825625"/>
            <a:ext cx="4428392" cy="4351338"/>
          </a:xfrm>
        </p:spPr>
        <p:txBody>
          <a:bodyPr/>
          <a:lstStyle/>
          <a:p>
            <a:r>
              <a:rPr lang="en-US" dirty="0"/>
              <a:t>A specific member function of one class declared as a friend in another class.</a:t>
            </a:r>
          </a:p>
          <a:p>
            <a:r>
              <a:rPr lang="en-US" dirty="0"/>
              <a:t>Only that function (not the whole class) can access private members.</a:t>
            </a:r>
            <a:endParaRPr lang="en-IN" dirty="0"/>
          </a:p>
        </p:txBody>
      </p:sp>
      <p:sp>
        <p:nvSpPr>
          <p:cNvPr id="4" name="Content Placeholder 3">
            <a:extLst>
              <a:ext uri="{FF2B5EF4-FFF2-40B4-BE49-F238E27FC236}">
                <a16:creationId xmlns:a16="http://schemas.microsoft.com/office/drawing/2014/main" id="{BBCA0ABD-6B17-41BB-B01A-581609307A09}"/>
              </a:ext>
            </a:extLst>
          </p:cNvPr>
          <p:cNvSpPr>
            <a:spLocks noGrp="1"/>
          </p:cNvSpPr>
          <p:nvPr>
            <p:ph sz="half" idx="2"/>
          </p:nvPr>
        </p:nvSpPr>
        <p:spPr/>
        <p:txBody>
          <a:bodyPr/>
          <a:lstStyle/>
          <a:p>
            <a:endParaRPr lang="en-IN" dirty="0"/>
          </a:p>
        </p:txBody>
      </p:sp>
      <p:sp>
        <p:nvSpPr>
          <p:cNvPr id="5" name="Slide Number Placeholder 4">
            <a:extLst>
              <a:ext uri="{FF2B5EF4-FFF2-40B4-BE49-F238E27FC236}">
                <a16:creationId xmlns:a16="http://schemas.microsoft.com/office/drawing/2014/main" id="{EB557255-3B99-445D-B833-12F184FD9D20}"/>
              </a:ext>
            </a:extLst>
          </p:cNvPr>
          <p:cNvSpPr>
            <a:spLocks noGrp="1"/>
          </p:cNvSpPr>
          <p:nvPr>
            <p:ph type="sldNum" sz="quarter" idx="4"/>
          </p:nvPr>
        </p:nvSpPr>
        <p:spPr/>
        <p:txBody>
          <a:bodyPr/>
          <a:lstStyle/>
          <a:p>
            <a:fld id="{D450C061-FCD7-4E5E-A02A-3F2A15E03A91}" type="slidenum">
              <a:rPr lang="en-IN" smtClean="0"/>
              <a:t>31</a:t>
            </a:fld>
            <a:endParaRPr lang="en-IN"/>
          </a:p>
        </p:txBody>
      </p:sp>
    </p:spTree>
    <p:extLst>
      <p:ext uri="{BB962C8B-B14F-4D97-AF65-F5344CB8AC3E}">
        <p14:creationId xmlns:p14="http://schemas.microsoft.com/office/powerpoint/2010/main" val="492614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Template.pptx" id="{872A0908-B4BE-42E9-B974-411477CD13A2}" vid="{74DED970-FDA3-40BF-97D9-3BC76A00F4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LectureTemplate</Template>
  <TotalTime>617</TotalTime>
  <Words>1325</Words>
  <Application>Microsoft Office PowerPoint</Application>
  <PresentationFormat>Widescreen</PresentationFormat>
  <Paragraphs>225</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Consolas</vt:lpstr>
      <vt:lpstr>Office Theme</vt:lpstr>
      <vt:lpstr>C++ Programming</vt:lpstr>
      <vt:lpstr>Inheritance</vt:lpstr>
      <vt:lpstr>What is Inheritance</vt:lpstr>
      <vt:lpstr>Need for Inheritance</vt:lpstr>
      <vt:lpstr>Visibility Modes</vt:lpstr>
      <vt:lpstr>Private Visibility Mode</vt:lpstr>
      <vt:lpstr>Protected Visibility Mode</vt:lpstr>
      <vt:lpstr>Public Visibility Mode</vt:lpstr>
      <vt:lpstr>Types of Inheritance</vt:lpstr>
      <vt:lpstr>PowerPoint Presentation</vt:lpstr>
      <vt:lpstr>Ambiguity Problem in Multiple Inheritance</vt:lpstr>
      <vt:lpstr>Virtual Base Class</vt:lpstr>
      <vt:lpstr>Ambiguity Problem in Multipath Inheritance</vt:lpstr>
      <vt:lpstr>Virtual Base Class</vt:lpstr>
      <vt:lpstr>Constructors, Destructors in Inheritance</vt:lpstr>
      <vt:lpstr>Constructor &amp; Destructor Call in Case of Inheritance</vt:lpstr>
      <vt:lpstr>Pointer &amp; Inheritance</vt:lpstr>
      <vt:lpstr>Object Pointer</vt:lpstr>
      <vt:lpstr>Object Pointer in Inheritance</vt:lpstr>
      <vt:lpstr>Virtual Functions</vt:lpstr>
      <vt:lpstr>Object Pointer with IInheritance</vt:lpstr>
      <vt:lpstr>Virtual Function</vt:lpstr>
      <vt:lpstr>Virtual Function Implementation</vt:lpstr>
      <vt:lpstr>Properties of Virtual Function</vt:lpstr>
      <vt:lpstr>Friends to Class</vt:lpstr>
      <vt:lpstr>Friends to Class</vt:lpstr>
      <vt:lpstr>Forms of Friend Implementations with Class</vt:lpstr>
      <vt:lpstr>Friend Function to Class</vt:lpstr>
      <vt:lpstr>Friend Function to Multiple Class</vt:lpstr>
      <vt:lpstr>Friend Class</vt:lpstr>
      <vt:lpstr>Function of 1 class as a friend to another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creator>Priyanka Sinha</dc:creator>
  <cp:lastModifiedBy>Priyanka Sinha</cp:lastModifiedBy>
  <cp:revision>42</cp:revision>
  <dcterms:created xsi:type="dcterms:W3CDTF">2025-05-27T04:29:37Z</dcterms:created>
  <dcterms:modified xsi:type="dcterms:W3CDTF">2025-06-02T08:47:19Z</dcterms:modified>
</cp:coreProperties>
</file>